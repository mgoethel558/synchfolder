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4C44D0-7942-4360-BB5E-9A840B89E1D6}" v="1" dt="2026-07-06T13:57:40.2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oethel, Moritz" userId="310144ca-c1c3-45b4-be1d-abfb30ac7548" providerId="ADAL" clId="{A600174E-EA43-4471-813E-896CA05C8581}"/>
    <pc:docChg chg="custSel delSld modSld">
      <pc:chgData name="Goethel, Moritz" userId="310144ca-c1c3-45b4-be1d-abfb30ac7548" providerId="ADAL" clId="{A600174E-EA43-4471-813E-896CA05C8581}" dt="2026-07-06T14:10:10.837" v="194" actId="1076"/>
      <pc:docMkLst>
        <pc:docMk/>
      </pc:docMkLst>
      <pc:sldChg chg="modSp mod">
        <pc:chgData name="Goethel, Moritz" userId="310144ca-c1c3-45b4-be1d-abfb30ac7548" providerId="ADAL" clId="{A600174E-EA43-4471-813E-896CA05C8581}" dt="2026-07-06T13:57:56.809" v="5" actId="27636"/>
        <pc:sldMkLst>
          <pc:docMk/>
          <pc:sldMk cId="0" sldId="256"/>
        </pc:sldMkLst>
        <pc:spChg chg="mod">
          <ac:chgData name="Goethel, Moritz" userId="310144ca-c1c3-45b4-be1d-abfb30ac7548" providerId="ADAL" clId="{A600174E-EA43-4471-813E-896CA05C8581}" dt="2026-07-06T13:57:56.805" v="3" actId="27636"/>
          <ac:spMkLst>
            <pc:docMk/>
            <pc:sldMk cId="0" sldId="256"/>
            <ac:spMk id="2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6.806" v="4" actId="27636"/>
          <ac:spMkLst>
            <pc:docMk/>
            <pc:sldMk cId="0" sldId="256"/>
            <ac:spMk id="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6.809" v="5" actId="27636"/>
          <ac:spMkLst>
            <pc:docMk/>
            <pc:sldMk cId="0" sldId="256"/>
            <ac:spMk id="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6.802" v="1" actId="27636"/>
          <ac:spMkLst>
            <pc:docMk/>
            <pc:sldMk cId="0" sldId="256"/>
            <ac:spMk id="6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6.799" v="0" actId="27636"/>
          <ac:spMkLst>
            <pc:docMk/>
            <pc:sldMk cId="0" sldId="256"/>
            <ac:spMk id="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6.804" v="2" actId="27636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Goethel, Moritz" userId="310144ca-c1c3-45b4-be1d-abfb30ac7548" providerId="ADAL" clId="{A600174E-EA43-4471-813E-896CA05C8581}" dt="2026-07-06T13:57:59.519" v="16" actId="27636"/>
        <pc:sldMkLst>
          <pc:docMk/>
          <pc:sldMk cId="0" sldId="257"/>
        </pc:sldMkLst>
        <pc:spChg chg="mod">
          <ac:chgData name="Goethel, Moritz" userId="310144ca-c1c3-45b4-be1d-abfb30ac7548" providerId="ADAL" clId="{A600174E-EA43-4471-813E-896CA05C8581}" dt="2026-07-06T13:57:59.507" v="10" actId="27636"/>
          <ac:spMkLst>
            <pc:docMk/>
            <pc:sldMk cId="0" sldId="257"/>
            <ac:spMk id="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499" v="6" actId="27636"/>
          <ac:spMkLst>
            <pc:docMk/>
            <pc:sldMk cId="0" sldId="257"/>
            <ac:spMk id="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11" v="12" actId="27636"/>
          <ac:spMkLst>
            <pc:docMk/>
            <pc:sldMk cId="0" sldId="257"/>
            <ac:spMk id="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17" v="15" actId="27636"/>
          <ac:spMkLst>
            <pc:docMk/>
            <pc:sldMk cId="0" sldId="257"/>
            <ac:spMk id="6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05" v="8" actId="27636"/>
          <ac:spMkLst>
            <pc:docMk/>
            <pc:sldMk cId="0" sldId="257"/>
            <ac:spMk id="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13" v="13" actId="27636"/>
          <ac:spMkLst>
            <pc:docMk/>
            <pc:sldMk cId="0" sldId="257"/>
            <ac:spMk id="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15" v="14" actId="27636"/>
          <ac:spMkLst>
            <pc:docMk/>
            <pc:sldMk cId="0" sldId="257"/>
            <ac:spMk id="11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19" v="16" actId="2763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02" v="7" actId="27636"/>
          <ac:spMkLst>
            <pc:docMk/>
            <pc:sldMk cId="0" sldId="257"/>
            <ac:spMk id="1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07" v="9" actId="27636"/>
          <ac:spMkLst>
            <pc:docMk/>
            <pc:sldMk cId="0" sldId="257"/>
            <ac:spMk id="1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09" v="11" actId="27636"/>
          <ac:spMkLst>
            <pc:docMk/>
            <pc:sldMk cId="0" sldId="257"/>
            <ac:spMk id="17" creationId="{00000000-0000-0000-0000-000000000000}"/>
          </ac:spMkLst>
        </pc:spChg>
      </pc:sldChg>
      <pc:sldChg chg="modSp mod">
        <pc:chgData name="Goethel, Moritz" userId="310144ca-c1c3-45b4-be1d-abfb30ac7548" providerId="ADAL" clId="{A600174E-EA43-4471-813E-896CA05C8581}" dt="2026-07-06T13:57:59.592" v="47" actId="27636"/>
        <pc:sldMkLst>
          <pc:docMk/>
          <pc:sldMk cId="0" sldId="258"/>
        </pc:sldMkLst>
        <pc:spChg chg="mod">
          <ac:chgData name="Goethel, Moritz" userId="310144ca-c1c3-45b4-be1d-abfb30ac7548" providerId="ADAL" clId="{A600174E-EA43-4471-813E-896CA05C8581}" dt="2026-07-06T13:57:59.533" v="18" actId="27636"/>
          <ac:spMkLst>
            <pc:docMk/>
            <pc:sldMk cId="0" sldId="258"/>
            <ac:spMk id="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85" v="45" actId="27636"/>
          <ac:spMkLst>
            <pc:docMk/>
            <pc:sldMk cId="0" sldId="258"/>
            <ac:spMk id="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41" v="23" actId="27636"/>
          <ac:spMkLst>
            <pc:docMk/>
            <pc:sldMk cId="0" sldId="258"/>
            <ac:spMk id="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36" v="20" actId="27636"/>
          <ac:spMkLst>
            <pc:docMk/>
            <pc:sldMk cId="0" sldId="258"/>
            <ac:spMk id="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55" v="27" actId="27636"/>
          <ac:spMkLst>
            <pc:docMk/>
            <pc:sldMk cId="0" sldId="258"/>
            <ac:spMk id="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46" v="24" actId="27636"/>
          <ac:spMkLst>
            <pc:docMk/>
            <pc:sldMk cId="0" sldId="258"/>
            <ac:spMk id="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48" v="25" actId="2763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59" v="31" actId="2763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92" v="47" actId="27636"/>
          <ac:spMkLst>
            <pc:docMk/>
            <pc:sldMk cId="0" sldId="258"/>
            <ac:spMk id="1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55" v="28" actId="2763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59" v="32" actId="2763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64" v="35" actId="27636"/>
          <ac:spMkLst>
            <pc:docMk/>
            <pc:sldMk cId="0" sldId="258"/>
            <ac:spMk id="1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53" v="26" actId="27636"/>
          <ac:spMkLst>
            <pc:docMk/>
            <pc:sldMk cId="0" sldId="258"/>
            <ac:spMk id="1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60" v="33" actId="2763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56" v="29" actId="27636"/>
          <ac:spMkLst>
            <pc:docMk/>
            <pc:sldMk cId="0" sldId="258"/>
            <ac:spMk id="22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82" v="44" actId="27636"/>
          <ac:spMkLst>
            <pc:docMk/>
            <pc:sldMk cId="0" sldId="258"/>
            <ac:spMk id="2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74" v="40" actId="27636"/>
          <ac:spMkLst>
            <pc:docMk/>
            <pc:sldMk cId="0" sldId="258"/>
            <ac:spMk id="2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61" v="34" actId="27636"/>
          <ac:spMkLst>
            <pc:docMk/>
            <pc:sldMk cId="0" sldId="258"/>
            <ac:spMk id="2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67" v="38" actId="27636"/>
          <ac:spMkLst>
            <pc:docMk/>
            <pc:sldMk cId="0" sldId="258"/>
            <ac:spMk id="2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65" v="36" actId="27636"/>
          <ac:spMkLst>
            <pc:docMk/>
            <pc:sldMk cId="0" sldId="258"/>
            <ac:spMk id="2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38" v="21" actId="27636"/>
          <ac:spMkLst>
            <pc:docMk/>
            <pc:sldMk cId="0" sldId="258"/>
            <ac:spMk id="2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66" v="37" actId="27636"/>
          <ac:spMkLst>
            <pc:docMk/>
            <pc:sldMk cId="0" sldId="258"/>
            <ac:spMk id="30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40" v="22" actId="27636"/>
          <ac:spMkLst>
            <pc:docMk/>
            <pc:sldMk cId="0" sldId="258"/>
            <ac:spMk id="32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31" v="17" actId="27636"/>
          <ac:spMkLst>
            <pc:docMk/>
            <pc:sldMk cId="0" sldId="258"/>
            <ac:spMk id="3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35" v="19" actId="27636"/>
          <ac:spMkLst>
            <pc:docMk/>
            <pc:sldMk cId="0" sldId="258"/>
            <ac:spMk id="3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79" v="43" actId="27636"/>
          <ac:spMkLst>
            <pc:docMk/>
            <pc:sldMk cId="0" sldId="258"/>
            <ac:spMk id="3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75" v="41" actId="27636"/>
          <ac:spMkLst>
            <pc:docMk/>
            <pc:sldMk cId="0" sldId="258"/>
            <ac:spMk id="3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88" v="46" actId="27636"/>
          <ac:spMkLst>
            <pc:docMk/>
            <pc:sldMk cId="0" sldId="258"/>
            <ac:spMk id="3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58" v="30" actId="27636"/>
          <ac:spMkLst>
            <pc:docMk/>
            <pc:sldMk cId="0" sldId="258"/>
            <ac:spMk id="3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70" v="39" actId="27636"/>
          <ac:spMkLst>
            <pc:docMk/>
            <pc:sldMk cId="0" sldId="258"/>
            <ac:spMk id="40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577" v="42" actId="27636"/>
          <ac:spMkLst>
            <pc:docMk/>
            <pc:sldMk cId="0" sldId="258"/>
            <ac:spMk id="42" creationId="{00000000-0000-0000-0000-000000000000}"/>
          </ac:spMkLst>
        </pc:spChg>
      </pc:sldChg>
      <pc:sldChg chg="modSp mod">
        <pc:chgData name="Goethel, Moritz" userId="310144ca-c1c3-45b4-be1d-abfb30ac7548" providerId="ADAL" clId="{A600174E-EA43-4471-813E-896CA05C8581}" dt="2026-07-06T13:57:59.642" v="67" actId="27636"/>
        <pc:sldMkLst>
          <pc:docMk/>
          <pc:sldMk cId="0" sldId="259"/>
        </pc:sldMkLst>
        <pc:spChg chg="mod">
          <ac:chgData name="Goethel, Moritz" userId="310144ca-c1c3-45b4-be1d-abfb30ac7548" providerId="ADAL" clId="{A600174E-EA43-4471-813E-896CA05C8581}" dt="2026-07-06T13:57:59.638" v="65" actId="27636"/>
          <ac:spMkLst>
            <pc:docMk/>
            <pc:sldMk cId="0" sldId="259"/>
            <ac:spMk id="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28" v="57" actId="27636"/>
          <ac:spMkLst>
            <pc:docMk/>
            <pc:sldMk cId="0" sldId="259"/>
            <ac:spMk id="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30" v="59" actId="27636"/>
          <ac:spMkLst>
            <pc:docMk/>
            <pc:sldMk cId="0" sldId="259"/>
            <ac:spMk id="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24" v="54" actId="2763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42" v="67" actId="27636"/>
          <ac:spMkLst>
            <pc:docMk/>
            <pc:sldMk cId="0" sldId="259"/>
            <ac:spMk id="11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37" v="64" actId="2763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19" v="51" actId="27636"/>
          <ac:spMkLst>
            <pc:docMk/>
            <pc:sldMk cId="0" sldId="259"/>
            <ac:spMk id="16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31" v="60" actId="2763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14" v="48" actId="2763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16" v="50" actId="27636"/>
          <ac:spMkLst>
            <pc:docMk/>
            <pc:sldMk cId="0" sldId="259"/>
            <ac:spMk id="22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25" v="55" actId="27636"/>
          <ac:spMkLst>
            <pc:docMk/>
            <pc:sldMk cId="0" sldId="259"/>
            <ac:spMk id="2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36" v="62" actId="27636"/>
          <ac:spMkLst>
            <pc:docMk/>
            <pc:sldMk cId="0" sldId="259"/>
            <ac:spMk id="2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36" v="63" actId="27636"/>
          <ac:spMkLst>
            <pc:docMk/>
            <pc:sldMk cId="0" sldId="259"/>
            <ac:spMk id="26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20" v="52" actId="27636"/>
          <ac:spMkLst>
            <pc:docMk/>
            <pc:sldMk cId="0" sldId="259"/>
            <ac:spMk id="2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15" v="49" actId="27636"/>
          <ac:spMkLst>
            <pc:docMk/>
            <pc:sldMk cId="0" sldId="259"/>
            <ac:spMk id="2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22" v="53" actId="27636"/>
          <ac:spMkLst>
            <pc:docMk/>
            <pc:sldMk cId="0" sldId="259"/>
            <ac:spMk id="31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32" v="61" actId="27636"/>
          <ac:spMkLst>
            <pc:docMk/>
            <pc:sldMk cId="0" sldId="259"/>
            <ac:spMk id="32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29" v="58" actId="27636"/>
          <ac:spMkLst>
            <pc:docMk/>
            <pc:sldMk cId="0" sldId="259"/>
            <ac:spMk id="3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41" v="66" actId="27636"/>
          <ac:spMkLst>
            <pc:docMk/>
            <pc:sldMk cId="0" sldId="259"/>
            <ac:spMk id="3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26" v="56" actId="27636"/>
          <ac:spMkLst>
            <pc:docMk/>
            <pc:sldMk cId="0" sldId="259"/>
            <ac:spMk id="37" creationId="{00000000-0000-0000-0000-000000000000}"/>
          </ac:spMkLst>
        </pc:spChg>
      </pc:sldChg>
      <pc:sldChg chg="modSp mod">
        <pc:chgData name="Goethel, Moritz" userId="310144ca-c1c3-45b4-be1d-abfb30ac7548" providerId="ADAL" clId="{A600174E-EA43-4471-813E-896CA05C8581}" dt="2026-07-06T13:57:59.668" v="88" actId="27636"/>
        <pc:sldMkLst>
          <pc:docMk/>
          <pc:sldMk cId="0" sldId="260"/>
        </pc:sldMkLst>
        <pc:spChg chg="mod">
          <ac:chgData name="Goethel, Moritz" userId="310144ca-c1c3-45b4-be1d-abfb30ac7548" providerId="ADAL" clId="{A600174E-EA43-4471-813E-896CA05C8581}" dt="2026-07-06T13:57:59.652" v="73" actId="27636"/>
          <ac:spMkLst>
            <pc:docMk/>
            <pc:sldMk cId="0" sldId="260"/>
            <ac:spMk id="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55" v="76" actId="27636"/>
          <ac:spMkLst>
            <pc:docMk/>
            <pc:sldMk cId="0" sldId="260"/>
            <ac:spMk id="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66" v="85" actId="27636"/>
          <ac:spMkLst>
            <pc:docMk/>
            <pc:sldMk cId="0" sldId="260"/>
            <ac:spMk id="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54" v="75" actId="27636"/>
          <ac:spMkLst>
            <pc:docMk/>
            <pc:sldMk cId="0" sldId="260"/>
            <ac:spMk id="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59" v="79" actId="27636"/>
          <ac:spMkLst>
            <pc:docMk/>
            <pc:sldMk cId="0" sldId="260"/>
            <ac:spMk id="10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64" v="83" actId="27636"/>
          <ac:spMkLst>
            <pc:docMk/>
            <pc:sldMk cId="0" sldId="260"/>
            <ac:spMk id="11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61" v="81" actId="27636"/>
          <ac:spMkLst>
            <pc:docMk/>
            <pc:sldMk cId="0" sldId="260"/>
            <ac:spMk id="1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62" v="82" actId="2763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64" v="84" actId="27636"/>
          <ac:spMkLst>
            <pc:docMk/>
            <pc:sldMk cId="0" sldId="260"/>
            <ac:spMk id="1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54" v="74" actId="27636"/>
          <ac:spMkLst>
            <pc:docMk/>
            <pc:sldMk cId="0" sldId="260"/>
            <ac:spMk id="21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68" v="87" actId="27636"/>
          <ac:spMkLst>
            <pc:docMk/>
            <pc:sldMk cId="0" sldId="260"/>
            <ac:spMk id="22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67" v="86" actId="27636"/>
          <ac:spMkLst>
            <pc:docMk/>
            <pc:sldMk cId="0" sldId="260"/>
            <ac:spMk id="2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56" v="78" actId="27636"/>
          <ac:spMkLst>
            <pc:docMk/>
            <pc:sldMk cId="0" sldId="260"/>
            <ac:spMk id="2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51" v="70" actId="27636"/>
          <ac:spMkLst>
            <pc:docMk/>
            <pc:sldMk cId="0" sldId="260"/>
            <ac:spMk id="26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51" v="71" actId="27636"/>
          <ac:spMkLst>
            <pc:docMk/>
            <pc:sldMk cId="0" sldId="260"/>
            <ac:spMk id="2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49" v="68" actId="27636"/>
          <ac:spMkLst>
            <pc:docMk/>
            <pc:sldMk cId="0" sldId="260"/>
            <ac:spMk id="2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56" v="77" actId="27636"/>
          <ac:spMkLst>
            <pc:docMk/>
            <pc:sldMk cId="0" sldId="260"/>
            <ac:spMk id="2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60" v="80" actId="27636"/>
          <ac:spMkLst>
            <pc:docMk/>
            <pc:sldMk cId="0" sldId="260"/>
            <ac:spMk id="30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68" v="88" actId="27636"/>
          <ac:spMkLst>
            <pc:docMk/>
            <pc:sldMk cId="0" sldId="260"/>
            <ac:spMk id="31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50" v="69" actId="27636"/>
          <ac:spMkLst>
            <pc:docMk/>
            <pc:sldMk cId="0" sldId="260"/>
            <ac:spMk id="32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52" v="72" actId="27636"/>
          <ac:spMkLst>
            <pc:docMk/>
            <pc:sldMk cId="0" sldId="260"/>
            <ac:spMk id="34" creationId="{00000000-0000-0000-0000-000000000000}"/>
          </ac:spMkLst>
        </pc:spChg>
      </pc:sldChg>
      <pc:sldChg chg="modSp mod">
        <pc:chgData name="Goethel, Moritz" userId="310144ca-c1c3-45b4-be1d-abfb30ac7548" providerId="ADAL" clId="{A600174E-EA43-4471-813E-896CA05C8581}" dt="2026-07-06T13:57:59.691" v="108" actId="27636"/>
        <pc:sldMkLst>
          <pc:docMk/>
          <pc:sldMk cId="0" sldId="261"/>
        </pc:sldMkLst>
        <pc:spChg chg="mod">
          <ac:chgData name="Goethel, Moritz" userId="310144ca-c1c3-45b4-be1d-abfb30ac7548" providerId="ADAL" clId="{A600174E-EA43-4471-813E-896CA05C8581}" dt="2026-07-06T13:57:59.681" v="97" actId="27636"/>
          <ac:spMkLst>
            <pc:docMk/>
            <pc:sldMk cId="0" sldId="261"/>
            <ac:spMk id="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85" v="100" actId="27636"/>
          <ac:spMkLst>
            <pc:docMk/>
            <pc:sldMk cId="0" sldId="261"/>
            <ac:spMk id="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74" v="89" actId="27636"/>
          <ac:spMkLst>
            <pc:docMk/>
            <pc:sldMk cId="0" sldId="261"/>
            <ac:spMk id="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80" v="95" actId="27636"/>
          <ac:spMkLst>
            <pc:docMk/>
            <pc:sldMk cId="0" sldId="261"/>
            <ac:spMk id="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75" v="90" actId="27636"/>
          <ac:spMkLst>
            <pc:docMk/>
            <pc:sldMk cId="0" sldId="261"/>
            <ac:spMk id="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76" v="91" actId="27636"/>
          <ac:spMkLst>
            <pc:docMk/>
            <pc:sldMk cId="0" sldId="261"/>
            <ac:spMk id="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88" v="104" actId="27636"/>
          <ac:spMkLst>
            <pc:docMk/>
            <pc:sldMk cId="0" sldId="261"/>
            <ac:spMk id="11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78" v="93" actId="27636"/>
          <ac:spMkLst>
            <pc:docMk/>
            <pc:sldMk cId="0" sldId="261"/>
            <ac:spMk id="12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84" v="99" actId="27636"/>
          <ac:spMkLst>
            <pc:docMk/>
            <pc:sldMk cId="0" sldId="261"/>
            <ac:spMk id="1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80" v="96" actId="27636"/>
          <ac:spMkLst>
            <pc:docMk/>
            <pc:sldMk cId="0" sldId="261"/>
            <ac:spMk id="1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87" v="103" actId="27636"/>
          <ac:spMkLst>
            <pc:docMk/>
            <pc:sldMk cId="0" sldId="261"/>
            <ac:spMk id="16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82" v="98" actId="27636"/>
          <ac:spMkLst>
            <pc:docMk/>
            <pc:sldMk cId="0" sldId="261"/>
            <ac:spMk id="1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90" v="107" actId="27636"/>
          <ac:spMkLst>
            <pc:docMk/>
            <pc:sldMk cId="0" sldId="261"/>
            <ac:spMk id="1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88" v="105" actId="27636"/>
          <ac:spMkLst>
            <pc:docMk/>
            <pc:sldMk cId="0" sldId="261"/>
            <ac:spMk id="20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86" v="101" actId="27636"/>
          <ac:spMkLst>
            <pc:docMk/>
            <pc:sldMk cId="0" sldId="261"/>
            <ac:spMk id="21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91" v="108" actId="27636"/>
          <ac:spMkLst>
            <pc:docMk/>
            <pc:sldMk cId="0" sldId="261"/>
            <ac:spMk id="2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80" v="94" actId="27636"/>
          <ac:spMkLst>
            <pc:docMk/>
            <pc:sldMk cId="0" sldId="261"/>
            <ac:spMk id="2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77" v="92" actId="27636"/>
          <ac:spMkLst>
            <pc:docMk/>
            <pc:sldMk cId="0" sldId="261"/>
            <ac:spMk id="2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90" v="106" actId="27636"/>
          <ac:spMkLst>
            <pc:docMk/>
            <pc:sldMk cId="0" sldId="261"/>
            <ac:spMk id="26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86" v="102" actId="27636"/>
          <ac:spMkLst>
            <pc:docMk/>
            <pc:sldMk cId="0" sldId="261"/>
            <ac:spMk id="28" creationId="{00000000-0000-0000-0000-000000000000}"/>
          </ac:spMkLst>
        </pc:spChg>
      </pc:sldChg>
      <pc:sldChg chg="modSp mod">
        <pc:chgData name="Goethel, Moritz" userId="310144ca-c1c3-45b4-be1d-abfb30ac7548" providerId="ADAL" clId="{A600174E-EA43-4471-813E-896CA05C8581}" dt="2026-07-06T13:57:59.712" v="124" actId="27636"/>
        <pc:sldMkLst>
          <pc:docMk/>
          <pc:sldMk cId="0" sldId="262"/>
        </pc:sldMkLst>
        <pc:spChg chg="mod">
          <ac:chgData name="Goethel, Moritz" userId="310144ca-c1c3-45b4-be1d-abfb30ac7548" providerId="ADAL" clId="{A600174E-EA43-4471-813E-896CA05C8581}" dt="2026-07-06T13:57:59.712" v="124" actId="27636"/>
          <ac:spMkLst>
            <pc:docMk/>
            <pc:sldMk cId="0" sldId="262"/>
            <ac:spMk id="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99" v="110" actId="27636"/>
          <ac:spMkLst>
            <pc:docMk/>
            <pc:sldMk cId="0" sldId="262"/>
            <ac:spMk id="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00" v="112" actId="27636"/>
          <ac:spMkLst>
            <pc:docMk/>
            <pc:sldMk cId="0" sldId="262"/>
            <ac:spMk id="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01" v="113" actId="27636"/>
          <ac:spMkLst>
            <pc:docMk/>
            <pc:sldMk cId="0" sldId="262"/>
            <ac:spMk id="6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05" v="116" actId="27636"/>
          <ac:spMkLst>
            <pc:docMk/>
            <pc:sldMk cId="0" sldId="262"/>
            <ac:spMk id="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97" v="109" actId="27636"/>
          <ac:spMkLst>
            <pc:docMk/>
            <pc:sldMk cId="0" sldId="262"/>
            <ac:spMk id="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08" v="118" actId="2763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699" v="111" actId="2763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02" v="115" actId="2763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06" v="117" actId="2763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10" v="121" actId="2763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02" v="114" actId="2763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12" v="123" actId="2763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08" v="119" actId="2763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10" v="120" actId="27636"/>
          <ac:spMkLst>
            <pc:docMk/>
            <pc:sldMk cId="0" sldId="262"/>
            <ac:spMk id="21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11" v="122" actId="27636"/>
          <ac:spMkLst>
            <pc:docMk/>
            <pc:sldMk cId="0" sldId="262"/>
            <ac:spMk id="23" creationId="{00000000-0000-0000-0000-000000000000}"/>
          </ac:spMkLst>
        </pc:spChg>
      </pc:sldChg>
      <pc:sldChg chg="modSp mod">
        <pc:chgData name="Goethel, Moritz" userId="310144ca-c1c3-45b4-be1d-abfb30ac7548" providerId="ADAL" clId="{A600174E-EA43-4471-813E-896CA05C8581}" dt="2026-07-06T13:57:59.771" v="145" actId="27636"/>
        <pc:sldMkLst>
          <pc:docMk/>
          <pc:sldMk cId="0" sldId="263"/>
        </pc:sldMkLst>
        <pc:spChg chg="mod">
          <ac:chgData name="Goethel, Moritz" userId="310144ca-c1c3-45b4-be1d-abfb30ac7548" providerId="ADAL" clId="{A600174E-EA43-4471-813E-896CA05C8581}" dt="2026-07-06T13:57:59.746" v="130" actId="27636"/>
          <ac:spMkLst>
            <pc:docMk/>
            <pc:sldMk cId="0" sldId="263"/>
            <ac:spMk id="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47" v="131" actId="27636"/>
          <ac:spMkLst>
            <pc:docMk/>
            <pc:sldMk cId="0" sldId="263"/>
            <ac:spMk id="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71" v="145" actId="27636"/>
          <ac:spMkLst>
            <pc:docMk/>
            <pc:sldMk cId="0" sldId="263"/>
            <ac:spMk id="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48" v="132" actId="27636"/>
          <ac:spMkLst>
            <pc:docMk/>
            <pc:sldMk cId="0" sldId="263"/>
            <ac:spMk id="6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40" v="125" actId="27636"/>
          <ac:spMkLst>
            <pc:docMk/>
            <pc:sldMk cId="0" sldId="263"/>
            <ac:spMk id="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55" v="138" actId="27636"/>
          <ac:spMkLst>
            <pc:docMk/>
            <pc:sldMk cId="0" sldId="263"/>
            <ac:spMk id="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49" v="134" actId="27636"/>
          <ac:spMkLst>
            <pc:docMk/>
            <pc:sldMk cId="0" sldId="263"/>
            <ac:spMk id="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68" v="143" actId="2763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52" v="136" actId="27636"/>
          <ac:spMkLst>
            <pc:docMk/>
            <pc:sldMk cId="0" sldId="263"/>
            <ac:spMk id="11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42" v="126" actId="27636"/>
          <ac:spMkLst>
            <pc:docMk/>
            <pc:sldMk cId="0" sldId="263"/>
            <ac:spMk id="12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59" v="140" actId="27636"/>
          <ac:spMkLst>
            <pc:docMk/>
            <pc:sldMk cId="0" sldId="263"/>
            <ac:spMk id="1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48" v="133" actId="27636"/>
          <ac:spMkLst>
            <pc:docMk/>
            <pc:sldMk cId="0" sldId="263"/>
            <ac:spMk id="1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54" v="137" actId="27636"/>
          <ac:spMkLst>
            <pc:docMk/>
            <pc:sldMk cId="0" sldId="263"/>
            <ac:spMk id="1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44" v="127" actId="27636"/>
          <ac:spMkLst>
            <pc:docMk/>
            <pc:sldMk cId="0" sldId="263"/>
            <ac:spMk id="16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46" v="129" actId="27636"/>
          <ac:spMkLst>
            <pc:docMk/>
            <pc:sldMk cId="0" sldId="263"/>
            <ac:spMk id="1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56" v="139" actId="27636"/>
          <ac:spMkLst>
            <pc:docMk/>
            <pc:sldMk cId="0" sldId="263"/>
            <ac:spMk id="1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65" v="142" actId="27636"/>
          <ac:spMkLst>
            <pc:docMk/>
            <pc:sldMk cId="0" sldId="263"/>
            <ac:spMk id="1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70" v="144" actId="27636"/>
          <ac:spMkLst>
            <pc:docMk/>
            <pc:sldMk cId="0" sldId="263"/>
            <ac:spMk id="20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61" v="141" actId="27636"/>
          <ac:spMkLst>
            <pc:docMk/>
            <pc:sldMk cId="0" sldId="263"/>
            <ac:spMk id="21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45" v="128" actId="2763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50" v="135" actId="27636"/>
          <ac:spMkLst>
            <pc:docMk/>
            <pc:sldMk cId="0" sldId="263"/>
            <ac:spMk id="24" creationId="{00000000-0000-0000-0000-000000000000}"/>
          </ac:spMkLst>
        </pc:spChg>
      </pc:sldChg>
      <pc:sldChg chg="addSp delSp modSp mod">
        <pc:chgData name="Goethel, Moritz" userId="310144ca-c1c3-45b4-be1d-abfb30ac7548" providerId="ADAL" clId="{A600174E-EA43-4471-813E-896CA05C8581}" dt="2026-07-06T14:09:44.067" v="190" actId="478"/>
        <pc:sldMkLst>
          <pc:docMk/>
          <pc:sldMk cId="0" sldId="264"/>
        </pc:sldMkLst>
        <pc:spChg chg="mod">
          <ac:chgData name="Goethel, Moritz" userId="310144ca-c1c3-45b4-be1d-abfb30ac7548" providerId="ADAL" clId="{A600174E-EA43-4471-813E-896CA05C8581}" dt="2026-07-06T13:57:59.789" v="153" actId="27636"/>
          <ac:spMkLst>
            <pc:docMk/>
            <pc:sldMk cId="0" sldId="264"/>
            <ac:spMk id="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80" v="148" actId="27636"/>
          <ac:spMkLst>
            <pc:docMk/>
            <pc:sldMk cId="0" sldId="264"/>
            <ac:spMk id="4" creationId="{00000000-0000-0000-0000-000000000000}"/>
          </ac:spMkLst>
        </pc:spChg>
        <pc:spChg chg="del">
          <ac:chgData name="Goethel, Moritz" userId="310144ca-c1c3-45b4-be1d-abfb30ac7548" providerId="ADAL" clId="{A600174E-EA43-4471-813E-896CA05C8581}" dt="2026-07-06T14:09:27.859" v="186" actId="478"/>
          <ac:spMkLst>
            <pc:docMk/>
            <pc:sldMk cId="0" sldId="264"/>
            <ac:spMk id="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88" v="152" actId="27636"/>
          <ac:spMkLst>
            <pc:docMk/>
            <pc:sldMk cId="0" sldId="264"/>
            <ac:spMk id="6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80" v="147" actId="27636"/>
          <ac:spMkLst>
            <pc:docMk/>
            <pc:sldMk cId="0" sldId="264"/>
            <ac:spMk id="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81" v="149" actId="27636"/>
          <ac:spMkLst>
            <pc:docMk/>
            <pc:sldMk cId="0" sldId="264"/>
            <ac:spMk id="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82" v="150" actId="2763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87" v="151" actId="27636"/>
          <ac:spMkLst>
            <pc:docMk/>
            <pc:sldMk cId="0" sldId="264"/>
            <ac:spMk id="12" creationId="{00000000-0000-0000-0000-000000000000}"/>
          </ac:spMkLst>
        </pc:spChg>
        <pc:spChg chg="del">
          <ac:chgData name="Goethel, Moritz" userId="310144ca-c1c3-45b4-be1d-abfb30ac7548" providerId="ADAL" clId="{A600174E-EA43-4471-813E-896CA05C8581}" dt="2026-07-06T14:09:44.067" v="190" actId="478"/>
          <ac:spMkLst>
            <pc:docMk/>
            <pc:sldMk cId="0" sldId="264"/>
            <ac:spMk id="13" creationId="{00000000-0000-0000-0000-000000000000}"/>
          </ac:spMkLst>
        </pc:spChg>
        <pc:spChg chg="del mod">
          <ac:chgData name="Goethel, Moritz" userId="310144ca-c1c3-45b4-be1d-abfb30ac7548" providerId="ADAL" clId="{A600174E-EA43-4471-813E-896CA05C8581}" dt="2026-07-06T14:09:44.067" v="190" actId="478"/>
          <ac:spMkLst>
            <pc:docMk/>
            <pc:sldMk cId="0" sldId="264"/>
            <ac:spMk id="14" creationId="{00000000-0000-0000-0000-000000000000}"/>
          </ac:spMkLst>
        </pc:spChg>
        <pc:picChg chg="add mod modCrop">
          <ac:chgData name="Goethel, Moritz" userId="310144ca-c1c3-45b4-be1d-abfb30ac7548" providerId="ADAL" clId="{A600174E-EA43-4471-813E-896CA05C8581}" dt="2026-07-06T14:09:37.316" v="189" actId="1076"/>
          <ac:picMkLst>
            <pc:docMk/>
            <pc:sldMk cId="0" sldId="264"/>
            <ac:picMk id="16" creationId="{738806F1-5AD8-E5D3-EA2E-48F356D3939B}"/>
          </ac:picMkLst>
        </pc:picChg>
      </pc:sldChg>
      <pc:sldChg chg="delSp modSp mod">
        <pc:chgData name="Goethel, Moritz" userId="310144ca-c1c3-45b4-be1d-abfb30ac7548" providerId="ADAL" clId="{A600174E-EA43-4471-813E-896CA05C8581}" dt="2026-07-06T14:10:10.837" v="194" actId="1076"/>
        <pc:sldMkLst>
          <pc:docMk/>
          <pc:sldMk cId="0" sldId="265"/>
        </pc:sldMkLst>
        <pc:spChg chg="mod">
          <ac:chgData name="Goethel, Moritz" userId="310144ca-c1c3-45b4-be1d-abfb30ac7548" providerId="ADAL" clId="{A600174E-EA43-4471-813E-896CA05C8581}" dt="2026-07-06T13:57:59.806" v="164" actId="27636"/>
          <ac:spMkLst>
            <pc:docMk/>
            <pc:sldMk cId="0" sldId="265"/>
            <ac:spMk id="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04" v="161" actId="27636"/>
          <ac:spMkLst>
            <pc:docMk/>
            <pc:sldMk cId="0" sldId="265"/>
            <ac:spMk id="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02" v="160" actId="27636"/>
          <ac:spMkLst>
            <pc:docMk/>
            <pc:sldMk cId="0" sldId="265"/>
            <ac:spMk id="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98" v="158" actId="27636"/>
          <ac:spMkLst>
            <pc:docMk/>
            <pc:sldMk cId="0" sldId="265"/>
            <ac:spMk id="6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09" v="167" actId="27636"/>
          <ac:spMkLst>
            <pc:docMk/>
            <pc:sldMk cId="0" sldId="265"/>
            <ac:spMk id="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01" v="159" actId="27636"/>
          <ac:spMkLst>
            <pc:docMk/>
            <pc:sldMk cId="0" sldId="265"/>
            <ac:spMk id="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06" v="165" actId="2763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795" v="156" actId="27636"/>
          <ac:spMkLst>
            <pc:docMk/>
            <pc:sldMk cId="0" sldId="265"/>
            <ac:spMk id="12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4:10:10.837" v="194" actId="1076"/>
          <ac:spMkLst>
            <pc:docMk/>
            <pc:sldMk cId="0" sldId="265"/>
            <ac:spMk id="1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4:10:10.837" v="194" actId="1076"/>
          <ac:spMkLst>
            <pc:docMk/>
            <pc:sldMk cId="0" sldId="265"/>
            <ac:spMk id="1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4:10:10.837" v="194" actId="1076"/>
          <ac:spMkLst>
            <pc:docMk/>
            <pc:sldMk cId="0" sldId="265"/>
            <ac:spMk id="15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4:10:10.837" v="194" actId="1076"/>
          <ac:spMkLst>
            <pc:docMk/>
            <pc:sldMk cId="0" sldId="265"/>
            <ac:spMk id="16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4:10:10.837" v="194" actId="1076"/>
          <ac:spMkLst>
            <pc:docMk/>
            <pc:sldMk cId="0" sldId="265"/>
            <ac:spMk id="1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4:10:10.837" v="194" actId="1076"/>
          <ac:spMkLst>
            <pc:docMk/>
            <pc:sldMk cId="0" sldId="265"/>
            <ac:spMk id="18" creationId="{00000000-0000-0000-0000-000000000000}"/>
          </ac:spMkLst>
        </pc:spChg>
        <pc:spChg chg="del">
          <ac:chgData name="Goethel, Moritz" userId="310144ca-c1c3-45b4-be1d-abfb30ac7548" providerId="ADAL" clId="{A600174E-EA43-4471-813E-896CA05C8581}" dt="2026-07-06T14:10:02.129" v="193" actId="478"/>
          <ac:spMkLst>
            <pc:docMk/>
            <pc:sldMk cId="0" sldId="265"/>
            <ac:spMk id="19" creationId="{00000000-0000-0000-0000-000000000000}"/>
          </ac:spMkLst>
        </pc:spChg>
        <pc:spChg chg="del mod">
          <ac:chgData name="Goethel, Moritz" userId="310144ca-c1c3-45b4-be1d-abfb30ac7548" providerId="ADAL" clId="{A600174E-EA43-4471-813E-896CA05C8581}" dt="2026-07-06T14:10:02.129" v="193" actId="478"/>
          <ac:spMkLst>
            <pc:docMk/>
            <pc:sldMk cId="0" sldId="265"/>
            <ac:spMk id="20" creationId="{00000000-0000-0000-0000-000000000000}"/>
          </ac:spMkLst>
        </pc:spChg>
      </pc:sldChg>
      <pc:sldChg chg="delSp modSp del mod">
        <pc:chgData name="Goethel, Moritz" userId="310144ca-c1c3-45b4-be1d-abfb30ac7548" providerId="ADAL" clId="{A600174E-EA43-4471-813E-896CA05C8581}" dt="2026-07-06T14:09:58.857" v="192" actId="47"/>
        <pc:sldMkLst>
          <pc:docMk/>
          <pc:sldMk cId="0" sldId="266"/>
        </pc:sldMkLst>
        <pc:spChg chg="mod">
          <ac:chgData name="Goethel, Moritz" userId="310144ca-c1c3-45b4-be1d-abfb30ac7548" providerId="ADAL" clId="{A600174E-EA43-4471-813E-896CA05C8581}" dt="2026-07-06T13:57:59.815" v="171" actId="27636"/>
          <ac:spMkLst>
            <pc:docMk/>
            <pc:sldMk cId="0" sldId="266"/>
            <ac:spMk id="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16" v="174" actId="27636"/>
          <ac:spMkLst>
            <pc:docMk/>
            <pc:sldMk cId="0" sldId="266"/>
            <ac:spMk id="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16" v="173" actId="27636"/>
          <ac:spMkLst>
            <pc:docMk/>
            <pc:sldMk cId="0" sldId="266"/>
            <ac:spMk id="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14" v="170" actId="27636"/>
          <ac:spMkLst>
            <pc:docMk/>
            <pc:sldMk cId="0" sldId="266"/>
            <ac:spMk id="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12" v="168" actId="276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23" v="179" actId="27636"/>
          <ac:spMkLst>
            <pc:docMk/>
            <pc:sldMk cId="0" sldId="266"/>
            <ac:spMk id="12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16" v="172" actId="27636"/>
          <ac:spMkLst>
            <pc:docMk/>
            <pc:sldMk cId="0" sldId="266"/>
            <ac:spMk id="13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19" v="175" actId="27636"/>
          <ac:spMkLst>
            <pc:docMk/>
            <pc:sldMk cId="0" sldId="266"/>
            <ac:spMk id="14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24" v="180" actId="27636"/>
          <ac:spMkLst>
            <pc:docMk/>
            <pc:sldMk cId="0" sldId="266"/>
            <ac:spMk id="16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21" v="177" actId="27636"/>
          <ac:spMkLst>
            <pc:docMk/>
            <pc:sldMk cId="0" sldId="266"/>
            <ac:spMk id="17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14" v="169" actId="27636"/>
          <ac:spMkLst>
            <pc:docMk/>
            <pc:sldMk cId="0" sldId="266"/>
            <ac:spMk id="18" creationId="{00000000-0000-0000-0000-000000000000}"/>
          </ac:spMkLst>
        </pc:spChg>
        <pc:spChg chg="mod">
          <ac:chgData name="Goethel, Moritz" userId="310144ca-c1c3-45b4-be1d-abfb30ac7548" providerId="ADAL" clId="{A600174E-EA43-4471-813E-896CA05C8581}" dt="2026-07-06T13:57:59.820" v="176" actId="27636"/>
          <ac:spMkLst>
            <pc:docMk/>
            <pc:sldMk cId="0" sldId="266"/>
            <ac:spMk id="20" creationId="{00000000-0000-0000-0000-000000000000}"/>
          </ac:spMkLst>
        </pc:spChg>
        <pc:spChg chg="del">
          <ac:chgData name="Goethel, Moritz" userId="310144ca-c1c3-45b4-be1d-abfb30ac7548" providerId="ADAL" clId="{A600174E-EA43-4471-813E-896CA05C8581}" dt="2026-07-06T14:09:46.844" v="191" actId="478"/>
          <ac:spMkLst>
            <pc:docMk/>
            <pc:sldMk cId="0" sldId="266"/>
            <ac:spMk id="21" creationId="{00000000-0000-0000-0000-000000000000}"/>
          </ac:spMkLst>
        </pc:spChg>
        <pc:spChg chg="del mod">
          <ac:chgData name="Goethel, Moritz" userId="310144ca-c1c3-45b4-be1d-abfb30ac7548" providerId="ADAL" clId="{A600174E-EA43-4471-813E-896CA05C8581}" dt="2026-07-06T14:09:46.844" v="191" actId="478"/>
          <ac:spMkLst>
            <pc:docMk/>
            <pc:sldMk cId="0" sldId="266"/>
            <ac:spMk id="2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23835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CAMP4 automates the configuration of SAP S/4HANA Public Cloud end to end. Today: what it does, how it works, and what the business case looks like. Status: working prototype on a production-grade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cloud implementation repeats the same manual work: hundreds of SSCUI screens, thousands of rows, typed by consultants. It is slow, error-prone, and scales only with headcount.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products split the work. x-Ray mass-exports the ECC tables and checks data quality, the Knowledge Builder learns the tenant configuration and maps it, the Config Bot executes it. The hand-off is a portable export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two — three automated steps: inventory every SSCUI, let AI vision read each screen structure and complexity, then map the existing ECC configuration onto the cloud fields. Complex screens get a recorded navigation path. Everything is bundled into one portable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three picks the right strategy per screen: direct keyboard entry for simple tables, recorded replays for dialogs and wizards, AI vision when layouts shift. The operator keeps control of login, confirmation and save — with a full audit trail.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is used where rules break. Haiku triages screen complexity cheaply at scale; Sonnet reads forms into structured field maps, recovers replays visually when coordinates drift, and resolves non-obvious field renames. Model choice per task keeps cost proportional to difficulty.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screen, 15 to 45 minutes become 1 to 3. Across 200 to 1,000+ screens that is a 10 to 15 times reduction — and the error rate drops below one percent because every entry is scripted, confirmed and logged.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not an RPA platform play — no licenses, no fragile selectors. It is specialized for SAP's proprietary UI, and it produces reusable, auditable artifacts: recordings and portable packages.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applications run today against a live tenant — these are the actual desktop apps. A live end-to-end demo is available as a follow-up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Beyond execution, Diate is in planning: a recommendation engine that combines configuration tables with transactional usage data to propose what to migrate and what to retire — for example, material groups unused for years are excluded. CAMP5 and CAMP6 are the next expansion stages of the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38200"/>
            <a:ext cx="388505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30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BRIEFING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16179800" y="838200"/>
            <a:ext cx="1136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2026</a:t>
            </a:r>
            <a:endParaRPr lang="en-US" sz="1950" dirty="0"/>
          </a:p>
        </p:txBody>
      </p:sp>
      <p:sp>
        <p:nvSpPr>
          <p:cNvPr id="4" name="Shape 2"/>
          <p:cNvSpPr/>
          <p:nvPr/>
        </p:nvSpPr>
        <p:spPr>
          <a:xfrm>
            <a:off x="1047750" y="3374231"/>
            <a:ext cx="1333500" cy="11430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1047750" y="3869531"/>
            <a:ext cx="17811750" cy="19383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5750" b="1" kern="0" spc="-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CAMP4</a:t>
            </a:r>
            <a:endParaRPr lang="en-US" sz="15750" dirty="0"/>
          </a:p>
        </p:txBody>
      </p:sp>
      <p:sp>
        <p:nvSpPr>
          <p:cNvPr id="6" name="Text 4"/>
          <p:cNvSpPr/>
          <p:nvPr/>
        </p:nvSpPr>
        <p:spPr>
          <a:xfrm>
            <a:off x="1047750" y="6150769"/>
            <a:ext cx="1781175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600" dirty="0">
                <a:solidFill>
                  <a:srgbClr val="D7DB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SAP Public Cloud Configuration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1047750" y="8915400"/>
            <a:ext cx="16192500" cy="9525"/>
          </a:xfrm>
          <a:prstGeom prst="rect">
            <a:avLst/>
          </a:prstGeom>
          <a:solidFill>
            <a:srgbClr val="2C2C2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47750" y="9229725"/>
            <a:ext cx="33927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9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S/4HANA Public Cloud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1752104" y="9229725"/>
            <a:ext cx="603696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9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 · Production-grade architecture</a:t>
            </a:r>
            <a:endParaRPr lang="en-US" sz="1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19162"/>
            <a:ext cx="133350" cy="13335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1333500" y="838200"/>
            <a:ext cx="4089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225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47750" y="1304925"/>
            <a:ext cx="17811750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700" b="1" kern="0" spc="-112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047750" y="2331720"/>
            <a:ext cx="14519910" cy="9496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S/4HANA Public Cloud implementation is configured by hand in SSCUIs — SAP's self-service configuration screens. Hundreds of tables, thousands of rows, typed field by field.</a:t>
            </a:r>
            <a:endParaRPr lang="en-US" sz="2475" dirty="0"/>
          </a:p>
        </p:txBody>
      </p:sp>
      <p:sp>
        <p:nvSpPr>
          <p:cNvPr id="6" name="Text 4"/>
          <p:cNvSpPr/>
          <p:nvPr/>
        </p:nvSpPr>
        <p:spPr>
          <a:xfrm>
            <a:off x="1047750" y="3433763"/>
            <a:ext cx="17811750" cy="4248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1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effort repeats for every project and scales only with headcount.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047750" y="7385685"/>
            <a:ext cx="5041900" cy="9525"/>
          </a:xfrm>
          <a:prstGeom prst="rect">
            <a:avLst/>
          </a:prstGeom>
          <a:solidFill>
            <a:srgbClr val="E3E5E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47750" y="7700010"/>
            <a:ext cx="554609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200–1,000+</a:t>
            </a:r>
            <a:endParaRPr lang="en-US" sz="6300" dirty="0"/>
          </a:p>
        </p:txBody>
      </p:sp>
      <p:sp>
        <p:nvSpPr>
          <p:cNvPr id="9" name="Text 7"/>
          <p:cNvSpPr/>
          <p:nvPr/>
        </p:nvSpPr>
        <p:spPr>
          <a:xfrm>
            <a:off x="1047750" y="8652510"/>
            <a:ext cx="5546090" cy="39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25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SSCUI screens per implementation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6623050" y="7385685"/>
            <a:ext cx="5041900" cy="9525"/>
          </a:xfrm>
          <a:prstGeom prst="rect">
            <a:avLst/>
          </a:prstGeom>
          <a:solidFill>
            <a:srgbClr val="E3E5E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6623050" y="7700010"/>
            <a:ext cx="554609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15–45 min</a:t>
            </a:r>
            <a:endParaRPr lang="en-US" sz="6300" dirty="0"/>
          </a:p>
        </p:txBody>
      </p:sp>
      <p:sp>
        <p:nvSpPr>
          <p:cNvPr id="12" name="Text 10"/>
          <p:cNvSpPr/>
          <p:nvPr/>
        </p:nvSpPr>
        <p:spPr>
          <a:xfrm>
            <a:off x="6623050" y="8652510"/>
            <a:ext cx="5546090" cy="39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25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effort per screen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12198350" y="7385685"/>
            <a:ext cx="5041900" cy="9525"/>
          </a:xfrm>
          <a:prstGeom prst="rect">
            <a:avLst/>
          </a:prstGeom>
          <a:solidFill>
            <a:srgbClr val="E3E5E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12198350" y="7700010"/>
            <a:ext cx="554609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5–8%</a:t>
            </a:r>
            <a:endParaRPr lang="en-US" sz="6300" dirty="0"/>
          </a:p>
        </p:txBody>
      </p:sp>
      <p:sp>
        <p:nvSpPr>
          <p:cNvPr id="15" name="Text 13"/>
          <p:cNvSpPr/>
          <p:nvPr/>
        </p:nvSpPr>
        <p:spPr>
          <a:xfrm>
            <a:off x="12198350" y="8652510"/>
            <a:ext cx="5193157" cy="758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25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manual error rate — typos and row drift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1047750" y="9715500"/>
            <a:ext cx="114300" cy="11430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1314450" y="9639300"/>
            <a:ext cx="592642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CAMP4 · Automated SAP Public Cloud Configuration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19162"/>
            <a:ext cx="133350" cy="13335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1333500" y="838200"/>
            <a:ext cx="4089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225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47750" y="1304925"/>
            <a:ext cx="17811750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700" b="1" kern="0" spc="-112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047750" y="2331720"/>
            <a:ext cx="15506700" cy="4938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products split the work: one delivers the data, one learns the configuration, one executes it.</a:t>
            </a:r>
            <a:endParaRPr lang="en-US" sz="2475" dirty="0"/>
          </a:p>
        </p:txBody>
      </p:sp>
      <p:sp>
        <p:nvSpPr>
          <p:cNvPr id="6" name="Shape 4"/>
          <p:cNvSpPr/>
          <p:nvPr/>
        </p:nvSpPr>
        <p:spPr>
          <a:xfrm>
            <a:off x="1047750" y="3320891"/>
            <a:ext cx="2088515" cy="2663190"/>
          </a:xfrm>
          <a:prstGeom prst="rect">
            <a:avLst/>
          </a:prstGeom>
          <a:solidFill>
            <a:srgbClr val="F4F5F4"/>
          </a:solidFill>
          <a:ln w="9525">
            <a:solidFill>
              <a:srgbClr val="E3E5E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1285875" y="3980021"/>
            <a:ext cx="177349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5875" y="4322921"/>
            <a:ext cx="1773491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25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ECC</a:t>
            </a:r>
            <a:endParaRPr lang="en-US" sz="2025" dirty="0"/>
          </a:p>
        </p:txBody>
      </p:sp>
      <p:sp>
        <p:nvSpPr>
          <p:cNvPr id="9" name="Text 7"/>
          <p:cNvSpPr/>
          <p:nvPr/>
        </p:nvSpPr>
        <p:spPr>
          <a:xfrm>
            <a:off x="1285875" y="4707731"/>
            <a:ext cx="1688465" cy="655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on-premise, SM30 tables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231515" y="4442936"/>
            <a:ext cx="4381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85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3688715" y="3320891"/>
            <a:ext cx="2568575" cy="2663190"/>
          </a:xfrm>
          <a:prstGeom prst="rect">
            <a:avLst/>
          </a:prstGeom>
          <a:solidFill>
            <a:srgbClr val="10101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3917315" y="3815715"/>
            <a:ext cx="232251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917315" y="4158615"/>
            <a:ext cx="232251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x-Ray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3917315" y="4563428"/>
            <a:ext cx="2187575" cy="963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B8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ECC export + data quality analytics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52540" y="4442936"/>
            <a:ext cx="4381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85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6809740" y="3320891"/>
            <a:ext cx="2568575" cy="2663190"/>
          </a:xfrm>
          <a:prstGeom prst="rect">
            <a:avLst/>
          </a:prstGeom>
          <a:solidFill>
            <a:srgbClr val="10101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7038340" y="3805714"/>
            <a:ext cx="232251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038340" y="4148614"/>
            <a:ext cx="2187575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Builder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7038340" y="4882039"/>
            <a:ext cx="2187575" cy="655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B8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learns and maps the tenant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473565" y="4442936"/>
            <a:ext cx="4381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85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50" dirty="0"/>
          </a:p>
        </p:txBody>
      </p:sp>
      <p:sp>
        <p:nvSpPr>
          <p:cNvPr id="21" name="Shape 19"/>
          <p:cNvSpPr/>
          <p:nvPr/>
        </p:nvSpPr>
        <p:spPr>
          <a:xfrm>
            <a:off x="9930765" y="3320891"/>
            <a:ext cx="1547495" cy="2663190"/>
          </a:xfrm>
          <a:prstGeom prst="rect">
            <a:avLst/>
          </a:prstGeom>
          <a:ln w="19050">
            <a:solidFill>
              <a:srgbClr val="26890D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10159365" y="3549491"/>
            <a:ext cx="116649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HAND-OFF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159365" y="4159091"/>
            <a:ext cx="1166495" cy="632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package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159365" y="4829651"/>
            <a:ext cx="1166495" cy="963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· Excel · recordings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573510" y="4442936"/>
            <a:ext cx="4381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85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50" dirty="0"/>
          </a:p>
        </p:txBody>
      </p:sp>
      <p:sp>
        <p:nvSpPr>
          <p:cNvPr id="26" name="Shape 24"/>
          <p:cNvSpPr/>
          <p:nvPr/>
        </p:nvSpPr>
        <p:spPr>
          <a:xfrm>
            <a:off x="12030710" y="3320891"/>
            <a:ext cx="2568575" cy="2663190"/>
          </a:xfrm>
          <a:prstGeom prst="rect">
            <a:avLst/>
          </a:prstGeom>
          <a:solidFill>
            <a:srgbClr val="10101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7" name="Text 25"/>
          <p:cNvSpPr/>
          <p:nvPr/>
        </p:nvSpPr>
        <p:spPr>
          <a:xfrm>
            <a:off x="12259310" y="3970020"/>
            <a:ext cx="232251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259310" y="4312920"/>
            <a:ext cx="232251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Bot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2259310" y="4717732"/>
            <a:ext cx="2187575" cy="655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B8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the configuration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4694536" y="4442936"/>
            <a:ext cx="4381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85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50" dirty="0"/>
          </a:p>
        </p:txBody>
      </p:sp>
      <p:sp>
        <p:nvSpPr>
          <p:cNvPr id="31" name="Shape 29"/>
          <p:cNvSpPr/>
          <p:nvPr/>
        </p:nvSpPr>
        <p:spPr>
          <a:xfrm>
            <a:off x="15151736" y="3320891"/>
            <a:ext cx="2088515" cy="2663190"/>
          </a:xfrm>
          <a:prstGeom prst="rect">
            <a:avLst/>
          </a:prstGeom>
          <a:solidFill>
            <a:srgbClr val="F4F5F4"/>
          </a:solidFill>
          <a:ln w="9525">
            <a:solidFill>
              <a:srgbClr val="E3E5E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Text 30"/>
          <p:cNvSpPr/>
          <p:nvPr/>
        </p:nvSpPr>
        <p:spPr>
          <a:xfrm>
            <a:off x="15389861" y="3825716"/>
            <a:ext cx="177349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5389861" y="4168616"/>
            <a:ext cx="1688465" cy="655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25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S/4HANA Cloud</a:t>
            </a:r>
            <a:endParaRPr lang="en-US" sz="2025" dirty="0"/>
          </a:p>
        </p:txBody>
      </p:sp>
      <p:sp>
        <p:nvSpPr>
          <p:cNvPr id="34" name="Text 32"/>
          <p:cNvSpPr/>
          <p:nvPr/>
        </p:nvSpPr>
        <p:spPr>
          <a:xfrm>
            <a:off x="15389861" y="4862036"/>
            <a:ext cx="1688465" cy="655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configured tenant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047750" y="7471410"/>
            <a:ext cx="554609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D42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x-Ray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1047750" y="7880985"/>
            <a:ext cx="5193157" cy="1529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025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Mass-exports the existing ECC configuration tables and applies analytics to assess data quality — the data feed for the pipeline.</a:t>
            </a:r>
            <a:endParaRPr lang="en-US" sz="2025" dirty="0"/>
          </a:p>
        </p:txBody>
      </p:sp>
      <p:sp>
        <p:nvSpPr>
          <p:cNvPr id="37" name="Text 35"/>
          <p:cNvSpPr/>
          <p:nvPr/>
        </p:nvSpPr>
        <p:spPr>
          <a:xfrm>
            <a:off x="6623050" y="7471410"/>
            <a:ext cx="554609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D42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Knowledge Builder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6623050" y="7880985"/>
            <a:ext cx="5193157" cy="11568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025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Crawls every SSCUI, reads structure and complexity with AI vision, and maps the ECC values onto the cloud fields.</a:t>
            </a:r>
            <a:endParaRPr lang="en-US" sz="2025" dirty="0"/>
          </a:p>
        </p:txBody>
      </p:sp>
      <p:sp>
        <p:nvSpPr>
          <p:cNvPr id="39" name="Text 37"/>
          <p:cNvSpPr/>
          <p:nvPr/>
        </p:nvSpPr>
        <p:spPr>
          <a:xfrm>
            <a:off x="12198350" y="7471410"/>
            <a:ext cx="554609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D42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Config Bot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2198350" y="7880985"/>
            <a:ext cx="5193157" cy="11568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025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Loads the package and performs the configuration in the live tenant — logging every step.</a:t>
            </a:r>
            <a:endParaRPr lang="en-US" sz="2025" dirty="0"/>
          </a:p>
        </p:txBody>
      </p:sp>
      <p:sp>
        <p:nvSpPr>
          <p:cNvPr id="41" name="Shape 39"/>
          <p:cNvSpPr/>
          <p:nvPr/>
        </p:nvSpPr>
        <p:spPr>
          <a:xfrm>
            <a:off x="1047750" y="9715500"/>
            <a:ext cx="114300" cy="11430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2" name="Text 40"/>
          <p:cNvSpPr/>
          <p:nvPr/>
        </p:nvSpPr>
        <p:spPr>
          <a:xfrm>
            <a:off x="1314450" y="9639300"/>
            <a:ext cx="592642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CAMP4 · Automated SAP Public Cloud Configuration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19162"/>
            <a:ext cx="133350" cy="13335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1333500" y="838200"/>
            <a:ext cx="4089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225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47750" y="1304925"/>
            <a:ext cx="17811750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700" b="1" kern="0" spc="-112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Builder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047750" y="2331720"/>
            <a:ext cx="14519910" cy="9496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two crawls, analyzes and structures a tenant's entire configuration knowledge — automatically.</a:t>
            </a:r>
            <a:endParaRPr lang="en-US" sz="2475" dirty="0"/>
          </a:p>
        </p:txBody>
      </p:sp>
      <p:sp>
        <p:nvSpPr>
          <p:cNvPr id="6" name="Shape 4"/>
          <p:cNvSpPr/>
          <p:nvPr/>
        </p:nvSpPr>
        <p:spPr>
          <a:xfrm>
            <a:off x="1047750" y="3776662"/>
            <a:ext cx="4864100" cy="2925128"/>
          </a:xfrm>
          <a:prstGeom prst="rect">
            <a:avLst/>
          </a:prstGeom>
          <a:solidFill>
            <a:srgbClr val="FAFBFA"/>
          </a:solidFill>
          <a:ln w="9525">
            <a:solidFill>
              <a:srgbClr val="E3E5E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1400175" y="4129088"/>
            <a:ext cx="457200" cy="457200"/>
          </a:xfrm>
          <a:prstGeom prst="ellipse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362075" y="4129088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400175" y="4738688"/>
            <a:ext cx="457517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CBC Crawler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400175" y="5272088"/>
            <a:ext cx="4284028" cy="11153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Inventories every SSCUI in the Configuration Business Catalog — numbers, names, direct URLs.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102350" y="4996339"/>
            <a:ext cx="49530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6711950" y="3776662"/>
            <a:ext cx="4864100" cy="2925128"/>
          </a:xfrm>
          <a:prstGeom prst="rect">
            <a:avLst/>
          </a:prstGeom>
          <a:solidFill>
            <a:srgbClr val="FAFBFA"/>
          </a:solidFill>
          <a:ln w="9525">
            <a:solidFill>
              <a:srgbClr val="E3E5E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7064375" y="4129088"/>
            <a:ext cx="457200" cy="457200"/>
          </a:xfrm>
          <a:prstGeom prst="ellipse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7026275" y="4129088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7064375" y="4738688"/>
            <a:ext cx="457517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Crawler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7064375" y="5272088"/>
            <a:ext cx="4284027" cy="11153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each screen; Claude Vision reads field structure, tab order and complexity level.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766550" y="4996339"/>
            <a:ext cx="49530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18" name="Shape 16"/>
          <p:cNvSpPr/>
          <p:nvPr/>
        </p:nvSpPr>
        <p:spPr>
          <a:xfrm>
            <a:off x="12376150" y="3776662"/>
            <a:ext cx="4864100" cy="2925128"/>
          </a:xfrm>
          <a:prstGeom prst="rect">
            <a:avLst/>
          </a:prstGeom>
          <a:solidFill>
            <a:srgbClr val="FAFBFA"/>
          </a:solidFill>
          <a:ln w="9525">
            <a:solidFill>
              <a:srgbClr val="E3E5E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12728575" y="4129088"/>
            <a:ext cx="457200" cy="457200"/>
          </a:xfrm>
          <a:prstGeom prst="ellipse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2690475" y="4129088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2728575" y="4738688"/>
            <a:ext cx="457517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ECC Mapper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2728575" y="5272088"/>
            <a:ext cx="4284028" cy="11153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the existing on-premise configuration values onto the S/4HANA Cloud fields.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047750" y="7068502"/>
            <a:ext cx="337131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Complexity, classified by AI: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4417377" y="7044690"/>
            <a:ext cx="482917" cy="342900"/>
          </a:xfrm>
          <a:prstGeom prst="rect">
            <a:avLst/>
          </a:prstGeom>
          <a:solidFill>
            <a:srgbClr val="E2EFD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4531677" y="7082790"/>
            <a:ext cx="30260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A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014595" y="7068502"/>
            <a:ext cx="133273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table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6530975" y="7044690"/>
            <a:ext cx="482917" cy="342900"/>
          </a:xfrm>
          <a:prstGeom prst="rect">
            <a:avLst/>
          </a:prstGeom>
          <a:solidFill>
            <a:srgbClr val="E2EFD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6645275" y="7082790"/>
            <a:ext cx="30260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A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128193" y="7068502"/>
            <a:ext cx="540761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dialog navigation — recorded once, replayed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2349004" y="7044690"/>
            <a:ext cx="482917" cy="342900"/>
          </a:xfrm>
          <a:prstGeom prst="rect">
            <a:avLst/>
          </a:prstGeom>
          <a:solidFill>
            <a:srgbClr val="E2EFD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12463304" y="7082790"/>
            <a:ext cx="30260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A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946221" y="7068502"/>
            <a:ext cx="204381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wizard</a:t>
            </a:r>
            <a:endParaRPr lang="en-US" sz="1950" dirty="0"/>
          </a:p>
        </p:txBody>
      </p:sp>
      <p:sp>
        <p:nvSpPr>
          <p:cNvPr id="33" name="Shape 31"/>
          <p:cNvSpPr/>
          <p:nvPr/>
        </p:nvSpPr>
        <p:spPr>
          <a:xfrm>
            <a:off x="1047750" y="8390096"/>
            <a:ext cx="16192500" cy="982504"/>
          </a:xfrm>
          <a:prstGeom prst="rect">
            <a:avLst/>
          </a:prstGeom>
          <a:solidFill>
            <a:srgbClr val="10101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4" name="Text 32"/>
          <p:cNvSpPr/>
          <p:nvPr/>
        </p:nvSpPr>
        <p:spPr>
          <a:xfrm>
            <a:off x="1466850" y="8747919"/>
            <a:ext cx="118745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2844800" y="8694896"/>
            <a:ext cx="14205045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portable export package — metadata, Excel mappings and recorded navigation for complex screens.</a:t>
            </a:r>
            <a:endParaRPr lang="en-US" sz="2175" dirty="0"/>
          </a:p>
        </p:txBody>
      </p:sp>
      <p:sp>
        <p:nvSpPr>
          <p:cNvPr id="36" name="Shape 34"/>
          <p:cNvSpPr/>
          <p:nvPr/>
        </p:nvSpPr>
        <p:spPr>
          <a:xfrm>
            <a:off x="1047750" y="9715500"/>
            <a:ext cx="114300" cy="11430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7" name="Text 35"/>
          <p:cNvSpPr/>
          <p:nvPr/>
        </p:nvSpPr>
        <p:spPr>
          <a:xfrm>
            <a:off x="1314450" y="9639300"/>
            <a:ext cx="592642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CAMP4 · Automated SAP Public Cloud Configuration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19162"/>
            <a:ext cx="133350" cy="13335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1333500" y="838200"/>
            <a:ext cx="4089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225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47750" y="1304925"/>
            <a:ext cx="17811750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700" b="1" kern="0" spc="-112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Bot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047750" y="2331720"/>
            <a:ext cx="14519910" cy="9496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three loads the export package and performs the configuration in the live tenant — choosing the right mode per screen.</a:t>
            </a:r>
            <a:endParaRPr lang="en-US" sz="2475" dirty="0"/>
          </a:p>
        </p:txBody>
      </p:sp>
      <p:sp>
        <p:nvSpPr>
          <p:cNvPr id="6" name="Shape 4"/>
          <p:cNvSpPr/>
          <p:nvPr/>
        </p:nvSpPr>
        <p:spPr>
          <a:xfrm>
            <a:off x="1047750" y="3776662"/>
            <a:ext cx="5118100" cy="3344228"/>
          </a:xfrm>
          <a:prstGeom prst="rect">
            <a:avLst/>
          </a:prstGeom>
          <a:solidFill>
            <a:srgbClr val="FAFBFA"/>
          </a:solidFill>
          <a:ln w="9525">
            <a:solidFill>
              <a:srgbClr val="E3E5E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1400175" y="4129088"/>
            <a:ext cx="457200" cy="457200"/>
          </a:xfrm>
          <a:prstGeom prst="ellipse">
            <a:avLst/>
          </a:prstGeom>
          <a:ln w="28575">
            <a:solidFill>
              <a:srgbClr val="26890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390650" y="4157663"/>
            <a:ext cx="4762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42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00175" y="4738688"/>
            <a:ext cx="485457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Navigation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400175" y="5272088"/>
            <a:ext cx="4545647" cy="11153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values straight into tables via keyboard navigation — fast and deterministic.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400175" y="6501765"/>
            <a:ext cx="485457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A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L1 · direct tables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584950" y="3776662"/>
            <a:ext cx="5118100" cy="3344228"/>
          </a:xfrm>
          <a:prstGeom prst="rect">
            <a:avLst/>
          </a:prstGeom>
          <a:solidFill>
            <a:srgbClr val="FAFBFA"/>
          </a:solidFill>
          <a:ln w="9525">
            <a:solidFill>
              <a:srgbClr val="E3E5E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6937375" y="4129088"/>
            <a:ext cx="457200" cy="457200"/>
          </a:xfrm>
          <a:prstGeom prst="ellipse">
            <a:avLst/>
          </a:prstGeom>
          <a:ln w="28575">
            <a:solidFill>
              <a:srgbClr val="26890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6927850" y="4157663"/>
            <a:ext cx="4762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42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937375" y="4738688"/>
            <a:ext cx="485457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Mode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6937375" y="5272088"/>
            <a:ext cx="4545648" cy="756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Replays the recorded navigation path from the library, then enters the data.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6937375" y="6501765"/>
            <a:ext cx="485457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A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L2–L3 · dialogs and wizards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2122150" y="3776662"/>
            <a:ext cx="5118100" cy="3344228"/>
          </a:xfrm>
          <a:prstGeom prst="rect">
            <a:avLst/>
          </a:prstGeom>
          <a:solidFill>
            <a:srgbClr val="FAFBFA"/>
          </a:solidFill>
          <a:ln w="9525">
            <a:solidFill>
              <a:srgbClr val="E3E5E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12474575" y="4129088"/>
            <a:ext cx="457200" cy="457200"/>
          </a:xfrm>
          <a:prstGeom prst="ellipse">
            <a:avLst/>
          </a:prstGeom>
          <a:ln w="28575">
            <a:solidFill>
              <a:srgbClr val="26890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2465050" y="4157663"/>
            <a:ext cx="4762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42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74575" y="4738688"/>
            <a:ext cx="485457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Mode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2474575" y="5272088"/>
            <a:ext cx="4545647" cy="11153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Vision reads the screen and locates fields and checkboxes dynamically.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2474575" y="6501765"/>
            <a:ext cx="485457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A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complex forms · fallback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47750" y="8477250"/>
            <a:ext cx="16192500" cy="895350"/>
          </a:xfrm>
          <a:prstGeom prst="rect">
            <a:avLst/>
          </a:prstGeom>
          <a:solidFill>
            <a:srgbClr val="F4F5F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1466850" y="8791575"/>
            <a:ext cx="311897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0B3A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IN THE LOOP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721384" y="8777288"/>
            <a:ext cx="160410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login</a:t>
            </a:r>
            <a:endParaRPr lang="en-US" sz="2025" dirty="0"/>
          </a:p>
        </p:txBody>
      </p:sp>
      <p:sp>
        <p:nvSpPr>
          <p:cNvPr id="27" name="Text 25"/>
          <p:cNvSpPr/>
          <p:nvPr/>
        </p:nvSpPr>
        <p:spPr>
          <a:xfrm>
            <a:off x="6389211" y="8763000"/>
            <a:ext cx="361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6884511" y="8777288"/>
            <a:ext cx="265779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execution</a:t>
            </a:r>
            <a:endParaRPr lang="en-US" sz="2025" dirty="0"/>
          </a:p>
        </p:txBody>
      </p:sp>
      <p:sp>
        <p:nvSpPr>
          <p:cNvPr id="29" name="Text 27"/>
          <p:cNvSpPr/>
          <p:nvPr/>
        </p:nvSpPr>
        <p:spPr>
          <a:xfrm>
            <a:off x="9510236" y="8763000"/>
            <a:ext cx="361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0005536" y="8777288"/>
            <a:ext cx="438588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Row-by-row confirmation (optional)</a:t>
            </a:r>
            <a:endParaRPr lang="en-US" sz="2025" dirty="0"/>
          </a:p>
        </p:txBody>
      </p:sp>
      <p:sp>
        <p:nvSpPr>
          <p:cNvPr id="31" name="Text 29"/>
          <p:cNvSpPr/>
          <p:nvPr/>
        </p:nvSpPr>
        <p:spPr>
          <a:xfrm>
            <a:off x="14202252" y="8763000"/>
            <a:ext cx="361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14697552" y="8777288"/>
            <a:ext cx="168233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audit trail</a:t>
            </a:r>
            <a:endParaRPr lang="en-US" sz="2025" dirty="0"/>
          </a:p>
        </p:txBody>
      </p:sp>
      <p:sp>
        <p:nvSpPr>
          <p:cNvPr id="33" name="Shape 31"/>
          <p:cNvSpPr/>
          <p:nvPr/>
        </p:nvSpPr>
        <p:spPr>
          <a:xfrm>
            <a:off x="1047750" y="9715500"/>
            <a:ext cx="114300" cy="11430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4" name="Text 32"/>
          <p:cNvSpPr/>
          <p:nvPr/>
        </p:nvSpPr>
        <p:spPr>
          <a:xfrm>
            <a:off x="1314450" y="9639300"/>
            <a:ext cx="592642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CAMP4 · Automated SAP Public Cloud Configuration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19162"/>
            <a:ext cx="133350" cy="13335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1333500" y="838200"/>
            <a:ext cx="4089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225" dirty="0">
                <a:solidFill>
                  <a:srgbClr val="7A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47750" y="1304925"/>
            <a:ext cx="17811750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700" b="1" kern="0" spc="-11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 the Pipeline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047750" y="2331720"/>
            <a:ext cx="15506700" cy="4938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75" dirty="0">
                <a:solidFill>
                  <a:srgbClr val="B8B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models read SAP's screens the way a consultant does — no brittle UI selectors to maintain.</a:t>
            </a:r>
            <a:endParaRPr lang="en-US" sz="2475" dirty="0"/>
          </a:p>
        </p:txBody>
      </p:sp>
      <p:sp>
        <p:nvSpPr>
          <p:cNvPr id="6" name="Shape 4"/>
          <p:cNvSpPr/>
          <p:nvPr/>
        </p:nvSpPr>
        <p:spPr>
          <a:xfrm>
            <a:off x="1047750" y="3835241"/>
            <a:ext cx="16192500" cy="9525"/>
          </a:xfrm>
          <a:prstGeom prst="rect">
            <a:avLst/>
          </a:prstGeom>
          <a:solidFill>
            <a:srgbClr val="2E2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1047750" y="3397091"/>
            <a:ext cx="605599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7A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53200" y="3397091"/>
            <a:ext cx="427482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7A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439400" y="3397091"/>
            <a:ext cx="748093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7A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47750" y="4776311"/>
            <a:ext cx="16192500" cy="9525"/>
          </a:xfrm>
          <a:prstGeom prst="rect">
            <a:avLst/>
          </a:prstGeom>
          <a:solidFill>
            <a:srgbClr val="24242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1047750" y="4134326"/>
            <a:ext cx="605599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 classification</a:t>
            </a:r>
            <a:endParaRPr lang="en-US" sz="2325" dirty="0"/>
          </a:p>
        </p:txBody>
      </p:sp>
      <p:sp>
        <p:nvSpPr>
          <p:cNvPr id="12" name="Text 10"/>
          <p:cNvSpPr/>
          <p:nvPr/>
        </p:nvSpPr>
        <p:spPr>
          <a:xfrm>
            <a:off x="6553200" y="4153376"/>
            <a:ext cx="427482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2175" dirty="0"/>
          </a:p>
        </p:txBody>
      </p:sp>
      <p:sp>
        <p:nvSpPr>
          <p:cNvPr id="13" name="Text 11"/>
          <p:cNvSpPr/>
          <p:nvPr/>
        </p:nvSpPr>
        <p:spPr>
          <a:xfrm>
            <a:off x="10439400" y="4130516"/>
            <a:ext cx="7480935" cy="39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25" dirty="0">
                <a:solidFill>
                  <a:srgbClr val="A9AF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Fast, low-cost triage of every screen into L1–L3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1047750" y="6077426"/>
            <a:ext cx="16192500" cy="9525"/>
          </a:xfrm>
          <a:prstGeom prst="rect">
            <a:avLst/>
          </a:prstGeom>
          <a:solidFill>
            <a:srgbClr val="24242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1047750" y="5255419"/>
            <a:ext cx="605599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recognition</a:t>
            </a:r>
            <a:endParaRPr lang="en-US" sz="2325" dirty="0"/>
          </a:p>
        </p:txBody>
      </p:sp>
      <p:sp>
        <p:nvSpPr>
          <p:cNvPr id="16" name="Text 14"/>
          <p:cNvSpPr/>
          <p:nvPr/>
        </p:nvSpPr>
        <p:spPr>
          <a:xfrm>
            <a:off x="6553200" y="5274469"/>
            <a:ext cx="427482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</a:t>
            </a:r>
            <a:endParaRPr lang="en-US" sz="2175" dirty="0"/>
          </a:p>
        </p:txBody>
      </p:sp>
      <p:sp>
        <p:nvSpPr>
          <p:cNvPr id="17" name="Text 15"/>
          <p:cNvSpPr/>
          <p:nvPr/>
        </p:nvSpPr>
        <p:spPr>
          <a:xfrm>
            <a:off x="10439400" y="5071586"/>
            <a:ext cx="7004876" cy="758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25" dirty="0">
                <a:solidFill>
                  <a:srgbClr val="A9AF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a screenshot into a structured map of fields and checkboxes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1047750" y="7018496"/>
            <a:ext cx="16192500" cy="9525"/>
          </a:xfrm>
          <a:prstGeom prst="rect">
            <a:avLst/>
          </a:prstGeom>
          <a:solidFill>
            <a:srgbClr val="24242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1047750" y="6376511"/>
            <a:ext cx="605599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recovery</a:t>
            </a:r>
            <a:endParaRPr lang="en-US" sz="2325" dirty="0"/>
          </a:p>
        </p:txBody>
      </p:sp>
      <p:sp>
        <p:nvSpPr>
          <p:cNvPr id="20" name="Text 18"/>
          <p:cNvSpPr/>
          <p:nvPr/>
        </p:nvSpPr>
        <p:spPr>
          <a:xfrm>
            <a:off x="6553200" y="6395561"/>
            <a:ext cx="427482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</a:t>
            </a:r>
            <a:endParaRPr lang="en-US" sz="2175" dirty="0"/>
          </a:p>
        </p:txBody>
      </p:sp>
      <p:sp>
        <p:nvSpPr>
          <p:cNvPr id="21" name="Text 19"/>
          <p:cNvSpPr/>
          <p:nvPr/>
        </p:nvSpPr>
        <p:spPr>
          <a:xfrm>
            <a:off x="10439400" y="6372701"/>
            <a:ext cx="7480935" cy="39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25" dirty="0">
                <a:solidFill>
                  <a:srgbClr val="A9AF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Re-finds targets visually when screen coordinates drift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1047750" y="8319611"/>
            <a:ext cx="16192500" cy="9525"/>
          </a:xfrm>
          <a:prstGeom prst="rect">
            <a:avLst/>
          </a:prstGeom>
          <a:solidFill>
            <a:srgbClr val="24242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1047750" y="7497604"/>
            <a:ext cx="605599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ECC field mapping</a:t>
            </a:r>
            <a:endParaRPr lang="en-US" sz="2325" dirty="0"/>
          </a:p>
        </p:txBody>
      </p:sp>
      <p:sp>
        <p:nvSpPr>
          <p:cNvPr id="24" name="Text 22"/>
          <p:cNvSpPr/>
          <p:nvPr/>
        </p:nvSpPr>
        <p:spPr>
          <a:xfrm>
            <a:off x="6553200" y="7516654"/>
            <a:ext cx="427482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</a:t>
            </a:r>
            <a:endParaRPr lang="en-US" sz="2175" dirty="0"/>
          </a:p>
        </p:txBody>
      </p:sp>
      <p:sp>
        <p:nvSpPr>
          <p:cNvPr id="25" name="Text 23"/>
          <p:cNvSpPr/>
          <p:nvPr/>
        </p:nvSpPr>
        <p:spPr>
          <a:xfrm>
            <a:off x="10439400" y="7313771"/>
            <a:ext cx="7004876" cy="758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025" dirty="0">
                <a:solidFill>
                  <a:srgbClr val="A9AF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Resolves non-obvious field renames between ECC and Cloud</a:t>
            </a:r>
            <a:endParaRPr lang="en-US" sz="2025" dirty="0"/>
          </a:p>
        </p:txBody>
      </p:sp>
      <p:sp>
        <p:nvSpPr>
          <p:cNvPr id="26" name="Text 24"/>
          <p:cNvSpPr/>
          <p:nvPr/>
        </p:nvSpPr>
        <p:spPr>
          <a:xfrm>
            <a:off x="1047750" y="8672036"/>
            <a:ext cx="178117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7A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choice per task keeps AI cost proportional to difficulty.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1047750" y="9715500"/>
            <a:ext cx="114300" cy="11430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1314450" y="9639300"/>
            <a:ext cx="592642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A7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CAMP4 · Automated SAP Public Cloud Configuration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19162"/>
            <a:ext cx="133350" cy="13335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1333500" y="838200"/>
            <a:ext cx="4089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225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47750" y="1304925"/>
            <a:ext cx="17811750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700" b="1" kern="0" spc="-112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047750" y="3355657"/>
            <a:ext cx="7837170" cy="2009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7250" b="1" kern="0" spc="-60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10–15×</a:t>
            </a:r>
            <a:endParaRPr lang="en-US" sz="17250" dirty="0"/>
          </a:p>
        </p:txBody>
      </p:sp>
      <p:sp>
        <p:nvSpPr>
          <p:cNvPr id="6" name="Text 4"/>
          <p:cNvSpPr/>
          <p:nvPr/>
        </p:nvSpPr>
        <p:spPr>
          <a:xfrm>
            <a:off x="1047750" y="5555932"/>
            <a:ext cx="783717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than manual configuration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029700" y="2731770"/>
            <a:ext cx="903160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150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EFFORT PER SCREEN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029700" y="3355657"/>
            <a:ext cx="170102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0766584" y="3265170"/>
            <a:ext cx="5094129" cy="476250"/>
          </a:xfrm>
          <a:prstGeom prst="rect">
            <a:avLst/>
          </a:prstGeom>
          <a:solidFill>
            <a:srgbClr val="10101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16051212" y="3198495"/>
            <a:ext cx="1265237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15–45 min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029700" y="4070032"/>
            <a:ext cx="17811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0839450" y="3979545"/>
            <a:ext cx="457200" cy="47625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11487150" y="4065270"/>
            <a:ext cx="102473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1–3 min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029700" y="4951095"/>
            <a:ext cx="903160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150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RATE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029700" y="5508307"/>
            <a:ext cx="17811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0839450" y="5417820"/>
            <a:ext cx="5334000" cy="476250"/>
          </a:xfrm>
          <a:prstGeom prst="rect">
            <a:avLst/>
          </a:prstGeom>
          <a:solidFill>
            <a:srgbClr val="10101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16363950" y="5503545"/>
            <a:ext cx="75819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5–8%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029700" y="6156007"/>
            <a:ext cx="17811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839450" y="6065520"/>
            <a:ext cx="666750" cy="47625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1696700" y="6151245"/>
            <a:ext cx="69151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1%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047750" y="8959215"/>
            <a:ext cx="17811750" cy="4514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325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200–1,000+ screens per implementation, </a:t>
            </a:r>
            <a:r>
              <a:rPr lang="en-US" sz="2325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of consultant time become days.</a:t>
            </a:r>
            <a:endParaRPr lang="en-US" sz="2325" dirty="0"/>
          </a:p>
        </p:txBody>
      </p:sp>
      <p:sp>
        <p:nvSpPr>
          <p:cNvPr id="22" name="Shape 20"/>
          <p:cNvSpPr/>
          <p:nvPr/>
        </p:nvSpPr>
        <p:spPr>
          <a:xfrm>
            <a:off x="1047750" y="9715500"/>
            <a:ext cx="114300" cy="11430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1314450" y="9639300"/>
            <a:ext cx="592642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CAMP4 · Automated SAP Public Cloud Configuration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19162"/>
            <a:ext cx="133350" cy="13335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1333500" y="838200"/>
            <a:ext cx="4089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225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47750" y="1304925"/>
            <a:ext cx="17811750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700" b="1" kern="0" spc="-112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Differentiation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047750" y="2788920"/>
            <a:ext cx="543433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D42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7750" y="3198495"/>
            <a:ext cx="54343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RPA platform</a:t>
            </a:r>
            <a:endParaRPr lang="en-US" sz="2475" dirty="0"/>
          </a:p>
        </p:txBody>
      </p:sp>
      <p:sp>
        <p:nvSpPr>
          <p:cNvPr id="7" name="Text 5"/>
          <p:cNvSpPr/>
          <p:nvPr/>
        </p:nvSpPr>
        <p:spPr>
          <a:xfrm>
            <a:off x="1047750" y="3684270"/>
            <a:ext cx="5088509" cy="756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Lightweight Python stack — no UiPath or Blue Prism licenses and infrastructure.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6673850" y="2788920"/>
            <a:ext cx="543433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D42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673850" y="3198495"/>
            <a:ext cx="54343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</a:t>
            </a:r>
            <a:endParaRPr lang="en-US" sz="2475" dirty="0"/>
          </a:p>
        </p:txBody>
      </p:sp>
      <p:sp>
        <p:nvSpPr>
          <p:cNvPr id="10" name="Text 8"/>
          <p:cNvSpPr/>
          <p:nvPr/>
        </p:nvSpPr>
        <p:spPr>
          <a:xfrm>
            <a:off x="6673850" y="3684270"/>
            <a:ext cx="5088509" cy="11153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analysis instead of fragile CSS selectors — adapts when SAP changes its UI.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2299950" y="2788920"/>
            <a:ext cx="543433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D42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299950" y="3198495"/>
            <a:ext cx="54343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SAP's DOM</a:t>
            </a:r>
            <a:endParaRPr lang="en-US" sz="2475" dirty="0"/>
          </a:p>
        </p:txBody>
      </p:sp>
      <p:sp>
        <p:nvSpPr>
          <p:cNvPr id="13" name="Text 11"/>
          <p:cNvSpPr/>
          <p:nvPr/>
        </p:nvSpPr>
        <p:spPr>
          <a:xfrm>
            <a:off x="12299950" y="3684270"/>
            <a:ext cx="5088509" cy="756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Understands Web Dynpro's proprietary markup, where generic tools fail.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047750" y="5409248"/>
            <a:ext cx="543433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D42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047750" y="5818823"/>
            <a:ext cx="54343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recordings</a:t>
            </a:r>
            <a:endParaRPr lang="en-US" sz="2475" dirty="0"/>
          </a:p>
        </p:txBody>
      </p:sp>
      <p:sp>
        <p:nvSpPr>
          <p:cNvPr id="16" name="Text 14"/>
          <p:cNvSpPr/>
          <p:nvPr/>
        </p:nvSpPr>
        <p:spPr>
          <a:xfrm>
            <a:off x="1047750" y="6304598"/>
            <a:ext cx="5088509" cy="756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Navigation captured once is replayed across projects and tenants.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6673850" y="5409248"/>
            <a:ext cx="543433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D42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6673850" y="5818823"/>
            <a:ext cx="54343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 packages</a:t>
            </a:r>
            <a:endParaRPr lang="en-US" sz="2475" dirty="0"/>
          </a:p>
        </p:txBody>
      </p:sp>
      <p:sp>
        <p:nvSpPr>
          <p:cNvPr id="19" name="Text 17"/>
          <p:cNvSpPr/>
          <p:nvPr/>
        </p:nvSpPr>
        <p:spPr>
          <a:xfrm>
            <a:off x="6673850" y="6304598"/>
            <a:ext cx="5088509" cy="756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 knowledge becomes a transportable, system-independent artifact.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2299950" y="5409248"/>
            <a:ext cx="543433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D42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2299950" y="5818823"/>
            <a:ext cx="54343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and control</a:t>
            </a:r>
            <a:endParaRPr lang="en-US" sz="2475" dirty="0"/>
          </a:p>
        </p:txBody>
      </p:sp>
      <p:sp>
        <p:nvSpPr>
          <p:cNvPr id="22" name="Text 20"/>
          <p:cNvSpPr/>
          <p:nvPr/>
        </p:nvSpPr>
        <p:spPr>
          <a:xfrm>
            <a:off x="12299950" y="6304598"/>
            <a:ext cx="5088509" cy="756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step logged; the operator keeps login, confirmation and save.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047750" y="9715500"/>
            <a:ext cx="114300" cy="11430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1314450" y="9639300"/>
            <a:ext cx="592642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CAMP4 · Automated SAP Public Cloud Configuration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19162"/>
            <a:ext cx="133350" cy="13335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1333500" y="838200"/>
            <a:ext cx="4089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225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47750" y="1304925"/>
            <a:ext cx="17811750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700" b="1" kern="0" spc="-112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Preview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047750" y="7684770"/>
            <a:ext cx="861250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Builder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47750" y="8046720"/>
            <a:ext cx="8612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control, recording library, export manager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410700" y="2522220"/>
            <a:ext cx="7848600" cy="4972050"/>
          </a:xfrm>
          <a:prstGeom prst="rect">
            <a:avLst/>
          </a:prstGeom>
          <a:solidFill>
            <a:srgbClr val="F4F5F4"/>
          </a:solidFill>
          <a:ln w="9525">
            <a:solidFill>
              <a:srgbClr val="E3E5E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9410700" y="7684770"/>
            <a:ext cx="861250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Bot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410700" y="8046720"/>
            <a:ext cx="8612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progress, live log, row-by-row confirmation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1047750" y="9153525"/>
            <a:ext cx="133350" cy="13335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352550" y="9067800"/>
            <a:ext cx="764630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end-to-end demo is available for a follow-up session.</a:t>
            </a:r>
            <a:endParaRPr lang="en-US" sz="21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38806F1-5AD8-E5D3-EA2E-48F356D393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50"/>
          <a:stretch>
            <a:fillRect/>
          </a:stretch>
        </p:blipFill>
        <p:spPr>
          <a:xfrm>
            <a:off x="2042415" y="2351524"/>
            <a:ext cx="4810530" cy="508484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19162"/>
            <a:ext cx="133350" cy="133350"/>
          </a:xfrm>
          <a:prstGeom prst="rect">
            <a:avLst/>
          </a:prstGeom>
          <a:solidFill>
            <a:srgbClr val="26890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1333500" y="838200"/>
            <a:ext cx="4089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225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47750" y="1304925"/>
            <a:ext cx="17811750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700" b="1" kern="0" spc="-112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Outlook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047750" y="2331720"/>
            <a:ext cx="15506700" cy="4938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 keeps growing — the next stage is already in planning.</a:t>
            </a:r>
            <a:endParaRPr lang="en-US" sz="2475" dirty="0"/>
          </a:p>
        </p:txBody>
      </p:sp>
      <p:sp>
        <p:nvSpPr>
          <p:cNvPr id="6" name="Text 4"/>
          <p:cNvSpPr/>
          <p:nvPr/>
        </p:nvSpPr>
        <p:spPr>
          <a:xfrm>
            <a:off x="1047750" y="3397091"/>
            <a:ext cx="1099026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3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Diate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2299176" y="3463766"/>
            <a:ext cx="1975009" cy="381000"/>
          </a:xfrm>
          <a:prstGeom prst="rect">
            <a:avLst/>
          </a:prstGeom>
          <a:solidFill>
            <a:srgbClr val="E2EFD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2451576" y="3520916"/>
            <a:ext cx="174640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0B3A0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PLANNING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47750" y="4178141"/>
            <a:ext cx="1451991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recommendation engine for the target configuration: Diate analyzes the ECC configuration tables together with transactional usage data and proposes which settings to carry over — and which to retire.</a:t>
            </a:r>
            <a:endParaRPr lang="en-US" sz="2175" dirty="0"/>
          </a:p>
        </p:txBody>
      </p:sp>
      <p:sp>
        <p:nvSpPr>
          <p:cNvPr id="10" name="Shape 8"/>
          <p:cNvSpPr/>
          <p:nvPr/>
        </p:nvSpPr>
        <p:spPr>
          <a:xfrm>
            <a:off x="1047750" y="5273516"/>
            <a:ext cx="14097000" cy="868204"/>
          </a:xfrm>
          <a:prstGeom prst="rect">
            <a:avLst/>
          </a:prstGeom>
          <a:solidFill>
            <a:srgbClr val="F4F5F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1352550" y="5578951"/>
            <a:ext cx="133431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50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756059" y="5521166"/>
            <a:ext cx="1165150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025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groups with no usage in recent years are excluded from the new cloud configuration.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1047750" y="8147050"/>
            <a:ext cx="16192500" cy="9525"/>
          </a:xfrm>
          <a:prstGeom prst="rect">
            <a:avLst/>
          </a:prstGeom>
          <a:solidFill>
            <a:srgbClr val="E3E5E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1047750" y="8609013"/>
            <a:ext cx="237036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8A9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TO COME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69323" y="8499475"/>
            <a:ext cx="1257617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CAMP5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4917440" y="8499475"/>
            <a:ext cx="190341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dirty="0">
                <a:solidFill>
                  <a:srgbClr val="2689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5298281" y="8499475"/>
            <a:ext cx="1257618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CAMP6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6746399" y="8589963"/>
            <a:ext cx="564545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expansion stages of the CAMP suite</a:t>
            </a:r>
            <a:endParaRPr lang="en-US" sz="20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1276</Words>
  <Application>Microsoft Office PowerPoint</Application>
  <PresentationFormat>Custom</PresentationFormat>
  <Paragraphs>195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Goethel, Moritz</cp:lastModifiedBy>
  <cp:revision>1</cp:revision>
  <dcterms:created xsi:type="dcterms:W3CDTF">2026-07-06T13:28:04Z</dcterms:created>
  <dcterms:modified xsi:type="dcterms:W3CDTF">2026-07-06T14:10:15Z</dcterms:modified>
</cp:coreProperties>
</file>