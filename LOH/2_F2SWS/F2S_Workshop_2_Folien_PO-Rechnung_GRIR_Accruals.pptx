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Ziel ist, die fuenf Prozesse zu verstehen, im System zu sehen und die Fit-to-Standard-Entscheidungen zu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Bestellung ist der Dreh- und Angelpunkt: Sie liefert Preis, Menge, Kontierung, Laufzeit und Verantwortlichen fuer alle fuenf Prozesse. 'No PO, no pay' ist die wichtigste organisatorische Voraussetzung.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Three-Way-Match ist eine interne Kontrolle mit Funktionstrennung. Zwei-Wege-Abgleich nur fuer Leistungen ohne physischen Eingang (Lizenzen, Abos).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Toleranzen je Buchungskreis sind SSCUI 'Set Tolerance Limits'. Im Workshop klaeren: Prozent- und Absolutgrenzen, wer freigibt, ob kleine Differenzen automatisch gebucht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 laeuft als Demo-Story weiter: 8 geliefert, 10 berechnet. Daraus entsteht der Fall im GR/IR-Monitor in Thema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App-IDs fuer Release Blocked Invoices und Wareneingang im Demosystem per App Finder pruefen. Die PO-Rechnungserfassung selbst ist in J45/BNX/22Z beschrieben, nicht in J60.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Nach der Demo fragen: Wie oft kommen Mengen- oder Preisabweichungen heute vor, wer klaert sie, welche Toleranzen gelten heute?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Klassische Werkzeuge bleiben: automatischer GR/IR-Ausgleich (F.13-Logik), Umgliederung zum Stichtag (F.19-Logik), Pflege Restmengen (MR11-Logik). Der Monitor setzt davor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Ursachen und Status einheitlich pflegen: Das ist die Vorbedingung fuer brauchbare ML-Vorschlaege.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F3303 ist die Einstiegsfolie fuer die Demo, F3302 der Arbeitsplatz, F5796 die Rueckschau.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Vorschlaege sind Vorschlaege, die Entscheidung bleibt beim Bearbeiter. Kennzahl: Uebernahmequote der Vorschlaege.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Fallback, wenn kein aktives ML-Deployment im Demosystem: nur F4470 und die Job-Vorlage zeigen und die Vorschlaege erklaeren.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Abgrenzung zu anderen Instrumenten: Lagermaterial wird nicht abgegrenzt (WE bucht bewertet). Rueckstellungen ohne Bestellung bleiben manuell. Rechnungen vor Leistung sind Deferrals, optional ueber Variante SDFR.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Abgrenzungsobjekt entsteht erst nach Bestellfreigabe. Nur Review-Typ E erscheint in My Inbox. Schwellwerte fuer die Demo passend 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Jobs laufen ueber F3778. Im Monatsabschluss: Propose am Vortag, Review-Deadline, Post am Arbeitstag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am Vortag laufen lassen, damit der Review-Fall in My Inbox und F3552 steht. Live nur Post starten.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Ohne 22Z oder 22K gibt es kein 63L. Je besser die Freigabedisziplin im Fachbereich, desto kleiner der Abgrenzungsbetrag.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Entscheidungen: Werden Lean Services oder Fieldglass genutzt? Fristen fuer SES-Freigabe im Fachbereich? Transferprioritaet SSAC vor POAC bestaetigen.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Abschluss: Entscheidungsliste aus den vier Praxis-Folien zusammenfuehren, offene Punkte und naechste Schritte festhalten.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FIT-TO-STANDARD-WORKSHOP 2 ·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2933"/>
                </a:solidFill>
                <a:latin typeface="Calibri"/>
              </a:rPr>
              <a:t>PO-basierte Rechnung, Three-Way-Match,
GR/IR-Monitoring mit ML, Bestell- und SES-Abgrenzungen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69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SAP S/4HANA Cloud Public Edition, Release 2608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Scope Items J60 · 2V7 · 2ZS · 2VB · 63L · Dauer 2 Stunden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Fünf Themen, eine Kette: Bestellung, Leistung, Rechnung, Zahlung, Abschluss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Bestellung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Preis, Menge, Kontierung, Laufzeit</a:t>
            </a:r>
          </a:p>
        </p:txBody>
      </p:sp>
      <p:sp>
        <p:nvSpPr>
          <p:cNvPr id="7" name="Chevron 6"/>
          <p:cNvSpPr/>
          <p:nvPr/>
        </p:nvSpPr>
        <p:spPr>
          <a:xfrm>
            <a:off x="278215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Leistung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Wareneingang oder Leistungserfassungsblatt</a:t>
            </a:r>
          </a:p>
        </p:txBody>
      </p:sp>
      <p:sp>
        <p:nvSpPr>
          <p:cNvPr id="8" name="Chevron 7"/>
          <p:cNvSpPr/>
          <p:nvPr/>
        </p:nvSpPr>
        <p:spPr>
          <a:xfrm>
            <a:off x="5015666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Rechnung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Prüfung gegen Bestellung und Leistung</a:t>
            </a:r>
          </a:p>
        </p:txBody>
      </p:sp>
      <p:sp>
        <p:nvSpPr>
          <p:cNvPr id="9" name="Chevron 8"/>
          <p:cNvSpPr/>
          <p:nvPr/>
        </p:nvSpPr>
        <p:spPr>
          <a:xfrm>
            <a:off x="7249180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Zahlung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Zahllauf, Skonto, Sperren</a:t>
            </a:r>
          </a:p>
        </p:txBody>
      </p:sp>
      <p:sp>
        <p:nvSpPr>
          <p:cNvPr id="10" name="Chevron 9"/>
          <p:cNvSpPr/>
          <p:nvPr/>
        </p:nvSpPr>
        <p:spPr>
          <a:xfrm>
            <a:off x="948269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Periodenende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Abgrenzen, klären, umgliedern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1 · PO-Rechnung und Three-Way-Match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Rechnung wird gegen Bestellung und Wareneingang geprüft. Bei Übereinstimmung sofort zahlbar, bei Abweichung gesperrt.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2 · GR/IR-Monitoring mit ML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Offene Differenzen zwischen Lieferung und Rechnung werden erkannt, zugeordnet und geklärt. ML schlägt Status und Bearbeiter vor.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0342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3 · Bestellabgrenzungen (PO-Accruals)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Laufende Leistungen ohne Wareneingang und Rechnung werden zum Monatsende aus der Bestellung heraus abgegrenzt.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50342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4 · SES-Abgrenzungen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Erfasste, aber nicht freigegebene Leistungserfassungsblätter werden periodengerecht als Aufwand gebucht.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1 · PO-RECHNUNG UND THREE-WAY-MATCH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Warum: Nur bezahlen, was bestellt und erhalten wurde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Kontrolle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Bestellung belegt den Auftrag, Wareneingang belegt die Leistung, Rechnung belegt die Forderung.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Der automatische Abgleich ersetzt die manuelle Unterschrift und ist revisionssicher dokumentiert.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Effizienz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Kontierung, Steuerkennzeichen und Mengen kommen aus der Bestellung.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Stimmen alle drei Belege, fließt die Rechnung ohne Eingriff in den Zahllauf und Skonto wird genutzt.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Verantwortung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Abweichungen gehen an den Besteller, nicht an die Buchhaltung.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Toleranzen legen fest, welche Abweichung eine Klärung wert ist. Das ist eine Risiko-Kosten-Entscheidung.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ohne den Prozess passiert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5303520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Jede Rechnung braucht eine manuelle Freigabe, Skonto geht verloren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Abweichungen fallen erst beim Jahresabschluss oder durch den Lieferanten auf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Doppelerfassung und Zahlungen für nicht bestellte Leistungen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Kennzahlen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5212080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Anteil Rechnungen mit Bestellbezug und Touchless-Rate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Anzahl und Alter gesperrter Rechnungen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Preis- und Mengenabweichungen je Lieferant, Skontoausnutzung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1 · PO-RECHNUNG UND THREE-WAY-MATCH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Prozess: Von der Bestellung bis zur freigegebenen Rechnung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Bestellung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Einkäufer, freigegeben per Workflow</a:t>
            </a:r>
          </a:p>
        </p:txBody>
      </p:sp>
      <p:sp>
        <p:nvSpPr>
          <p:cNvPr id="7" name="Chevron 6"/>
          <p:cNvSpPr/>
          <p:nvPr/>
        </p:nvSpPr>
        <p:spPr>
          <a:xfrm>
            <a:off x="278215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Wareneingang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Lager oder Fachbereich, Menge zum Bestellpreis</a:t>
            </a:r>
          </a:p>
        </p:txBody>
      </p:sp>
      <p:sp>
        <p:nvSpPr>
          <p:cNvPr id="8" name="Chevron 7"/>
          <p:cNvSpPr/>
          <p:nvPr/>
        </p:nvSpPr>
        <p:spPr>
          <a:xfrm>
            <a:off x="5015666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Rechnung erfassen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AP Accountant, Referenz Bestellung</a:t>
            </a:r>
          </a:p>
        </p:txBody>
      </p:sp>
      <p:sp>
        <p:nvSpPr>
          <p:cNvPr id="9" name="Chevron 8"/>
          <p:cNvSpPr/>
          <p:nvPr/>
        </p:nvSpPr>
        <p:spPr>
          <a:xfrm>
            <a:off x="7249180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Abgleich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Preis, Menge, Termin gegen Toleranzen</a:t>
            </a:r>
          </a:p>
        </p:txBody>
      </p:sp>
      <p:sp>
        <p:nvSpPr>
          <p:cNvPr id="10" name="Chevron 9"/>
          <p:cNvSpPr/>
          <p:nvPr/>
        </p:nvSpPr>
        <p:spPr>
          <a:xfrm>
            <a:off x="948269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Freigabe oder Zahlung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Zahlsperre R bei Abweichung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der Abgleich prüft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108960"/>
          <a:ext cx="5486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83"/>
                <a:gridCol w="2831690"/>
                <a:gridCol w="159282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Prüfung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Vergleich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Toleranzschlüssel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Preis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Rechnungspreis gegen Bestellpreis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PP (absolut und Prozent)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Menge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Rechnungsmenge gegen gelieferte, nicht berechnete Menge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DQ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Termin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Rechnung vor Lieferdatum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Betrag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Position und Gesamtbetrag, kleine Differenzen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AN, AP, BD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bei Abweichung passiert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21208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Gebucht, aber gesperrt: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Die Rechnung wird mit Zahlsperre R gebucht, der Zahllauf greift sie nicht.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Sperrgründe am Beleg: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Preis, Menge, Termin, Qualität je Position sichtbar.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Freigabe: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manuell durch AP Accountant oder automatisch, sobald der Grund entfällt, etwa nach Wareneingang.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Zwei-Wege-Abgleich: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ohne Wareneingangskennzeichen in der Bestellposition prüft das System nur Bestellung gegen Rechnung.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49240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Bei Lean Services ist das freigegebene Leistungserfassungsblatt der Wareneingang. Ohne Freigabe keine Rechnungsprüfung gegen Leistung.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1 · PO-RECHNUNG UND THREE-WAY-MATCH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Buchungslogik: Das WE/RE-Verrechnungskonto verbindet Logistik und Finanzen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Wareneingang (8 Stück à 100 EUR)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931212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Soll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Aufwand / Kostenstelle  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2732" y="1938528"/>
            <a:ext cx="1314907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Haben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WE/RE-Verrechnung  800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27632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Rechnung (10 Stück à 110 EUR)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1931212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Soll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WE/RE-Verrechnung  800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Preis-/Mengendifferenz  300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Vorsteuer 19 %  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492" y="1938528"/>
            <a:ext cx="1314907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Haben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Kreditor  1.309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3337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Saldo WE/RE je Bestellposition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1904695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Soll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WE-Menge 8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RE-Menge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1938528"/>
            <a:ext cx="129570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Haben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Saldo bleibt offen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Fall für GR/IR-Monitor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Regeln, die man kennen muss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548640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Wareneingang bewertet zum Bestellpreis.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Bestand oder Aufwand wird sofort belastet, Gegenkonto ist das WE/RE-Konto (YCOA 21310000).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Rechnung bucht gegen WE/RE.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Preisdifferenzen gehen auf Bestand (gleitender Preis), Preisdifferenzkonto oder Aufwand.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Konto geht auf null,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wenn WE-Menge und RE-Menge je Bestellposition übereinstimmen.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521208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Offene-Posten-Führung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mit Bestellnummer und Position als Zuordnung, Basis für automatischen Ausgleich.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Zum Stichtag: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geliefert, nicht berechnet = Verbindlichkeit; berechnet, nicht geliefert = Forderung (Umgliederung).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Belegnummer in der App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ist die Logistiknummer. Journal Entry über Manage Supplier Line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1 · PO-RECHNUNG UND THREE-WAY-MATCH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und Rollen in SAP S/4HANA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2108855"/>
                <a:gridCol w="595980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Wofür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Create Supplier Invoice (F0859)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Rechnung mit Referenz Bestellung, Lieferschein oder Leistungserfassungsblatt erfassen, vorerfassen, buchen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Supplier Invoices List / Manage Supplier Invoices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Status, Sperrgründe, Nachbearbeitung, Gutschrift, Nachbelastung, Rechnungskürzung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Release Blocked Invoices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Gesperrte Rechnungen je Sperrgrund freigeben, manuell oder automatisch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Payment Blocks (F0593A)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Manuelle Zahlsperren auf Lieferant oder offenen Posten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Supplier Line Items (F0712)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Offene Posten, Journal-Entry-Nummer, Fälligkeit, Sperren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Process Flow – Accounts Payable (F2691)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Kette Bestellung, Warenbewegung, Rechnung, Journal Entry, Ausgleich mit fehlenden Objekten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Post Goods Receipt for Purchasing Document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Warehouse Clerk / Fachbereich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Wareneingang zur Bestellung, bewertet zum Bestellpreis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Purchase Orders / Create PO – Advanced (ME21N)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Bestellung mit Kontierung, Kennzeichen Wareneingang und WE-bezogene Rechnungsprüfung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Konfiguration: Toleranzgrenzen je Buchungskreis (SSCUI Set Tolerance Limits), flexibler Workflow für Lieferantenrechnungen (BNX), Doppelerfassungsprüfung über Referenz.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1 · PO-RECHNUNG UND THREE-WAY-MATCH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Praxis: Demo und Fit-to-Standard-Fragen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Demo-Story: 10 bestellt, 8 geliefert, 10 berechnet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Schritt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Bestellung 10 × TG0011 à 100 EUR, Kostenstelle, Lieferant 10300001 zeigen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Warehouse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Wareneingang 8 Stück, Bestellentwicklung WE 800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Rechnung 10 × 110 EUR brutto 1.309 EUR gegen Bestellung erfassen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Warnung Preis und Menge, Buchen, Zahlsperre 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Sperrgründe in Supplier Invoices List, Release Blocked Invoices zeigen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Prozessfluss F2691: fehlender Ausgleich sichtbar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Entscheidungen für den Kunden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Welche Bestellarten laufen mit Wareneingang (drei Wege), welche ohne (zwei Wege)?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WE-bezogene Rechnungsprüfung als Standard im Lieferantenstamm?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Toleranzgrenzen für Preis, Menge, Termin und kleine Differenzen, absolut und in Prozent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Wer gibt gesperrte Rechnungen frei: Einkauf, Buchhaltung oder Fachbereich?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Workflow für Lieferantenrechnungen: ja/nein, ab welchem Betrag, Vorerfassung durch wen?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Referenzpflicht und Doppelerfassungsprüfung, Rechnungseingangsdatum für DPO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2 · GR/IR-MONITORING MIT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Warum: Jeder offene GR/IR-Saldo ist eine ungeklärte Bilanzposition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Wann entsteht ein Saldo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Teillieferung ohne Rest, Rechnung ohne Lieferung, Lieferant schickt nie eine Rechnung, Bestellung läuft aus, Wareneingang vergessen.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 es Finance betrifft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Zum Stichtag ist der Saldo Verbindlichkeit oder Forderung. Unklare Altsalden verfälschen die Bilanz und sind Standardthema der Abschlussprüfung.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 es den Einkauf betrifft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Jeder Saldo hat eine operative Ursache. Der Monitor macht sie sichtbar und ordnet sie einem Verantwortlichen zu.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Rollen und Zeitpunkt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2286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Buchhaltung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erkennt und verteilt die Fälle, entscheidet über Abschreibung mit Betragsgrenze.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Einkauf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klärt mit dem Lieferanten, fordert Lieferung, Rechnung oder Gutschrift an, schließt die Bestellung.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Logistik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bucht fehlende Wareneingänge nach.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Laufend oder wöchentlich,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in jedem Fall vor dem Monatsabschluss. Die Umgliederung zum Stichtag bucht das Ergebnis.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ohne den Prozess passiert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212080" cy="2286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Jahresend-Aktionen mit Listen über tausende Positionen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Pauschale Abschreibungen und Diskussionen mit dem Wirtschaftsprüfer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Keine Lernkurve im Einkauf, dieselben Lieferanten liefern immer wieder unvollständig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Kennzahlen: offene Positionen nach Alter, WE- gegen RE-Überschuss, Durchlaufzeit bis Klärung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2 · GR/IR-MONITORING MIT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Prozess: Erkennen, analysieren, zuordnen, klären, auswerten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Erkennen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KPI-Übersicht nach Lieferant, Werk, Warengruppe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Analysieren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WE- und RE-Mengen, FI-Posten, Bestellentwicklung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Zuordnen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Status, Priorität, Ursache, Abteilung, Bearbeiter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Klären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Einkauf oder Logistik handelt, Benachrichtigung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Ausgleichen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automatisch, Abschreibung, Bestellung schließen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Auswerten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Statusübergänge, Durchlaufzeiten, Ursachen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Bearbeitungsstatus und Ursachen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48640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Status (nächste Aktion):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Request Completion of Delivery, Request Invoice, Request Credit Memo, Close Purchase Order, Write Off.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Ursache (Root Cause):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z. B. Incomplete goods receipt, Invoice before delivery, Supplier overbilled.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Zusätzlich: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Priorität, Bearbeitungsteam, Bearbeiter, Notiz an den Bearbeiter.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Situation Handling (optional, Scope Item 31N)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Bearbeiter geändert: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Vorlage FIN_GRIRPROCESSORCHANGED benachrichtigt den neu zugewiesenen Bearbeiter.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Schwellwert überschritten: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Vorlage FIN_GRIRDEVIATIONEXCEEDSTRHSHLD, Batch-Job, Empfänger über Team vom Typ FIGRIR.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Teams: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Manage Teams and Responsibilities, Verantwortung je Buchungskreis.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Der Monitor ersetzt die Excel-Liste mit Kommentarspalte. Status, Bearbeiter und Ursache je Fall sind dokumentiert und werden später zur Trainingsgrundlage für das ML-Modell.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2 · GR/IR-MONITORING MIT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und Rollen: Drei Apps für den General Ledger Accountant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17"/>
                <a:gridCol w="2017166"/>
                <a:gridCol w="577643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Wofür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Monitor GR/IR Account Reconciliation – Overview (F3303)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KPIs offene FI-Posten (Buchungskreis, Datum, Lieferant) und Bestellpositionen (WE-Überschuss, RE-Überschuss, WE = RE); Drilldown nach Profit Center, Werk, Einkaufsorganisation, Warengruppe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Reconcile GR/IR Accounts (F3302)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Arbeitsliste je Einkaufsbeleg: Übersicht Mengen und Werte, FI-Posten, Bestellentwicklung, Kontakte, Notizen. Process Item vergibt Status, Priorität, Abteilung, Bearbeiter, Ursache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GR/IR Process Insights (F5796)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Auswertung abgeschlossener Fälle: Statusübergänge, Verteilung nach Status, Abteilung, Bearbeiter, Priorität, Ursache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Teams and Responsibilities (F2412)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Configuration Expert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Team Typ FIGRIR, Verantwortung je Buchungskreis, Mitglieder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Situation Types (F2947)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Business Process Specialist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Situationsvorlagen kopieren, Bedingungen, Schwellwert, Batch-Zeitpunkt, Empfänger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General Ledger Jobs (F1927)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Automatischer Ausgleich, Umgliederung zum Stichtag, Vorbereitung der ML-Vorschläge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Voraussetzung ist J60 komplett. Situation Handling braucht zusätzlich 31N. Die Apps liegen im Launchpad-Space General Ledger.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2 · GR/IR-MONITORING MIT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ML-Unterstützung: Das Modell lernt aus den bearbeiteten Fällen (2ZS)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Fälle bearbeiten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mind. 100 Fälle mit Status und Ursache in F3302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Trainieren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Intelligent Scenario FI_GRIR_RECONCILE, Filter z. B. Buchungskreis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Deployen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abgeschlossenes Training auswählen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Aktivieren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für alle Benutzer oder nur für mich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Job einplanen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Prepare GR/IR Status Predictions (DAR ML model)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Vorschlag nutzen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Status, Priorität, Ursache, Abteilung, Bearbeiter in F3302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486400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Erfahrung wird übertragbar: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Muster je Lieferant, Warengruppe und Abteilung werden für neue Mitarbeiter oder ein Shared Service Center nutzbar.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Konsistenz: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gleiche Fälle werden gleich behandelt, unabhängig vom Bearbeiter.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Kapazität: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Routinefälle sind vorbelegt, der Mensch bestätigt, Ausnahmen bekommen die Zeit.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Voraussetzungen und Rollen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Scope: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2V7 und 2ZS aktiv, Kommunikationsszenario SAP_COM_1042 per Ticket (XX-S4C-OPR-SRV).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Analytics Specialist: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Intelligent Scenario Management (F4470) für Training, Deployment, Aktivierung.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General Ledger Accountant: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Job in Schedule General Ledger Jobs (F1927), danach Vorschläge in F3302.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Zielfelder: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Status, Priorität, Ursache, Abteilung, Bearbeiter.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Botschaft an den Kunden: ML ist eine Ausbaustufe nach einigen Monaten Betrieb, kein Go-live-Thema. Die Qualität der Vorschläge hängt an der Disziplin bei Status und Ursache in der Anfangsphase.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2 · GR/IR-MONITORING MIT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Praxis: Demo und Fit-to-Standard-Fragen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Demo-Story: Der Fall aus Thema 1 (WE 8, RE 10)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Schritt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F3303: KPI Bestellpositionen mit RE-Überschuss, Drilldown Lieferant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F3302: Fall öffnen, Register Übersicht, FI-Posten, Kontakte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ML-Vorschlag zeigen, falls Deployment aktiv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Process Item: Request Completion of Delivery, Priorität hoch, Bearbeiter Einkäufer, Ursache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Benachrichtigung öffnen (Situation Handling)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F5796: Insights nach Status und Ursache; F4470 Modell zeigen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Entscheidungen für den Kunden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Wer ist Prozessverantwortlicher für GR/IR-Differenzen: Buchhaltung oder Einkauf?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Teams und Verantwortlichkeiten je Buchungskreis oder Einkaufsorganisation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Welche Statuswerte und Ursachen werden verbindlich genutzt?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Situation Handling: Schwellwert, Batch-Zeitpunkt, ist 31N im Scope?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ML ab Go-live oder nach Aufbau der Historie? Ticket für SAP_COM_1042 einplanen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Periodische Jobs: automatischer Ausgleich, Umgliederung, Abschreibung mit Betragsgrenze und Berechtigung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3 · BESTELLABGRENZUNGEN (PO-ACCRUALS)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Warum: Aufwand gehört in die Periode der Leistung, nicht der Rechnung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Business-Kontext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Beratung, Wartung, Kampagnen, Gerätemieten werden bestellt und über Monate erbracht. Die Rechnung kommt am Ende oder in Raten.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Am Monatsende ist Leistung erbracht, aber weder Wareneingang noch Rechnung gebucht.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 aus der Bestellung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Geplante Kosten, Laufzeit und Kontierung stehen in der Bestellung. Der Fertigstellungsgrad wird linear über die Laufzeit ermittelt.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Jede Abgrenzung ist auf eine Bestellposition zurückführbar statt auf eine Excel-Schätzung.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 mit Review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Kleine Beträge laufen automatisch, mittlere werden plausibilisiert, große prüfen Einkäufer (Leistungsstand) und Controlling (Ergebnis).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Der Storno in der Folgeperiode verhindert doppelten Aufwand.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Rechenbeispiel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89120"/>
          <a:ext cx="54863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2910"/>
                <a:gridCol w="151348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Bestellung Beratung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Wert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Geplante Kosten, Laufzeit 3 Monate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12.000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Fertigstellungsgrad Ende Monat 1 (linear)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33 %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Bereits gebuchte Istkosten (WE, Rechnung)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0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Abgrenzung Monat 1 = 12.000 × 33 % − 0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4.000 EUR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069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ohne den Prozess passiert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212080" cy="1828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Controller sammeln Schätzungen per Mail, buchen Sammelabgrenzungen, Stornos werden vergessen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Monatsergebnis schwankt mit dem Rechnungseingang, Budgetabweichungen sind nicht beurteilbar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Prüfer fragen nach der Herleitung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3 · BESTELLABGRENZUNGEN (PO-ACCRUALS)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Prozess: Von der freigegebenen Bestellung zur stornierten Abgrenzung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Bestellung freigegeben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NB, kontiert, Status nicht mehr In Release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Abgrenzungsobjekt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automatisch je Bestellposition, Komponente POAC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Vorschlag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Job Propose Periodic Accruals zum Periodenende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Review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Einkäufer in My Inbox, Controlling in F3552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Buchen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Job Post Periodic Accruals, Aufwand an Abgrenzung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Storno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erster oder letzter Tag der Folgeperiode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Review-Typen über Schwellwerte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0632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10896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Typ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Bedeutung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Wer prüft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Betrag unter unterer Schwelle, keine Prüfung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niemand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Zwischen den Schwellen, automatisch geprüft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Über oberer Schwelle, explizite Prüfung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Einkäufer und Controlling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Welche Bestellungen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48640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Standard: Belegart NB, Positionstyp leer, mit Kontierung (Verbrauch)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Lean Service, erweiterte Limitposition (Typ E), Verbrauchsprodukt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Lagermaterial ohne Kontierung wird nicht abgegrenzt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Was der Einkäufer und das Controlling tun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521208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Einkäufer: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korrigiert Revised Planned Costs oder Fertigstellungsgrad und gibt einen Anpassungsgrund an, z. B. S1 Vorschlag zu hoch.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Controlling: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filtert Review-Typ E, Register Unreviewed, bearbeitet und bestätigt (Confirm Review). Vier-Augen-Prinzip.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Buchung: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Aufwand auf Kontierung der Bestellung an Abgrenzungskonto, Ledgergruppe optional.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440680"/>
            <a:ext cx="5212080" cy="73152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Deferrals (Rechnung vor Leistung) laufen optional mit: Transfervariante SDFR statt Standard SDEF.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3 · BESTELLABGRENZUNGEN (PO-ACCRUALS)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und Rollen rund um die Accrual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17"/>
                <a:gridCol w="2017166"/>
                <a:gridCol w="577643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Wofür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Workflows for PO Accruals Review (F3625)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Workflow mit Schritt Review Purchase Order Accrual, Empfänger z. B. Rolle automatisch (Einkäufer der Bestellung)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Accruals Jobs (F3778)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Vorlagen: Transfer Purchase Orders (einmalig Altbestand), Propose, Post, Simulate Periodic Accruals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My Inbox – All Items (F0862)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Review-Aufgabe: Revised Planned Costs oder PoC, Anpassungsgrund, bestätigen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PO Accruals – For Cost Accountant (F3552)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 – Overhead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Review-Typ E, Register Unreviewed / Review Finished, Edit, Confirm Review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Purchase Order Accruals (F3928)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Lifecycle, Review-Historie, Kontierung, Buchungen je Bestellposition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Analyze Accrual Postings (F3732)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Buchungen nach Ledger, Periode, Kostenstelle; Offsetting Line Items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Accrual Object Items (F4899), Display Periodic Accrual Amounts (F4900)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Stammdaten der Abgrenzungsobjekte, Periodenbeträge (nach Simulationsjob)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Postings – With Simulation (W0183), Simulated / Posted (W0184)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Simulation anzeigen und mit Ist vergleichen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Konfiguration: Zuordnung Buchungskreis zu Transfervariante (SDEF / SDFR), Threshold Variants (untere und obere Schwelle), Review-Aktivierung je Accrual Item Type (z. B. SCSTPLN).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3 · BESTELLABGRENZUNGEN (PO-ACCRUALS)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Praxis: Demo und Fit-to-Standard-Fragen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Demo-Story: Beratung 12.000 EUR, 3 Monate, kein WE, keine Rechnung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Schritt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Bestellung NB, kontiert, freigegeben zeigen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F3928: Abgrenzungsobjekt mit Laufzeit, Plan, Kontierung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F3778: Log des Jobs Propose Periodic Accruals (Vortag)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My Inbox: PoC auf 30 % korrigieren, Grund S1, bestätigen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F3552: Review-Typ E, Unreviewed, Confirm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F3778: Post Periodic Accruals live, Storno erster Tag Folgeperiode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F3732 und F3928: Buchung und Review-Historie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Entscheidungen für den Kunden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Welche Bestellungen abgrenzen: nur NB mit Kontierung, Lean Services, Limitpositionen?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Deferrals aktivieren (SDFR) oder nur Accruals (SDEF)?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Schwellwerte für Review-Typen, Review durch Einkäufer, Controlling oder beide?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Stornotermin: erster oder letzter Tag der Folgeperiode?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Ledgergruppe: alle Ledger oder nur lokal / IFRS?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Abgrenzungskonten im YCOA, Belegart, Zeitplan im Abschlusskalender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4 · SES-ABGRENZUNGEN (63L)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Warum: Die Leistung ist erfasst, nur die Freigabe fehlt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Business-Kontext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Reinigung, Zeitarbeit, Instandhaltung, Beratung nach Aufwand laufen als Lean Service. Der Lieferant oder Fachbereich erfasst die Leistung im Leistungserfassungsblatt (SES).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Der Aufwand wird erst mit der Freigabe gebucht, oft erst Tage nach Monatsende.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Warum abgrenzen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Anders als bei PO-Accruals muss nichts geschätzt werden: Der erfasste Betrag ist die beste Information über den Aufwand der Periode.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Besonders bei Fremdpersonal sind das große, wiederkehrende Beträge.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Zusammenspiel mit PO-Accruals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Dieselbe Bestellung könnte beide Abgrenzungen auslösen. Die Transferpriorität gibt SSAC den Vorrang, weil Ist-Daten vor Planwerten gehen.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Die Abgrenzung ist ein Sicherheitsnetz, kein Ersatz für fristgerechte Freigabe.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457200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SES eingereicht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nicht freigegeben zum Stichtag</a:t>
            </a:r>
          </a:p>
        </p:txBody>
      </p:sp>
      <p:sp>
        <p:nvSpPr>
          <p:cNvPr id="10" name="Chevron 9"/>
          <p:cNvSpPr/>
          <p:nvPr/>
        </p:nvSpPr>
        <p:spPr>
          <a:xfrm>
            <a:off x="2782153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Abgrenzungsobjekt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Komponente SSAC, Variante SSES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5666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Vorschlag und Review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Betrag = SES-Wert, F6108 nur Anzeige</a:t>
            </a:r>
          </a:p>
        </p:txBody>
      </p:sp>
      <p:sp>
        <p:nvSpPr>
          <p:cNvPr id="12" name="Chevron 11"/>
          <p:cNvSpPr/>
          <p:nvPr/>
        </p:nvSpPr>
        <p:spPr>
          <a:xfrm>
            <a:off x="7249180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Buchen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Aufwand an Abgrenzung, Storno Folgeperiode</a:t>
            </a:r>
          </a:p>
        </p:txBody>
      </p:sp>
      <p:sp>
        <p:nvSpPr>
          <p:cNvPr id="13" name="Chevron 12"/>
          <p:cNvSpPr/>
          <p:nvPr/>
        </p:nvSpPr>
        <p:spPr>
          <a:xfrm>
            <a:off x="9482693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SES freigegeben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echter Wareneingang bucht Aufwand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Voraussetzung: Scope Item 22Z (Procurement of Services) oder 22K (Fieldglass). Kennzahlen: Betrag nicht freigegebener SES zum Stichtag, Freigabedauer nach Erfassung.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THEMA 4 · SES-ABGRENZUNGEN (63L)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Apps, Rollen und Konfiguration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196"/>
                <a:gridCol w="2017166"/>
                <a:gridCol w="5593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Wofür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Accruals Jobs (F3778)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Vorlagen Service Entry Sheet Accruals: Transfer Purchase Orders (nur ohne Online-Integration), Propose, Post, Simulate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Service Entry Sheet Accruals – For Cost Accountant (F6108)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 – Overhead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Vorgeschlagene Beträge je Bestellung anzeigen (derzeit nur Anzeige, keine Änderung)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Service Entry Sheet Accruals (F6107)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Abgrenzungsobjekte je Bestellung mit Details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Postings – With Simulation (W0183), Simulated / Posted (W0184)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Simulation und Vergleich mit Ist, Komponente SSAC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Service Entry Sheets – Lean Services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 / Fachbereich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SES erfassen, einreichen, freigeben; Freigabe erzeugt den Wareneingang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Konfiguration (SSCUI oder Central Business Configuration)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548640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Adjust Transfer Priorities for Accruals: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Komponente SSAC auf Priorität 1.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Define Accrual Item Types and Methods for Purchase Orders of Service: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Buchungskreis 1010 der Transfervariante SSES zuordnen.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 in vier Schritten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83480"/>
            <a:ext cx="521208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SES im Status eingereicht zeigen, kein Aufwand gebucht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F6108: vorgeschlagener Betrag = SES-Wert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F3778: Post Periodic Accruals, dann F6107 Details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Erklären: Freigabe im Folgemonat bucht WE, Abgrenzung wird storniert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Welche Lücke schließt welches Instrument zum Periodenende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F2S-Workshop 2 · PO-Rechnung, Three-Way-Match, GR/IR-Monitoring, Accruals ·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438"/>
                <a:gridCol w="2383923"/>
                <a:gridCol w="5593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Situation zum Periodenende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Was fehlt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Wareneingang gebucht, Rechnung fehlt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Verbindlichkeit gegenüber Lieferant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GR/IR-Konto zeigt geliefert, nicht berechnet; Umgliederung zum Stichtag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Rechnung gebucht, Wareneingang fehlt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Leistung oder Bestand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GR/IR-Konto zeigt berechnet, nicht geliefert; Monitor klärt Lieferung oder Gutschrift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WE und RE weichen dauerhaft ab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Entscheidung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GR/IR-Monitor (2V7), ML-Vorschlag (2ZS), Abschreibung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Weder WE noch RE, Leistung läuft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Aufwand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PO-Accruals (2VB) auf Basis Plan und Fertigstellungsgrad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SES erfasst, nicht freigegeben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Aufwand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SES-Accruals (63L) auf Basis erfasster Leistung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Rechnung weicht von Bestellung ab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Zahlfreigabe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Three-Way-Match, Zahlsperre R, Release Blocked Invoices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Gemeinsame Voraussetzung: Bestellung vor Rechnung. Ohne Bestellbezug gibt es keinen Abgleich, keinen GR/IR-Fall und keine automatische Abgrenzung.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