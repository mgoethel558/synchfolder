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3.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Masters/slideMaster1.xml" ContentType="application/vnd.openxmlformats-officedocument.presentationml.slide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6.xml" ContentType="application/vnd.openxmlformats-officedocument.presentationml.slideLayout+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theme/theme1.xml" ContentType="application/vnd.openxmlformats-officedocument.theme+xml"/>
  <Override PartName="/ppt/theme/theme3.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app.xml" ContentType="application/vnd.openxmlformats-officedocument.extended-properties+xml"/>
  <Override PartName="/ppt/tags/tag3.xml" ContentType="application/vnd.openxmlformats-officedocument.presentationml.tags+xml"/>
  <Override PartName="/ppt/tags/tag11.xml" ContentType="application/vnd.openxmlformats-officedocument.presentationml.tags+xml"/>
  <Override PartName="/ppt/tags/tag1.xml" ContentType="application/vnd.openxmlformats-officedocument.presentationml.tags+xml"/>
  <Override PartName="/docProps/core.xml" ContentType="application/vnd.openxmlformats-package.core-properties+xml"/>
  <Override PartName="/ppt/tags/tag4.xml" ContentType="application/vnd.openxmlformats-officedocument.presentationml.tags+xml"/>
  <Override PartName="/ppt/tags/tag10.xml" ContentType="application/vnd.openxmlformats-officedocument.presentationml.tags+xml"/>
  <Override PartName="/ppt/tags/tag2.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8"/>
  </p:notesMasterIdLst>
  <p:handoutMasterIdLst>
    <p:handoutMasterId r:id="rId9"/>
  </p:handoutMasterIdLst>
  <p:sldIdLst>
    <p:sldId id="307" r:id="rId2"/>
    <p:sldId id="308" r:id="rId3"/>
    <p:sldId id="305" r:id="rId4"/>
    <p:sldId id="306" r:id="rId5"/>
    <p:sldId id="309" r:id="rId6"/>
    <p:sldId id="310" r:id="rId7"/>
  </p:sldIdLst>
  <p:sldSz cx="9144000" cy="5143500" type="screen16x9"/>
  <p:notesSz cx="7099300" cy="10234613"/>
  <p:custDataLst>
    <p:tags r:id="rId10"/>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FF9900"/>
    <a:srgbClr val="800080"/>
    <a:srgbClr val="ED00FF"/>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Gitternetz">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Helle Formatvorlage 2 - Akz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Helle Formatvorlage 3 - Akz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ittlere Formatvorlage 1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horzBarState="maximized">
    <p:restoredLeft sz="13166" autoAdjust="0"/>
    <p:restoredTop sz="96820" autoAdjust="0"/>
  </p:normalViewPr>
  <p:slideViewPr>
    <p:cSldViewPr snapToObjects="1" showGuides="1">
      <p:cViewPr>
        <p:scale>
          <a:sx n="110" d="100"/>
          <a:sy n="110" d="100"/>
        </p:scale>
        <p:origin x="-437" y="-163"/>
      </p:cViewPr>
      <p:guideLst>
        <p:guide orient="horz" pos="804"/>
        <p:guide orient="horz" pos="210"/>
        <p:guide orient="horz" pos="577"/>
        <p:guide orient="horz" pos="3072"/>
        <p:guide orient="horz" pos="2300"/>
        <p:guide orient="horz" pos="2436"/>
        <p:guide orient="horz" pos="3162"/>
        <p:guide orient="horz"/>
        <p:guide pos="2880"/>
        <p:guide pos="5556"/>
        <p:guide pos="234"/>
        <p:guide pos="4669"/>
        <p:guide pos="4455"/>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0" d="100"/>
        <a:sy n="200" d="100"/>
      </p:scale>
      <p:origin x="0" y="1478"/>
    </p:cViewPr>
  </p:sorterViewPr>
  <p:notesViewPr>
    <p:cSldViewPr snapToObjects="1" showGuides="1">
      <p:cViewPr varScale="1">
        <p:scale>
          <a:sx n="75" d="100"/>
          <a:sy n="75" d="100"/>
        </p:scale>
        <p:origin x="-4002" y="-90"/>
      </p:cViewPr>
      <p:guideLst>
        <p:guide orient="horz" pos="3223"/>
        <p:guide pos="2236"/>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tags" Target="tags/tag1.xml"/><Relationship Id="rId4" Type="http://schemas.openxmlformats.org/officeDocument/2006/relationships/slide" Target="slides/slide3.xml"/><Relationship Id="rId9" Type="http://schemas.openxmlformats.org/officeDocument/2006/relationships/handoutMaster" Target="handoutMasters/handoutMaster1.xml"/><Relationship Id="rId14"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lang="de-DE"/>
          </a:p>
        </p:txBody>
      </p:sp>
      <p:sp>
        <p:nvSpPr>
          <p:cNvPr id="3" name="Datumsplatzhalter 2"/>
          <p:cNvSpPr>
            <a:spLocks noGrp="1"/>
          </p:cNvSpPr>
          <p:nvPr>
            <p:ph type="dt" sz="quarter" idx="1"/>
          </p:nvPr>
        </p:nvSpPr>
        <p:spPr>
          <a:xfrm>
            <a:off x="4021294" y="0"/>
            <a:ext cx="3076363" cy="511731"/>
          </a:xfrm>
          <a:prstGeom prst="rect">
            <a:avLst/>
          </a:prstGeom>
        </p:spPr>
        <p:txBody>
          <a:bodyPr vert="horz" lIns="99048" tIns="49524" rIns="99048" bIns="49524" rtlCol="0"/>
          <a:lstStyle>
            <a:lvl1pPr algn="r">
              <a:defRPr sz="1300"/>
            </a:lvl1pPr>
          </a:lstStyle>
          <a:p>
            <a:fld id="{229A187D-4281-4411-8A33-54D08BC771E0}" type="datetimeFigureOut">
              <a:rPr lang="de-DE" smtClean="0"/>
              <a:pPr/>
              <a:t>12.04.2017</a:t>
            </a:fld>
            <a:endParaRPr lang="de-DE"/>
          </a:p>
        </p:txBody>
      </p:sp>
      <p:sp>
        <p:nvSpPr>
          <p:cNvPr id="4" name="Fußzeilenplatzhalter 3"/>
          <p:cNvSpPr>
            <a:spLocks noGrp="1"/>
          </p:cNvSpPr>
          <p:nvPr>
            <p:ph type="ftr" sz="quarter" idx="2"/>
          </p:nvPr>
        </p:nvSpPr>
        <p:spPr>
          <a:xfrm>
            <a:off x="0" y="9721106"/>
            <a:ext cx="3076363" cy="511731"/>
          </a:xfrm>
          <a:prstGeom prst="rect">
            <a:avLst/>
          </a:prstGeom>
        </p:spPr>
        <p:txBody>
          <a:bodyPr vert="horz" lIns="99048" tIns="49524" rIns="99048" bIns="49524" rtlCol="0" anchor="b"/>
          <a:lstStyle>
            <a:lvl1pPr algn="l">
              <a:defRPr sz="1300"/>
            </a:lvl1pPr>
          </a:lstStyle>
          <a:p>
            <a:endParaRPr lang="de-DE"/>
          </a:p>
        </p:txBody>
      </p:sp>
      <p:sp>
        <p:nvSpPr>
          <p:cNvPr id="5" name="Foliennummernplatzhalter 4"/>
          <p:cNvSpPr>
            <a:spLocks noGrp="1"/>
          </p:cNvSpPr>
          <p:nvPr>
            <p:ph type="sldNum" sz="quarter" idx="3"/>
          </p:nvPr>
        </p:nvSpPr>
        <p:spPr>
          <a:xfrm>
            <a:off x="4021294" y="9721106"/>
            <a:ext cx="3076363" cy="511731"/>
          </a:xfrm>
          <a:prstGeom prst="rect">
            <a:avLst/>
          </a:prstGeom>
        </p:spPr>
        <p:txBody>
          <a:bodyPr vert="horz" lIns="99048" tIns="49524" rIns="99048" bIns="49524" rtlCol="0" anchor="b"/>
          <a:lstStyle>
            <a:lvl1pPr algn="r">
              <a:defRPr sz="1300"/>
            </a:lvl1pPr>
          </a:lstStyle>
          <a:p>
            <a:fld id="{325F85E6-0502-4828-91F3-14FC3D1B016D}" type="slidenum">
              <a:rPr lang="de-DE" smtClean="0"/>
              <a:pPr/>
              <a:t>‹Nr.›</a:t>
            </a:fld>
            <a:endParaRPr lang="de-DE"/>
          </a:p>
        </p:txBody>
      </p:sp>
    </p:spTree>
    <p:extLst>
      <p:ext uri="{BB962C8B-B14F-4D97-AF65-F5344CB8AC3E}">
        <p14:creationId xmlns:p14="http://schemas.microsoft.com/office/powerpoint/2010/main" xmlns="" val="112902759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lang="de-DE"/>
          </a:p>
        </p:txBody>
      </p:sp>
      <p:sp>
        <p:nvSpPr>
          <p:cNvPr id="3" name="Datumsplatzhalter 2"/>
          <p:cNvSpPr>
            <a:spLocks noGrp="1"/>
          </p:cNvSpPr>
          <p:nvPr>
            <p:ph type="dt" idx="1"/>
          </p:nvPr>
        </p:nvSpPr>
        <p:spPr>
          <a:xfrm>
            <a:off x="4021294" y="0"/>
            <a:ext cx="3076363" cy="511731"/>
          </a:xfrm>
          <a:prstGeom prst="rect">
            <a:avLst/>
          </a:prstGeom>
        </p:spPr>
        <p:txBody>
          <a:bodyPr vert="horz" lIns="99048" tIns="49524" rIns="99048" bIns="49524" rtlCol="0"/>
          <a:lstStyle>
            <a:lvl1pPr algn="r">
              <a:defRPr sz="1300"/>
            </a:lvl1pPr>
          </a:lstStyle>
          <a:p>
            <a:fld id="{730595E0-B9FD-48B5-8D33-268CBC6EB63C}" type="datetimeFigureOut">
              <a:rPr lang="de-DE" smtClean="0"/>
              <a:pPr/>
              <a:t>12.04.2017</a:t>
            </a:fld>
            <a:endParaRPr lang="de-DE"/>
          </a:p>
        </p:txBody>
      </p:sp>
      <p:sp>
        <p:nvSpPr>
          <p:cNvPr id="4" name="Folienbildplatzhalter 3"/>
          <p:cNvSpPr>
            <a:spLocks noGrp="1" noRot="1" noChangeAspect="1"/>
          </p:cNvSpPr>
          <p:nvPr>
            <p:ph type="sldImg" idx="2"/>
          </p:nvPr>
        </p:nvSpPr>
        <p:spPr>
          <a:xfrm>
            <a:off x="139700" y="768350"/>
            <a:ext cx="6819900" cy="3836988"/>
          </a:xfrm>
          <a:prstGeom prst="rect">
            <a:avLst/>
          </a:prstGeom>
          <a:noFill/>
          <a:ln w="12700">
            <a:solidFill>
              <a:prstClr val="black"/>
            </a:solidFill>
          </a:ln>
        </p:spPr>
        <p:txBody>
          <a:bodyPr vert="horz" lIns="99048" tIns="49524" rIns="99048" bIns="49524" rtlCol="0" anchor="ctr"/>
          <a:lstStyle/>
          <a:p>
            <a:endParaRPr lang="de-DE"/>
          </a:p>
        </p:txBody>
      </p:sp>
      <p:sp>
        <p:nvSpPr>
          <p:cNvPr id="5" name="Notizenplatzhalter 4"/>
          <p:cNvSpPr>
            <a:spLocks noGrp="1"/>
          </p:cNvSpPr>
          <p:nvPr>
            <p:ph type="body" sz="quarter" idx="3"/>
          </p:nvPr>
        </p:nvSpPr>
        <p:spPr>
          <a:xfrm>
            <a:off x="709930" y="4861441"/>
            <a:ext cx="5679440" cy="4605576"/>
          </a:xfrm>
          <a:prstGeom prst="rect">
            <a:avLst/>
          </a:prstGeom>
        </p:spPr>
        <p:txBody>
          <a:bodyPr vert="horz" lIns="99048" tIns="49524" rIns="99048" bIns="49524" rtlCol="0">
            <a:normAutofit/>
          </a:bodyPr>
          <a:lstStyle/>
          <a:p>
            <a:pPr lvl="0"/>
            <a:r>
              <a:rPr lang="de-DE" dirty="0" smtClean="0"/>
              <a:t>Textmasterformate durch Klicken bearbeiten</a:t>
            </a:r>
          </a:p>
          <a:p>
            <a:pPr lvl="1"/>
            <a:r>
              <a:rPr lang="de-DE" dirty="0" smtClean="0"/>
              <a:t>Zweite Ebene</a:t>
            </a:r>
          </a:p>
          <a:p>
            <a:pPr lvl="2"/>
            <a:r>
              <a:rPr lang="de-DE" dirty="0" smtClean="0"/>
              <a:t>Dritte Ebene</a:t>
            </a:r>
          </a:p>
          <a:p>
            <a:pPr lvl="3"/>
            <a:r>
              <a:rPr lang="de-DE" dirty="0" smtClean="0"/>
              <a:t>Vierte Ebene</a:t>
            </a:r>
          </a:p>
          <a:p>
            <a:pPr lvl="4"/>
            <a:r>
              <a:rPr lang="de-DE" dirty="0" smtClean="0"/>
              <a:t>Fünfte Ebene</a:t>
            </a:r>
            <a:endParaRPr lang="de-DE" dirty="0"/>
          </a:p>
        </p:txBody>
      </p:sp>
      <p:sp>
        <p:nvSpPr>
          <p:cNvPr id="6" name="Fußzeilenplatzhalter 5"/>
          <p:cNvSpPr>
            <a:spLocks noGrp="1"/>
          </p:cNvSpPr>
          <p:nvPr>
            <p:ph type="ftr" sz="quarter" idx="4"/>
          </p:nvPr>
        </p:nvSpPr>
        <p:spPr>
          <a:xfrm>
            <a:off x="0" y="9721106"/>
            <a:ext cx="3076363" cy="511731"/>
          </a:xfrm>
          <a:prstGeom prst="rect">
            <a:avLst/>
          </a:prstGeom>
        </p:spPr>
        <p:txBody>
          <a:bodyPr vert="horz" lIns="99048" tIns="49524" rIns="99048" bIns="49524" rtlCol="0" anchor="b"/>
          <a:lstStyle>
            <a:lvl1pPr algn="l">
              <a:defRPr sz="1300"/>
            </a:lvl1pPr>
          </a:lstStyle>
          <a:p>
            <a:endParaRPr lang="de-DE"/>
          </a:p>
        </p:txBody>
      </p:sp>
      <p:sp>
        <p:nvSpPr>
          <p:cNvPr id="7" name="Foliennummernplatzhalter 6"/>
          <p:cNvSpPr>
            <a:spLocks noGrp="1"/>
          </p:cNvSpPr>
          <p:nvPr>
            <p:ph type="sldNum" sz="quarter" idx="5"/>
          </p:nvPr>
        </p:nvSpPr>
        <p:spPr>
          <a:xfrm>
            <a:off x="4021294" y="9721106"/>
            <a:ext cx="3076363" cy="511731"/>
          </a:xfrm>
          <a:prstGeom prst="rect">
            <a:avLst/>
          </a:prstGeom>
        </p:spPr>
        <p:txBody>
          <a:bodyPr vert="horz" lIns="99048" tIns="49524" rIns="99048" bIns="49524" rtlCol="0" anchor="b"/>
          <a:lstStyle>
            <a:lvl1pPr algn="r">
              <a:defRPr sz="1300"/>
            </a:lvl1pPr>
          </a:lstStyle>
          <a:p>
            <a:fld id="{62928EF5-A62C-4775-BE32-0B4BBC139877}" type="slidenum">
              <a:rPr lang="de-DE" smtClean="0"/>
              <a:pPr/>
              <a:t>‹Nr.›</a:t>
            </a:fld>
            <a:endParaRPr lang="de-DE"/>
          </a:p>
        </p:txBody>
      </p:sp>
    </p:spTree>
    <p:extLst>
      <p:ext uri="{BB962C8B-B14F-4D97-AF65-F5344CB8AC3E}">
        <p14:creationId xmlns:p14="http://schemas.microsoft.com/office/powerpoint/2010/main" xmlns="" val="21932803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smtClean="0"/>
              <a:t>Unser neues Key Visual:</a:t>
            </a:r>
            <a:r>
              <a:rPr lang="de-DE" baseline="0" dirty="0" smtClean="0"/>
              <a:t> Verbindung mit einer Vision, die uns in den nächsten Jahren begleiten wird.</a:t>
            </a:r>
          </a:p>
          <a:p>
            <a:endParaRPr lang="de-DE"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de-DE" i="1" baseline="0" dirty="0" smtClean="0"/>
              <a:t>Idee: Wir könnten den Textilrahmen „Key Visual“ (steht hinter meinem Platz) mitbringen und ein rotes Tuch darüber legen, Enthüllung nach dem Film </a:t>
            </a:r>
            <a:endParaRPr lang="de-DE" i="1" dirty="0" smtClean="0"/>
          </a:p>
          <a:p>
            <a:endParaRPr lang="de-DE" dirty="0"/>
          </a:p>
        </p:txBody>
      </p:sp>
      <p:sp>
        <p:nvSpPr>
          <p:cNvPr id="4" name="Foliennummernplatzhalter 3"/>
          <p:cNvSpPr>
            <a:spLocks noGrp="1"/>
          </p:cNvSpPr>
          <p:nvPr>
            <p:ph type="sldNum" sz="quarter" idx="10"/>
          </p:nvPr>
        </p:nvSpPr>
        <p:spPr/>
        <p:txBody>
          <a:bodyPr/>
          <a:lstStyle/>
          <a:p>
            <a:fld id="{62928EF5-A62C-4775-BE32-0B4BBC139877}" type="slidenum">
              <a:rPr lang="de-DE" smtClean="0"/>
              <a:pPr/>
              <a:t>3</a:t>
            </a:fld>
            <a:endParaRPr lang="de-D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smtClean="0"/>
              <a:t>Unser neues Key Visual:</a:t>
            </a:r>
            <a:r>
              <a:rPr lang="de-DE" baseline="0" dirty="0" smtClean="0"/>
              <a:t> Verbindung mit einer Vision, die uns in den nächsten Jahren begleiten wird.</a:t>
            </a:r>
          </a:p>
          <a:p>
            <a:endParaRPr lang="de-DE"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de-DE" i="1" baseline="0" dirty="0" smtClean="0"/>
              <a:t>Idee: Wir könnten den Textilrahmen „Key Visual“ (steht hinter meinem Platz) mitbringen und ein rotes Tuch darüber legen, Enthüllung nach dem Film </a:t>
            </a:r>
            <a:endParaRPr lang="de-DE" i="1" dirty="0" smtClean="0"/>
          </a:p>
          <a:p>
            <a:endParaRPr lang="de-DE" dirty="0"/>
          </a:p>
        </p:txBody>
      </p:sp>
      <p:sp>
        <p:nvSpPr>
          <p:cNvPr id="4" name="Foliennummernplatzhalter 3"/>
          <p:cNvSpPr>
            <a:spLocks noGrp="1"/>
          </p:cNvSpPr>
          <p:nvPr>
            <p:ph type="sldNum" sz="quarter" idx="10"/>
          </p:nvPr>
        </p:nvSpPr>
        <p:spPr/>
        <p:txBody>
          <a:bodyPr/>
          <a:lstStyle/>
          <a:p>
            <a:fld id="{62928EF5-A62C-4775-BE32-0B4BBC139877}" type="slidenum">
              <a:rPr lang="de-DE" smtClean="0"/>
              <a:pPr/>
              <a:t>4</a:t>
            </a:fld>
            <a:endParaRPr lang="de-DE"/>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01_Titelfolie">
    <p:spTree>
      <p:nvGrpSpPr>
        <p:cNvPr id="1" name=""/>
        <p:cNvGrpSpPr/>
        <p:nvPr/>
      </p:nvGrpSpPr>
      <p:grpSpPr>
        <a:xfrm>
          <a:off x="0" y="0"/>
          <a:ext cx="0" cy="0"/>
          <a:chOff x="0" y="0"/>
          <a:chExt cx="0" cy="0"/>
        </a:xfrm>
      </p:grpSpPr>
      <p:pic>
        <p:nvPicPr>
          <p:cNvPr id="1026" name="Picture 2" descr="O:\_DRXGroup\MK\90_Change_Managment\05 Projekte_laufend\IPS\Synapsis\Grafik\low_PPT_final_bearb_Fotolia_86011606_XL.jpg"/>
          <p:cNvPicPr>
            <a:picLocks noChangeAspect="1" noChangeArrowheads="1"/>
          </p:cNvPicPr>
          <p:nvPr userDrawn="1"/>
        </p:nvPicPr>
        <p:blipFill>
          <a:blip r:embed="rId2" cstate="print"/>
          <a:srcRect/>
          <a:stretch>
            <a:fillRect/>
          </a:stretch>
        </p:blipFill>
        <p:spPr bwMode="auto">
          <a:xfrm>
            <a:off x="0" y="0"/>
            <a:ext cx="9200068" cy="5143500"/>
          </a:xfrm>
          <a:prstGeom prst="rect">
            <a:avLst/>
          </a:prstGeom>
          <a:noFill/>
        </p:spPr>
      </p:pic>
      <p:sp>
        <p:nvSpPr>
          <p:cNvPr id="18" name="Titel 7"/>
          <p:cNvSpPr txBox="1">
            <a:spLocks/>
          </p:cNvSpPr>
          <p:nvPr userDrawn="1"/>
        </p:nvSpPr>
        <p:spPr>
          <a:xfrm>
            <a:off x="179998" y="4594305"/>
            <a:ext cx="8784000" cy="394360"/>
          </a:xfrm>
          <a:prstGeom prst="rect">
            <a:avLst/>
          </a:prstGeom>
          <a:solidFill>
            <a:schemeClr val="bg1"/>
          </a:solidFill>
          <a:effectLst/>
        </p:spPr>
        <p:txBody>
          <a:bodyPr vert="horz" lIns="180000" tIns="90000" rIns="180000" bIns="540000" anchor="t" anchorCtr="0">
            <a:noAutofit/>
          </a:bodyPr>
          <a:lstStyle>
            <a:lvl1pPr algn="l" rtl="0" eaLnBrk="1" latinLnBrk="0" hangingPunct="1">
              <a:lnSpc>
                <a:spcPct val="100000"/>
              </a:lnSpc>
              <a:spcBef>
                <a:spcPct val="0"/>
              </a:spcBef>
              <a:spcAft>
                <a:spcPts val="600"/>
              </a:spcAft>
              <a:buNone/>
              <a:defRPr kumimoji="0" sz="3000" b="1" kern="1200">
                <a:solidFill>
                  <a:schemeClr val="tx1"/>
                </a:solidFill>
                <a:latin typeface="+mj-lt"/>
                <a:ea typeface="+mj-ea"/>
                <a:cs typeface="+mj-cs"/>
              </a:defRPr>
            </a:lvl1pPr>
          </a:lstStyle>
          <a:p>
            <a:endParaRPr lang="en-US" dirty="0"/>
          </a:p>
        </p:txBody>
      </p:sp>
      <p:sp>
        <p:nvSpPr>
          <p:cNvPr id="13" name="Titel 7"/>
          <p:cNvSpPr>
            <a:spLocks noGrp="1"/>
          </p:cNvSpPr>
          <p:nvPr>
            <p:ph type="ctrTitle" hasCustomPrompt="1"/>
          </p:nvPr>
        </p:nvSpPr>
        <p:spPr>
          <a:xfrm>
            <a:off x="179998" y="3579862"/>
            <a:ext cx="8784000" cy="1014443"/>
          </a:xfrm>
          <a:solidFill>
            <a:schemeClr val="bg1"/>
          </a:solidFill>
          <a:effectLst/>
        </p:spPr>
        <p:txBody>
          <a:bodyPr lIns="180000" tIns="90000" rIns="180000" bIns="540000" anchor="t" anchorCtr="0">
            <a:noAutofit/>
          </a:bodyPr>
          <a:lstStyle>
            <a:lvl1pPr algn="l">
              <a:defRPr sz="3000" baseline="0">
                <a:solidFill>
                  <a:schemeClr val="accent1"/>
                </a:solidFill>
              </a:defRPr>
            </a:lvl1pPr>
          </a:lstStyle>
          <a:p>
            <a:r>
              <a:rPr kumimoji="0" lang="de-DE" dirty="0" smtClean="0"/>
              <a:t>Thema Titel</a:t>
            </a:r>
            <a:endParaRPr kumimoji="0" lang="en-US" dirty="0"/>
          </a:p>
        </p:txBody>
      </p:sp>
      <p:sp>
        <p:nvSpPr>
          <p:cNvPr id="15" name="Untertitel 8"/>
          <p:cNvSpPr>
            <a:spLocks noGrp="1"/>
          </p:cNvSpPr>
          <p:nvPr>
            <p:ph type="subTitle" idx="1" hasCustomPrompt="1"/>
          </p:nvPr>
        </p:nvSpPr>
        <p:spPr>
          <a:xfrm>
            <a:off x="370573" y="4150027"/>
            <a:ext cx="8425225" cy="270000"/>
          </a:xfrm>
          <a:prstGeom prst="rect">
            <a:avLst/>
          </a:prstGeom>
        </p:spPr>
        <p:txBody>
          <a:bodyPr>
            <a:noAutofit/>
          </a:bodyPr>
          <a:lstStyle>
            <a:lvl1pPr marL="0" indent="0" algn="l">
              <a:buNone/>
              <a:defRPr sz="1600" baseline="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de-DE" dirty="0" smtClean="0"/>
              <a:t>Subheadtitel </a:t>
            </a:r>
            <a:endParaRPr kumimoji="0" lang="en-US" dirty="0"/>
          </a:p>
        </p:txBody>
      </p:sp>
      <p:pic>
        <p:nvPicPr>
          <p:cNvPr id="48" name="Bild 20" descr="DRX_LO1407_RGB_RZ.eps"/>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a:xfrm>
            <a:off x="7412815" y="332656"/>
            <a:ext cx="1402080" cy="595884"/>
          </a:xfrm>
          <a:prstGeom prst="rect">
            <a:avLst/>
          </a:prstGeom>
        </p:spPr>
      </p:pic>
      <p:pic>
        <p:nvPicPr>
          <p:cNvPr id="50" name="Bild 19" descr="DRX_LO1407_Claim_RGB_RZ.eps"/>
          <p:cNvPicPr>
            <a:picLocks noChangeAspect="1"/>
          </p:cNvPicPr>
          <p:nvPr userDrawn="1"/>
        </p:nvPicPr>
        <p:blipFill>
          <a:blip r:embed="rId4" cstate="print">
            <a:extLst>
              <a:ext uri="{28A0092B-C50C-407E-A947-70E740481C1C}">
                <a14:useLocalDpi xmlns:a14="http://schemas.microsoft.com/office/drawing/2010/main" xmlns="" val="0"/>
              </a:ext>
            </a:extLst>
          </a:blip>
          <a:stretch>
            <a:fillRect/>
          </a:stretch>
        </p:blipFill>
        <p:spPr>
          <a:xfrm>
            <a:off x="7418388" y="4763214"/>
            <a:ext cx="1402080" cy="116840"/>
          </a:xfrm>
          <a:prstGeom prst="rect">
            <a:avLst/>
          </a:prstGeom>
        </p:spPr>
      </p:pic>
      <p:cxnSp>
        <p:nvCxnSpPr>
          <p:cNvPr id="51" name="Gerade Verbindung 50"/>
          <p:cNvCxnSpPr/>
          <p:nvPr userDrawn="1"/>
        </p:nvCxnSpPr>
        <p:spPr>
          <a:xfrm>
            <a:off x="179708" y="4649382"/>
            <a:ext cx="8784583"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a:xfrm>
            <a:off x="371475" y="333376"/>
            <a:ext cx="6700838" cy="645270"/>
          </a:xfrm>
        </p:spPr>
        <p:txBody>
          <a:bodyPr/>
          <a:lstStyle/>
          <a:p>
            <a:r>
              <a:rPr lang="de-DE" smtClean="0"/>
              <a:t>Titelmasterformat durch Klicken bearbeiten</a:t>
            </a:r>
            <a:endParaRPr lang="de-DE" dirty="0"/>
          </a:p>
        </p:txBody>
      </p:sp>
      <p:sp>
        <p:nvSpPr>
          <p:cNvPr id="7" name="Textplatzhalter 6"/>
          <p:cNvSpPr>
            <a:spLocks noGrp="1"/>
          </p:cNvSpPr>
          <p:nvPr>
            <p:ph type="body" sz="quarter" idx="12"/>
          </p:nvPr>
        </p:nvSpPr>
        <p:spPr>
          <a:xfrm>
            <a:off x="368136" y="1263650"/>
            <a:ext cx="8443356" cy="3468340"/>
          </a:xfrm>
        </p:spPr>
        <p:txBody>
          <a:bodyPr/>
          <a:lstStyle>
            <a:lvl2pPr marL="182563" indent="-182563">
              <a:defRPr/>
            </a:lvl2pPr>
          </a:lstStyle>
          <a:p>
            <a:pPr lvl="0"/>
            <a:r>
              <a:rPr lang="de-DE" smtClean="0"/>
              <a:t>Textmasterformate durch Klicken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dirty="0"/>
          </a:p>
        </p:txBody>
      </p:sp>
      <p:sp>
        <p:nvSpPr>
          <p:cNvPr id="8" name="Datumsplatzhalter 9"/>
          <p:cNvSpPr>
            <a:spLocks noGrp="1"/>
          </p:cNvSpPr>
          <p:nvPr>
            <p:ph type="dt" sz="half" idx="2"/>
          </p:nvPr>
        </p:nvSpPr>
        <p:spPr>
          <a:xfrm>
            <a:off x="840272" y="4786184"/>
            <a:ext cx="6336704" cy="163063"/>
          </a:xfrm>
          <a:prstGeom prst="rect">
            <a:avLst/>
          </a:prstGeom>
        </p:spPr>
        <p:txBody>
          <a:bodyPr vert="horz" lIns="0" tIns="0" rIns="0" bIns="0" rtlCol="0" anchor="ctr"/>
          <a:lstStyle>
            <a:lvl1pPr algn="l">
              <a:defRPr lang="de-DE" sz="700" kern="1200" smtClean="0">
                <a:solidFill>
                  <a:schemeClr val="accent2"/>
                </a:solidFill>
                <a:latin typeface="+mn-lt"/>
                <a:ea typeface="+mn-ea"/>
                <a:cs typeface="+mn-cs"/>
              </a:defRPr>
            </a:lvl1pPr>
          </a:lstStyle>
          <a:p>
            <a:fld id="{058B40CA-D5A0-43D7-9954-3C8CCE2C62CB}" type="datetime1">
              <a:rPr lang="de-DE" smtClean="0"/>
              <a:pPr/>
              <a:t>12.04.2017</a:t>
            </a:fld>
            <a:endParaRPr lang="de-DE" dirty="0"/>
          </a:p>
        </p:txBody>
      </p:sp>
      <p:sp>
        <p:nvSpPr>
          <p:cNvPr id="9" name="Foliennummernplatzhalter 22"/>
          <p:cNvSpPr>
            <a:spLocks noGrp="1"/>
          </p:cNvSpPr>
          <p:nvPr>
            <p:ph type="sldNum" sz="quarter" idx="4"/>
          </p:nvPr>
        </p:nvSpPr>
        <p:spPr>
          <a:xfrm>
            <a:off x="372688" y="4786185"/>
            <a:ext cx="467584" cy="161984"/>
          </a:xfrm>
          <a:prstGeom prst="rect">
            <a:avLst/>
          </a:prstGeom>
        </p:spPr>
        <p:txBody>
          <a:bodyPr vert="horz" lIns="0" tIns="0" rIns="0" bIns="0" anchor="ctr"/>
          <a:lstStyle>
            <a:lvl1pPr algn="l" eaLnBrk="1" latinLnBrk="0" hangingPunct="1">
              <a:defRPr kumimoji="0" sz="700" b="1">
                <a:solidFill>
                  <a:schemeClr val="accent2"/>
                </a:solidFill>
              </a:defRPr>
            </a:lvl1pPr>
          </a:lstStyle>
          <a:p>
            <a:fld id="{173FEA60-B56A-DE49-B4F9-939AB62E9280}" type="slidenum">
              <a:rPr lang="de-DE" smtClean="0"/>
              <a:pPr/>
              <a:t>‹Nr.›</a:t>
            </a:fld>
            <a:endParaRPr lang="de-DE" dirty="0"/>
          </a:p>
        </p:txBody>
      </p:sp>
      <p:sp>
        <p:nvSpPr>
          <p:cNvPr id="12" name="Fußzeilenplatzhalter 4"/>
          <p:cNvSpPr>
            <a:spLocks noGrp="1"/>
          </p:cNvSpPr>
          <p:nvPr>
            <p:ph type="ftr" sz="quarter" idx="3"/>
          </p:nvPr>
        </p:nvSpPr>
        <p:spPr>
          <a:xfrm>
            <a:off x="371931" y="4961048"/>
            <a:ext cx="6805045" cy="125083"/>
          </a:xfrm>
          <a:prstGeom prst="rect">
            <a:avLst/>
          </a:prstGeom>
        </p:spPr>
        <p:txBody>
          <a:bodyPr lIns="0" anchor="b" anchorCtr="0"/>
          <a:lstStyle>
            <a:lvl1pPr>
              <a:defRPr sz="700">
                <a:solidFill>
                  <a:schemeClr val="accent2"/>
                </a:solidFill>
              </a:defRPr>
            </a:lvl1pPr>
          </a:lstStyle>
          <a:p>
            <a:r>
              <a:rPr lang="en-US" sz="600" dirty="0" smtClean="0"/>
              <a:t>Internal: All rights reserved. Distribution within DRÄXLMAIER Group, customer and partners.</a:t>
            </a:r>
            <a:endParaRPr lang="de-DE"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und Inhalt - Zahl">
    <p:spTree>
      <p:nvGrpSpPr>
        <p:cNvPr id="1" name=""/>
        <p:cNvGrpSpPr/>
        <p:nvPr/>
      </p:nvGrpSpPr>
      <p:grpSpPr>
        <a:xfrm>
          <a:off x="0" y="0"/>
          <a:ext cx="0" cy="0"/>
          <a:chOff x="0" y="0"/>
          <a:chExt cx="0" cy="0"/>
        </a:xfrm>
      </p:grpSpPr>
      <p:sp>
        <p:nvSpPr>
          <p:cNvPr id="13" name="Inhaltsplatzhalter 12"/>
          <p:cNvSpPr>
            <a:spLocks noGrp="1"/>
          </p:cNvSpPr>
          <p:nvPr>
            <p:ph sz="quarter" idx="13"/>
          </p:nvPr>
        </p:nvSpPr>
        <p:spPr>
          <a:xfrm>
            <a:off x="368135" y="1263650"/>
            <a:ext cx="8443356" cy="3468667"/>
          </a:xfrm>
          <a:prstGeom prst="rect">
            <a:avLst/>
          </a:prstGeom>
        </p:spPr>
        <p:txBody>
          <a:bodyPr/>
          <a:lstStyle>
            <a:lvl2pPr marL="266700" indent="-266700">
              <a:buFont typeface="+mj-lt"/>
              <a:buAutoNum type="arabicPeriod"/>
              <a:tabLst>
                <a:tab pos="265113" algn="l"/>
              </a:tabLst>
              <a:defRPr/>
            </a:lvl2pPr>
            <a:lvl3pPr marL="449263" indent="-271463">
              <a:buFont typeface="+mj-lt"/>
              <a:buAutoNum type="arabicPeriod"/>
              <a:defRPr/>
            </a:lvl3pPr>
            <a:lvl4pPr marL="625475" indent="-266700">
              <a:buFont typeface="+mj-lt"/>
              <a:buAutoNum type="arabicPeriod"/>
              <a:defRPr/>
            </a:lvl4pPr>
            <a:lvl5pPr marL="808038" indent="-268288">
              <a:buFont typeface="+mj-lt"/>
              <a:buAutoNum type="arabicPeriod"/>
              <a:defRPr/>
            </a:lvl5pPr>
          </a:lstStyle>
          <a:p>
            <a:pPr lvl="0"/>
            <a:r>
              <a:rPr lang="de-DE" smtClean="0"/>
              <a:t>Textmasterformate durch Klicken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dirty="0"/>
          </a:p>
        </p:txBody>
      </p:sp>
      <p:sp>
        <p:nvSpPr>
          <p:cNvPr id="8" name="Datumsplatzhalter 9"/>
          <p:cNvSpPr>
            <a:spLocks noGrp="1"/>
          </p:cNvSpPr>
          <p:nvPr>
            <p:ph type="dt" sz="half" idx="2"/>
          </p:nvPr>
        </p:nvSpPr>
        <p:spPr>
          <a:xfrm>
            <a:off x="840272" y="4786184"/>
            <a:ext cx="6336704" cy="163063"/>
          </a:xfrm>
          <a:prstGeom prst="rect">
            <a:avLst/>
          </a:prstGeom>
        </p:spPr>
        <p:txBody>
          <a:bodyPr vert="horz" lIns="0" tIns="0" rIns="0" bIns="0" rtlCol="0" anchor="ctr"/>
          <a:lstStyle>
            <a:lvl1pPr algn="l">
              <a:defRPr lang="de-DE" sz="700" kern="1200" smtClean="0">
                <a:solidFill>
                  <a:schemeClr val="accent2"/>
                </a:solidFill>
                <a:latin typeface="+mn-lt"/>
                <a:ea typeface="+mn-ea"/>
                <a:cs typeface="+mn-cs"/>
              </a:defRPr>
            </a:lvl1pPr>
          </a:lstStyle>
          <a:p>
            <a:fld id="{A2F13F7F-856E-49FB-95F8-AB54219508A6}" type="datetime1">
              <a:rPr lang="de-DE" smtClean="0"/>
              <a:pPr/>
              <a:t>12.04.2017</a:t>
            </a:fld>
            <a:endParaRPr lang="de-DE" dirty="0"/>
          </a:p>
        </p:txBody>
      </p:sp>
      <p:sp>
        <p:nvSpPr>
          <p:cNvPr id="9" name="Foliennummernplatzhalter 22"/>
          <p:cNvSpPr>
            <a:spLocks noGrp="1"/>
          </p:cNvSpPr>
          <p:nvPr>
            <p:ph type="sldNum" sz="quarter" idx="4"/>
          </p:nvPr>
        </p:nvSpPr>
        <p:spPr>
          <a:xfrm>
            <a:off x="372688" y="4786185"/>
            <a:ext cx="467584" cy="161984"/>
          </a:xfrm>
          <a:prstGeom prst="rect">
            <a:avLst/>
          </a:prstGeom>
        </p:spPr>
        <p:txBody>
          <a:bodyPr vert="horz" lIns="0" tIns="0" rIns="0" bIns="0" anchor="ctr"/>
          <a:lstStyle>
            <a:lvl1pPr algn="l" eaLnBrk="1" latinLnBrk="0" hangingPunct="1">
              <a:defRPr kumimoji="0" sz="700" b="1">
                <a:solidFill>
                  <a:schemeClr val="accent2"/>
                </a:solidFill>
              </a:defRPr>
            </a:lvl1pPr>
          </a:lstStyle>
          <a:p>
            <a:fld id="{173FEA60-B56A-DE49-B4F9-939AB62E9280}" type="slidenum">
              <a:rPr lang="de-DE" smtClean="0"/>
              <a:pPr/>
              <a:t>‹Nr.›</a:t>
            </a:fld>
            <a:endParaRPr lang="de-DE" dirty="0"/>
          </a:p>
        </p:txBody>
      </p:sp>
      <p:sp>
        <p:nvSpPr>
          <p:cNvPr id="10" name="Titel 1"/>
          <p:cNvSpPr>
            <a:spLocks noGrp="1"/>
          </p:cNvSpPr>
          <p:nvPr>
            <p:ph type="title"/>
          </p:nvPr>
        </p:nvSpPr>
        <p:spPr>
          <a:xfrm>
            <a:off x="371475" y="333376"/>
            <a:ext cx="6700838" cy="645270"/>
          </a:xfrm>
        </p:spPr>
        <p:txBody>
          <a:bodyPr/>
          <a:lstStyle/>
          <a:p>
            <a:r>
              <a:rPr lang="de-DE" smtClean="0"/>
              <a:t>Titelmasterformat durch Klicken bearbeiten</a:t>
            </a:r>
            <a:endParaRPr lang="de-DE"/>
          </a:p>
        </p:txBody>
      </p:sp>
      <p:sp>
        <p:nvSpPr>
          <p:cNvPr id="7" name="Fußzeilenplatzhalter 4"/>
          <p:cNvSpPr>
            <a:spLocks noGrp="1"/>
          </p:cNvSpPr>
          <p:nvPr>
            <p:ph type="ftr" sz="quarter" idx="3"/>
          </p:nvPr>
        </p:nvSpPr>
        <p:spPr>
          <a:xfrm>
            <a:off x="371931" y="4961048"/>
            <a:ext cx="6805045" cy="125083"/>
          </a:xfrm>
          <a:prstGeom prst="rect">
            <a:avLst/>
          </a:prstGeom>
        </p:spPr>
        <p:txBody>
          <a:bodyPr lIns="0" anchor="b" anchorCtr="0"/>
          <a:lstStyle>
            <a:lvl1pPr>
              <a:defRPr sz="700">
                <a:solidFill>
                  <a:schemeClr val="accent2"/>
                </a:solidFill>
              </a:defRPr>
            </a:lvl1pPr>
          </a:lstStyle>
          <a:p>
            <a:r>
              <a:rPr lang="en-US" sz="600" dirty="0" smtClean="0"/>
              <a:t>Internal: All rights reserved. Distribution within DRÄXLMAIER Group, customer and partners.</a:t>
            </a:r>
            <a:endParaRPr lang="de-DE" dirty="0"/>
          </a:p>
        </p:txBody>
      </p:sp>
    </p:spTree>
    <p:extLst>
      <p:ext uri="{BB962C8B-B14F-4D97-AF65-F5344CB8AC3E}">
        <p14:creationId xmlns:p14="http://schemas.microsoft.com/office/powerpoint/2010/main" xmlns="" val="748335998"/>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el und 2-spaltiger Inhalt">
    <p:spTree>
      <p:nvGrpSpPr>
        <p:cNvPr id="1" name=""/>
        <p:cNvGrpSpPr/>
        <p:nvPr/>
      </p:nvGrpSpPr>
      <p:grpSpPr>
        <a:xfrm>
          <a:off x="0" y="0"/>
          <a:ext cx="0" cy="0"/>
          <a:chOff x="0" y="0"/>
          <a:chExt cx="0" cy="0"/>
        </a:xfrm>
      </p:grpSpPr>
      <p:sp>
        <p:nvSpPr>
          <p:cNvPr id="10" name="Textplatzhalter 9"/>
          <p:cNvSpPr>
            <a:spLocks noGrp="1"/>
          </p:cNvSpPr>
          <p:nvPr>
            <p:ph type="body" sz="quarter" idx="13"/>
          </p:nvPr>
        </p:nvSpPr>
        <p:spPr>
          <a:xfrm>
            <a:off x="368135" y="1263650"/>
            <a:ext cx="4085112" cy="3468668"/>
          </a:xfrm>
        </p:spPr>
        <p:txBody>
          <a:bodyPr/>
          <a:lstStyle/>
          <a:p>
            <a:pPr lvl="0"/>
            <a:r>
              <a:rPr lang="de-DE" dirty="0" smtClean="0"/>
              <a:t>Textmasterformate durch Klicken bearbeiten</a:t>
            </a:r>
          </a:p>
          <a:p>
            <a:pPr lvl="1"/>
            <a:r>
              <a:rPr lang="de-DE" dirty="0" smtClean="0"/>
              <a:t>Zweite Ebene</a:t>
            </a:r>
          </a:p>
          <a:p>
            <a:pPr lvl="2"/>
            <a:r>
              <a:rPr lang="de-DE" dirty="0" smtClean="0"/>
              <a:t>Dritte Ebene</a:t>
            </a:r>
          </a:p>
          <a:p>
            <a:pPr lvl="3"/>
            <a:r>
              <a:rPr lang="de-DE" dirty="0" smtClean="0"/>
              <a:t>Vierte Ebene</a:t>
            </a:r>
          </a:p>
          <a:p>
            <a:pPr lvl="4"/>
            <a:r>
              <a:rPr lang="de-DE" dirty="0" smtClean="0"/>
              <a:t>Fünfte Ebene</a:t>
            </a:r>
            <a:endParaRPr lang="de-DE" dirty="0"/>
          </a:p>
        </p:txBody>
      </p:sp>
      <p:sp>
        <p:nvSpPr>
          <p:cNvPr id="11" name="Textplatzhalter 9"/>
          <p:cNvSpPr>
            <a:spLocks noGrp="1"/>
          </p:cNvSpPr>
          <p:nvPr>
            <p:ph type="body" sz="quarter" idx="14"/>
          </p:nvPr>
        </p:nvSpPr>
        <p:spPr>
          <a:xfrm>
            <a:off x="4681224" y="1263650"/>
            <a:ext cx="4130267" cy="3468668"/>
          </a:xfrm>
        </p:spPr>
        <p:txBody>
          <a:bodyPr/>
          <a:lstStyle/>
          <a:p>
            <a:pPr lvl="0"/>
            <a:r>
              <a:rPr lang="de-DE" smtClean="0"/>
              <a:t>Textmasterformate durch Klicken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dirty="0"/>
          </a:p>
        </p:txBody>
      </p:sp>
      <p:sp>
        <p:nvSpPr>
          <p:cNvPr id="12" name="Datumsplatzhalter 9"/>
          <p:cNvSpPr>
            <a:spLocks noGrp="1"/>
          </p:cNvSpPr>
          <p:nvPr>
            <p:ph type="dt" sz="half" idx="2"/>
          </p:nvPr>
        </p:nvSpPr>
        <p:spPr>
          <a:xfrm>
            <a:off x="840272" y="4786184"/>
            <a:ext cx="6336704" cy="163063"/>
          </a:xfrm>
          <a:prstGeom prst="rect">
            <a:avLst/>
          </a:prstGeom>
        </p:spPr>
        <p:txBody>
          <a:bodyPr vert="horz" lIns="0" tIns="0" rIns="0" bIns="0" rtlCol="0" anchor="ctr"/>
          <a:lstStyle>
            <a:lvl1pPr algn="l">
              <a:defRPr lang="de-DE" sz="700" kern="1200" smtClean="0">
                <a:solidFill>
                  <a:schemeClr val="accent2"/>
                </a:solidFill>
                <a:latin typeface="+mn-lt"/>
                <a:ea typeface="+mn-ea"/>
                <a:cs typeface="+mn-cs"/>
              </a:defRPr>
            </a:lvl1pPr>
          </a:lstStyle>
          <a:p>
            <a:fld id="{9BBDC534-2FEC-4DF1-AA2E-6625FD8BA653}" type="datetime1">
              <a:rPr lang="de-DE" smtClean="0"/>
              <a:pPr/>
              <a:t>12.04.2017</a:t>
            </a:fld>
            <a:endParaRPr lang="de-DE" dirty="0"/>
          </a:p>
        </p:txBody>
      </p:sp>
      <p:sp>
        <p:nvSpPr>
          <p:cNvPr id="13" name="Foliennummernplatzhalter 22"/>
          <p:cNvSpPr>
            <a:spLocks noGrp="1"/>
          </p:cNvSpPr>
          <p:nvPr>
            <p:ph type="sldNum" sz="quarter" idx="4"/>
          </p:nvPr>
        </p:nvSpPr>
        <p:spPr>
          <a:xfrm>
            <a:off x="372688" y="4786185"/>
            <a:ext cx="467584" cy="161984"/>
          </a:xfrm>
          <a:prstGeom prst="rect">
            <a:avLst/>
          </a:prstGeom>
        </p:spPr>
        <p:txBody>
          <a:bodyPr vert="horz" lIns="0" tIns="0" rIns="0" bIns="0" anchor="ctr"/>
          <a:lstStyle>
            <a:lvl1pPr algn="l" eaLnBrk="1" latinLnBrk="0" hangingPunct="1">
              <a:defRPr kumimoji="0" sz="700" b="1">
                <a:solidFill>
                  <a:schemeClr val="accent2"/>
                </a:solidFill>
              </a:defRPr>
            </a:lvl1pPr>
          </a:lstStyle>
          <a:p>
            <a:fld id="{173FEA60-B56A-DE49-B4F9-939AB62E9280}" type="slidenum">
              <a:rPr lang="de-DE" smtClean="0"/>
              <a:pPr/>
              <a:t>‹Nr.›</a:t>
            </a:fld>
            <a:endParaRPr lang="de-DE" dirty="0"/>
          </a:p>
        </p:txBody>
      </p:sp>
      <p:sp>
        <p:nvSpPr>
          <p:cNvPr id="8" name="Titel 1"/>
          <p:cNvSpPr>
            <a:spLocks noGrp="1"/>
          </p:cNvSpPr>
          <p:nvPr>
            <p:ph type="title"/>
          </p:nvPr>
        </p:nvSpPr>
        <p:spPr>
          <a:xfrm>
            <a:off x="371475" y="333376"/>
            <a:ext cx="6700838" cy="645270"/>
          </a:xfrm>
        </p:spPr>
        <p:txBody>
          <a:bodyPr/>
          <a:lstStyle/>
          <a:p>
            <a:r>
              <a:rPr lang="de-DE" dirty="0" smtClean="0"/>
              <a:t>Titelmasterformat durch Klicken bearbeiten</a:t>
            </a:r>
            <a:endParaRPr lang="de-DE" dirty="0"/>
          </a:p>
        </p:txBody>
      </p:sp>
      <p:sp>
        <p:nvSpPr>
          <p:cNvPr id="9" name="Fußzeilenplatzhalter 4"/>
          <p:cNvSpPr>
            <a:spLocks noGrp="1"/>
          </p:cNvSpPr>
          <p:nvPr>
            <p:ph type="ftr" sz="quarter" idx="3"/>
          </p:nvPr>
        </p:nvSpPr>
        <p:spPr>
          <a:xfrm>
            <a:off x="371931" y="4961048"/>
            <a:ext cx="6805045" cy="125083"/>
          </a:xfrm>
          <a:prstGeom prst="rect">
            <a:avLst/>
          </a:prstGeom>
        </p:spPr>
        <p:txBody>
          <a:bodyPr lIns="0" anchor="b" anchorCtr="0"/>
          <a:lstStyle>
            <a:lvl1pPr>
              <a:defRPr sz="700">
                <a:solidFill>
                  <a:schemeClr val="accent2"/>
                </a:solidFill>
              </a:defRPr>
            </a:lvl1pPr>
          </a:lstStyle>
          <a:p>
            <a:r>
              <a:rPr lang="en-US" sz="600" dirty="0" smtClean="0"/>
              <a:t>Internal: All rights reserved. Distribution within DRÄXLMAIER Group, customer and partners.</a:t>
            </a:r>
            <a:endParaRPr lang="de-DE" dirty="0"/>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el und Grafik/Bild/Tabelle ">
    <p:spTree>
      <p:nvGrpSpPr>
        <p:cNvPr id="1" name=""/>
        <p:cNvGrpSpPr/>
        <p:nvPr/>
      </p:nvGrpSpPr>
      <p:grpSpPr>
        <a:xfrm>
          <a:off x="0" y="0"/>
          <a:ext cx="0" cy="0"/>
          <a:chOff x="0" y="0"/>
          <a:chExt cx="0" cy="0"/>
        </a:xfrm>
      </p:grpSpPr>
      <p:sp>
        <p:nvSpPr>
          <p:cNvPr id="10" name="Inhaltsplatzhalter 9"/>
          <p:cNvSpPr>
            <a:spLocks noGrp="1"/>
          </p:cNvSpPr>
          <p:nvPr>
            <p:ph sz="quarter" idx="13" hasCustomPrompt="1"/>
          </p:nvPr>
        </p:nvSpPr>
        <p:spPr>
          <a:xfrm>
            <a:off x="368135" y="1263650"/>
            <a:ext cx="8443356" cy="3468668"/>
          </a:xfrm>
          <a:prstGeom prst="rect">
            <a:avLst/>
          </a:prstGeom>
        </p:spPr>
        <p:txBody>
          <a:bodyPr/>
          <a:lstStyle>
            <a:lvl1pPr marL="274320" marR="0" indent="-274320" algn="l" defTabSz="914400" rtl="0" eaLnBrk="1" fontAlgn="auto" latinLnBrk="0" hangingPunct="1">
              <a:lnSpc>
                <a:spcPct val="100000"/>
              </a:lnSpc>
              <a:spcBef>
                <a:spcPts val="600"/>
              </a:spcBef>
              <a:spcAft>
                <a:spcPts val="0"/>
              </a:spcAft>
              <a:buClr>
                <a:schemeClr val="accent1"/>
              </a:buClr>
              <a:buSzPct val="76000"/>
              <a:buFont typeface="Wingdings 3"/>
              <a:buNone/>
              <a:tabLst/>
              <a:defRPr baseline="0"/>
            </a:lvl1pPr>
          </a:lstStyle>
          <a:p>
            <a:pPr marL="274320" marR="0" lvl="0" indent="-274320" algn="l" defTabSz="914400" rtl="0" eaLnBrk="1" fontAlgn="auto" latinLnBrk="0" hangingPunct="1">
              <a:lnSpc>
                <a:spcPct val="100000"/>
              </a:lnSpc>
              <a:spcBef>
                <a:spcPts val="600"/>
              </a:spcBef>
              <a:spcAft>
                <a:spcPts val="0"/>
              </a:spcAft>
              <a:buClr>
                <a:schemeClr val="accent1"/>
              </a:buClr>
              <a:buSzPct val="76000"/>
              <a:buFont typeface="Wingdings 3"/>
              <a:buNone/>
              <a:tabLst/>
              <a:defRPr/>
            </a:pPr>
            <a:r>
              <a:rPr lang="de-DE" dirty="0" smtClean="0"/>
              <a:t>Platzhalter für Grafik, Bild oder Tabelle etc.</a:t>
            </a:r>
          </a:p>
          <a:p>
            <a:pPr lvl="0"/>
            <a:endParaRPr lang="de-DE" dirty="0"/>
          </a:p>
        </p:txBody>
      </p:sp>
      <p:sp>
        <p:nvSpPr>
          <p:cNvPr id="8" name="Datumsplatzhalter 9"/>
          <p:cNvSpPr>
            <a:spLocks noGrp="1"/>
          </p:cNvSpPr>
          <p:nvPr>
            <p:ph type="dt" sz="half" idx="2"/>
          </p:nvPr>
        </p:nvSpPr>
        <p:spPr>
          <a:xfrm>
            <a:off x="840272" y="4786184"/>
            <a:ext cx="6336704" cy="163063"/>
          </a:xfrm>
          <a:prstGeom prst="rect">
            <a:avLst/>
          </a:prstGeom>
        </p:spPr>
        <p:txBody>
          <a:bodyPr vert="horz" lIns="0" tIns="0" rIns="0" bIns="0" rtlCol="0" anchor="ctr"/>
          <a:lstStyle>
            <a:lvl1pPr algn="l">
              <a:defRPr lang="de-DE" sz="700" kern="1200" smtClean="0">
                <a:solidFill>
                  <a:schemeClr val="accent2"/>
                </a:solidFill>
                <a:latin typeface="+mn-lt"/>
                <a:ea typeface="+mn-ea"/>
                <a:cs typeface="+mn-cs"/>
              </a:defRPr>
            </a:lvl1pPr>
          </a:lstStyle>
          <a:p>
            <a:fld id="{4CA86855-55D4-42A4-92A6-A124B35CD19B}" type="datetime1">
              <a:rPr lang="de-DE" smtClean="0"/>
              <a:pPr/>
              <a:t>12.04.2017</a:t>
            </a:fld>
            <a:endParaRPr lang="de-DE" dirty="0"/>
          </a:p>
        </p:txBody>
      </p:sp>
      <p:sp>
        <p:nvSpPr>
          <p:cNvPr id="12" name="Foliennummernplatzhalter 22"/>
          <p:cNvSpPr>
            <a:spLocks noGrp="1"/>
          </p:cNvSpPr>
          <p:nvPr>
            <p:ph type="sldNum" sz="quarter" idx="4"/>
          </p:nvPr>
        </p:nvSpPr>
        <p:spPr>
          <a:xfrm>
            <a:off x="372688" y="4786185"/>
            <a:ext cx="467584" cy="161984"/>
          </a:xfrm>
          <a:prstGeom prst="rect">
            <a:avLst/>
          </a:prstGeom>
        </p:spPr>
        <p:txBody>
          <a:bodyPr vert="horz" lIns="0" tIns="0" rIns="0" bIns="0" anchor="ctr"/>
          <a:lstStyle>
            <a:lvl1pPr algn="l" eaLnBrk="1" latinLnBrk="0" hangingPunct="1">
              <a:defRPr kumimoji="0" sz="700" b="1">
                <a:solidFill>
                  <a:schemeClr val="accent2"/>
                </a:solidFill>
              </a:defRPr>
            </a:lvl1pPr>
          </a:lstStyle>
          <a:p>
            <a:fld id="{173FEA60-B56A-DE49-B4F9-939AB62E9280}" type="slidenum">
              <a:rPr lang="de-DE" smtClean="0"/>
              <a:pPr/>
              <a:t>‹Nr.›</a:t>
            </a:fld>
            <a:endParaRPr lang="de-DE" dirty="0"/>
          </a:p>
        </p:txBody>
      </p:sp>
      <p:sp>
        <p:nvSpPr>
          <p:cNvPr id="7" name="Titel 1"/>
          <p:cNvSpPr>
            <a:spLocks noGrp="1"/>
          </p:cNvSpPr>
          <p:nvPr>
            <p:ph type="title"/>
          </p:nvPr>
        </p:nvSpPr>
        <p:spPr>
          <a:xfrm>
            <a:off x="371475" y="333376"/>
            <a:ext cx="6700838" cy="645270"/>
          </a:xfrm>
        </p:spPr>
        <p:txBody>
          <a:bodyPr/>
          <a:lstStyle/>
          <a:p>
            <a:r>
              <a:rPr lang="de-DE" smtClean="0"/>
              <a:t>Titelmasterformat durch Klicken bearbeiten</a:t>
            </a:r>
            <a:endParaRPr lang="de-DE" dirty="0"/>
          </a:p>
        </p:txBody>
      </p:sp>
      <p:sp>
        <p:nvSpPr>
          <p:cNvPr id="9" name="Fußzeilenplatzhalter 4"/>
          <p:cNvSpPr>
            <a:spLocks noGrp="1"/>
          </p:cNvSpPr>
          <p:nvPr>
            <p:ph type="ftr" sz="quarter" idx="3"/>
          </p:nvPr>
        </p:nvSpPr>
        <p:spPr>
          <a:xfrm>
            <a:off x="371931" y="4961048"/>
            <a:ext cx="6805045" cy="125083"/>
          </a:xfrm>
          <a:prstGeom prst="rect">
            <a:avLst/>
          </a:prstGeom>
        </p:spPr>
        <p:txBody>
          <a:bodyPr lIns="0" anchor="b" anchorCtr="0"/>
          <a:lstStyle>
            <a:lvl1pPr>
              <a:defRPr sz="700">
                <a:solidFill>
                  <a:schemeClr val="accent2"/>
                </a:solidFill>
              </a:defRPr>
            </a:lvl1pPr>
          </a:lstStyle>
          <a:p>
            <a:r>
              <a:rPr lang="en-US" sz="600" dirty="0" smtClean="0"/>
              <a:t>Internal: All rights reserved. Distribution within DRÄXLMAIER Group, customer and partners.</a:t>
            </a:r>
            <a:endParaRPr lang="de-DE" dirty="0"/>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el und Grafik/Bild/Tabelle und Text">
    <p:spTree>
      <p:nvGrpSpPr>
        <p:cNvPr id="1" name=""/>
        <p:cNvGrpSpPr/>
        <p:nvPr/>
      </p:nvGrpSpPr>
      <p:grpSpPr>
        <a:xfrm>
          <a:off x="0" y="0"/>
          <a:ext cx="0" cy="0"/>
          <a:chOff x="0" y="0"/>
          <a:chExt cx="0" cy="0"/>
        </a:xfrm>
      </p:grpSpPr>
      <p:sp>
        <p:nvSpPr>
          <p:cNvPr id="7" name="Inhaltsplatzhalter 6"/>
          <p:cNvSpPr>
            <a:spLocks noGrp="1"/>
          </p:cNvSpPr>
          <p:nvPr>
            <p:ph sz="quarter" idx="15" hasCustomPrompt="1"/>
          </p:nvPr>
        </p:nvSpPr>
        <p:spPr>
          <a:xfrm>
            <a:off x="368135" y="1263650"/>
            <a:ext cx="4091049" cy="3468667"/>
          </a:xfrm>
          <a:prstGeom prst="rect">
            <a:avLst/>
          </a:prstGeom>
        </p:spPr>
        <p:txBody>
          <a:bodyPr/>
          <a:lstStyle>
            <a:lvl1pPr marL="274320" marR="0" indent="-274320" algn="l" defTabSz="914400" rtl="0" eaLnBrk="1" fontAlgn="auto" latinLnBrk="0" hangingPunct="1">
              <a:lnSpc>
                <a:spcPct val="100000"/>
              </a:lnSpc>
              <a:spcBef>
                <a:spcPts val="600"/>
              </a:spcBef>
              <a:spcAft>
                <a:spcPts val="0"/>
              </a:spcAft>
              <a:buClr>
                <a:schemeClr val="accent1"/>
              </a:buClr>
              <a:buSzPct val="76000"/>
              <a:buFont typeface="Wingdings 3"/>
              <a:buNone/>
              <a:tabLst/>
              <a:defRPr baseline="0"/>
            </a:lvl1pPr>
          </a:lstStyle>
          <a:p>
            <a:pPr marL="274320" marR="0" lvl="0" indent="-274320" algn="l" defTabSz="914400" rtl="0" eaLnBrk="1" fontAlgn="auto" latinLnBrk="0" hangingPunct="1">
              <a:lnSpc>
                <a:spcPct val="100000"/>
              </a:lnSpc>
              <a:spcBef>
                <a:spcPts val="600"/>
              </a:spcBef>
              <a:spcAft>
                <a:spcPts val="0"/>
              </a:spcAft>
              <a:buClr>
                <a:schemeClr val="accent1"/>
              </a:buClr>
              <a:buSzPct val="76000"/>
              <a:buFont typeface="Wingdings 3"/>
              <a:buNone/>
              <a:tabLst/>
              <a:defRPr/>
            </a:pPr>
            <a:r>
              <a:rPr lang="de-DE" dirty="0" smtClean="0"/>
              <a:t>Platzhalter für Grafik, Bild oder Tabelle etc.</a:t>
            </a:r>
          </a:p>
        </p:txBody>
      </p:sp>
      <p:sp>
        <p:nvSpPr>
          <p:cNvPr id="8" name="Textplatzhalter 9"/>
          <p:cNvSpPr>
            <a:spLocks noGrp="1"/>
          </p:cNvSpPr>
          <p:nvPr>
            <p:ph type="body" sz="quarter" idx="13"/>
          </p:nvPr>
        </p:nvSpPr>
        <p:spPr>
          <a:xfrm>
            <a:off x="4678878" y="1263605"/>
            <a:ext cx="4132614" cy="3468709"/>
          </a:xfrm>
        </p:spPr>
        <p:txBody>
          <a:bodyPr/>
          <a:lstStyle/>
          <a:p>
            <a:pPr lvl="0"/>
            <a:r>
              <a:rPr lang="de-DE" smtClean="0"/>
              <a:t>Textmasterformate durch Klicken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dirty="0"/>
          </a:p>
        </p:txBody>
      </p:sp>
      <p:sp>
        <p:nvSpPr>
          <p:cNvPr id="12" name="Datumsplatzhalter 9"/>
          <p:cNvSpPr>
            <a:spLocks noGrp="1"/>
          </p:cNvSpPr>
          <p:nvPr>
            <p:ph type="dt" sz="half" idx="2"/>
          </p:nvPr>
        </p:nvSpPr>
        <p:spPr>
          <a:xfrm>
            <a:off x="840272" y="4786184"/>
            <a:ext cx="6336704" cy="163063"/>
          </a:xfrm>
          <a:prstGeom prst="rect">
            <a:avLst/>
          </a:prstGeom>
        </p:spPr>
        <p:txBody>
          <a:bodyPr vert="horz" lIns="0" tIns="0" rIns="0" bIns="0" rtlCol="0" anchor="ctr"/>
          <a:lstStyle>
            <a:lvl1pPr algn="l">
              <a:defRPr lang="de-DE" sz="700" kern="1200" smtClean="0">
                <a:solidFill>
                  <a:schemeClr val="accent2"/>
                </a:solidFill>
                <a:latin typeface="+mn-lt"/>
                <a:ea typeface="+mn-ea"/>
                <a:cs typeface="+mn-cs"/>
              </a:defRPr>
            </a:lvl1pPr>
          </a:lstStyle>
          <a:p>
            <a:fld id="{50221FC6-4B71-4C50-B35F-E4260C338173}" type="datetime1">
              <a:rPr lang="de-DE" smtClean="0"/>
              <a:pPr/>
              <a:t>12.04.2017</a:t>
            </a:fld>
            <a:endParaRPr lang="de-DE" dirty="0"/>
          </a:p>
        </p:txBody>
      </p:sp>
      <p:sp>
        <p:nvSpPr>
          <p:cNvPr id="14" name="Foliennummernplatzhalter 22"/>
          <p:cNvSpPr>
            <a:spLocks noGrp="1"/>
          </p:cNvSpPr>
          <p:nvPr>
            <p:ph type="sldNum" sz="quarter" idx="4"/>
          </p:nvPr>
        </p:nvSpPr>
        <p:spPr>
          <a:xfrm>
            <a:off x="372688" y="4786185"/>
            <a:ext cx="467584" cy="161984"/>
          </a:xfrm>
          <a:prstGeom prst="rect">
            <a:avLst/>
          </a:prstGeom>
        </p:spPr>
        <p:txBody>
          <a:bodyPr vert="horz" lIns="0" tIns="0" rIns="0" bIns="0" anchor="ctr"/>
          <a:lstStyle>
            <a:lvl1pPr algn="l" eaLnBrk="1" latinLnBrk="0" hangingPunct="1">
              <a:defRPr kumimoji="0" sz="700" b="1">
                <a:solidFill>
                  <a:schemeClr val="accent2"/>
                </a:solidFill>
              </a:defRPr>
            </a:lvl1pPr>
          </a:lstStyle>
          <a:p>
            <a:fld id="{173FEA60-B56A-DE49-B4F9-939AB62E9280}" type="slidenum">
              <a:rPr lang="de-DE" smtClean="0"/>
              <a:pPr/>
              <a:t>‹Nr.›</a:t>
            </a:fld>
            <a:endParaRPr lang="de-DE" dirty="0"/>
          </a:p>
        </p:txBody>
      </p:sp>
      <p:sp>
        <p:nvSpPr>
          <p:cNvPr id="16" name="Titel 1"/>
          <p:cNvSpPr>
            <a:spLocks noGrp="1"/>
          </p:cNvSpPr>
          <p:nvPr>
            <p:ph type="title"/>
          </p:nvPr>
        </p:nvSpPr>
        <p:spPr>
          <a:xfrm>
            <a:off x="371475" y="333376"/>
            <a:ext cx="6700838" cy="645270"/>
          </a:xfrm>
        </p:spPr>
        <p:txBody>
          <a:bodyPr/>
          <a:lstStyle/>
          <a:p>
            <a:r>
              <a:rPr lang="de-DE" smtClean="0"/>
              <a:t>Titelmasterformat durch Klicken bearbeiten</a:t>
            </a:r>
            <a:endParaRPr lang="de-DE" dirty="0"/>
          </a:p>
        </p:txBody>
      </p:sp>
      <p:sp>
        <p:nvSpPr>
          <p:cNvPr id="9" name="Fußzeilenplatzhalter 4"/>
          <p:cNvSpPr>
            <a:spLocks noGrp="1"/>
          </p:cNvSpPr>
          <p:nvPr>
            <p:ph type="ftr" sz="quarter" idx="3"/>
          </p:nvPr>
        </p:nvSpPr>
        <p:spPr>
          <a:xfrm>
            <a:off x="371931" y="4961048"/>
            <a:ext cx="6805045" cy="125083"/>
          </a:xfrm>
          <a:prstGeom prst="rect">
            <a:avLst/>
          </a:prstGeom>
        </p:spPr>
        <p:txBody>
          <a:bodyPr lIns="0" anchor="b" anchorCtr="0"/>
          <a:lstStyle>
            <a:lvl1pPr>
              <a:defRPr sz="700">
                <a:solidFill>
                  <a:schemeClr val="accent2"/>
                </a:solidFill>
              </a:defRPr>
            </a:lvl1pPr>
          </a:lstStyle>
          <a:p>
            <a:r>
              <a:rPr lang="en-US" sz="600" dirty="0" smtClean="0"/>
              <a:t>Internal: All rights reserved. Distribution within DRÄXLMAIER Group, customer and partners.</a:t>
            </a:r>
            <a:endParaRPr lang="de-DE" dirty="0"/>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10" name="Datumsplatzhalter 9"/>
          <p:cNvSpPr>
            <a:spLocks noGrp="1"/>
          </p:cNvSpPr>
          <p:nvPr>
            <p:ph type="dt" sz="half" idx="2"/>
          </p:nvPr>
        </p:nvSpPr>
        <p:spPr>
          <a:xfrm>
            <a:off x="840272" y="4786184"/>
            <a:ext cx="6336704" cy="163063"/>
          </a:xfrm>
          <a:prstGeom prst="rect">
            <a:avLst/>
          </a:prstGeom>
        </p:spPr>
        <p:txBody>
          <a:bodyPr vert="horz" lIns="0" tIns="0" rIns="0" bIns="0" rtlCol="0" anchor="ctr"/>
          <a:lstStyle>
            <a:lvl1pPr algn="l">
              <a:defRPr lang="de-DE" sz="700" kern="1200" smtClean="0">
                <a:solidFill>
                  <a:schemeClr val="accent2"/>
                </a:solidFill>
                <a:latin typeface="+mn-lt"/>
                <a:ea typeface="+mn-ea"/>
                <a:cs typeface="+mn-cs"/>
              </a:defRPr>
            </a:lvl1pPr>
          </a:lstStyle>
          <a:p>
            <a:fld id="{2E8EEF0D-E974-4DDC-B0B4-7F51E9929483}" type="datetime1">
              <a:rPr lang="de-DE" smtClean="0"/>
              <a:pPr/>
              <a:t>12.04.2017</a:t>
            </a:fld>
            <a:endParaRPr lang="de-DE" dirty="0"/>
          </a:p>
        </p:txBody>
      </p:sp>
      <p:sp>
        <p:nvSpPr>
          <p:cNvPr id="11" name="Foliennummernplatzhalter 22"/>
          <p:cNvSpPr>
            <a:spLocks noGrp="1"/>
          </p:cNvSpPr>
          <p:nvPr>
            <p:ph type="sldNum" sz="quarter" idx="4"/>
          </p:nvPr>
        </p:nvSpPr>
        <p:spPr>
          <a:xfrm>
            <a:off x="372688" y="4786185"/>
            <a:ext cx="467584" cy="161984"/>
          </a:xfrm>
          <a:prstGeom prst="rect">
            <a:avLst/>
          </a:prstGeom>
        </p:spPr>
        <p:txBody>
          <a:bodyPr vert="horz" lIns="0" tIns="0" rIns="0" bIns="0" anchor="ctr"/>
          <a:lstStyle>
            <a:lvl1pPr algn="l" eaLnBrk="1" latinLnBrk="0" hangingPunct="1">
              <a:defRPr kumimoji="0" sz="700" b="1">
                <a:solidFill>
                  <a:schemeClr val="accent2"/>
                </a:solidFill>
              </a:defRPr>
            </a:lvl1pPr>
          </a:lstStyle>
          <a:p>
            <a:fld id="{173FEA60-B56A-DE49-B4F9-939AB62E9280}" type="slidenum">
              <a:rPr lang="de-DE" smtClean="0"/>
              <a:pPr/>
              <a:t>‹Nr.›</a:t>
            </a:fld>
            <a:endParaRPr lang="de-DE" dirty="0"/>
          </a:p>
        </p:txBody>
      </p:sp>
      <p:sp>
        <p:nvSpPr>
          <p:cNvPr id="12" name="Fußzeilenplatzhalter 4"/>
          <p:cNvSpPr>
            <a:spLocks noGrp="1"/>
          </p:cNvSpPr>
          <p:nvPr>
            <p:ph type="ftr" sz="quarter" idx="3"/>
          </p:nvPr>
        </p:nvSpPr>
        <p:spPr>
          <a:xfrm>
            <a:off x="371931" y="4961048"/>
            <a:ext cx="6805045" cy="125083"/>
          </a:xfrm>
          <a:prstGeom prst="rect">
            <a:avLst/>
          </a:prstGeom>
        </p:spPr>
        <p:txBody>
          <a:bodyPr lIns="0" anchor="b" anchorCtr="0"/>
          <a:lstStyle>
            <a:lvl1pPr>
              <a:defRPr sz="700">
                <a:solidFill>
                  <a:schemeClr val="accent2"/>
                </a:solidFill>
              </a:defRPr>
            </a:lvl1pPr>
          </a:lstStyle>
          <a:p>
            <a:r>
              <a:rPr lang="en-US" sz="600" dirty="0" smtClean="0"/>
              <a:t>Internal: All rights reserved. Distribution within DRÄXLMAIER Group, customer and partners.</a:t>
            </a:r>
            <a:endParaRPr lang="de-DE" dirty="0"/>
          </a:p>
        </p:txBody>
      </p:sp>
      <p:sp>
        <p:nvSpPr>
          <p:cNvPr id="6" name="Titel 1"/>
          <p:cNvSpPr>
            <a:spLocks noGrp="1"/>
          </p:cNvSpPr>
          <p:nvPr>
            <p:ph type="title"/>
          </p:nvPr>
        </p:nvSpPr>
        <p:spPr>
          <a:xfrm>
            <a:off x="371475" y="333376"/>
            <a:ext cx="6700838" cy="645270"/>
          </a:xfrm>
        </p:spPr>
        <p:txBody>
          <a:bodyPr/>
          <a:lstStyle/>
          <a:p>
            <a:r>
              <a:rPr lang="de-DE" smtClean="0"/>
              <a:t>Titelmasterformat durch Klicken bearbeiten</a:t>
            </a:r>
            <a:endParaRPr lang="de-DE" dirty="0"/>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cSld name="1_Nur Titel">
    <p:spTree>
      <p:nvGrpSpPr>
        <p:cNvPr id="1" name=""/>
        <p:cNvGrpSpPr/>
        <p:nvPr/>
      </p:nvGrpSpPr>
      <p:grpSpPr>
        <a:xfrm>
          <a:off x="0" y="0"/>
          <a:ext cx="0" cy="0"/>
          <a:chOff x="0" y="0"/>
          <a:chExt cx="0" cy="0"/>
        </a:xfrm>
      </p:grpSpPr>
      <p:sp>
        <p:nvSpPr>
          <p:cNvPr id="10" name="Inhaltsplatzhalter 9"/>
          <p:cNvSpPr>
            <a:spLocks noGrp="1"/>
          </p:cNvSpPr>
          <p:nvPr>
            <p:ph sz="quarter" idx="13" hasCustomPrompt="1"/>
          </p:nvPr>
        </p:nvSpPr>
        <p:spPr>
          <a:xfrm>
            <a:off x="360000" y="1080002"/>
            <a:ext cx="8425225" cy="3644999"/>
          </a:xfrm>
        </p:spPr>
        <p:txBody>
          <a:bodyPr/>
          <a:lstStyle>
            <a:lvl1pPr marL="274320" marR="0" indent="-274320" algn="l" defTabSz="914400" rtl="0" eaLnBrk="1" fontAlgn="auto" latinLnBrk="0" hangingPunct="1">
              <a:lnSpc>
                <a:spcPct val="100000"/>
              </a:lnSpc>
              <a:spcBef>
                <a:spcPts val="600"/>
              </a:spcBef>
              <a:spcAft>
                <a:spcPts val="0"/>
              </a:spcAft>
              <a:buClr>
                <a:schemeClr val="accent1"/>
              </a:buClr>
              <a:buSzPct val="76000"/>
              <a:buFont typeface="Wingdings 3"/>
              <a:buNone/>
              <a:tabLst/>
              <a:defRPr baseline="0"/>
            </a:lvl1pPr>
          </a:lstStyle>
          <a:p>
            <a:pPr marL="274320" marR="0" lvl="0" indent="-274320" algn="l" defTabSz="914400" rtl="0" eaLnBrk="1" fontAlgn="auto" latinLnBrk="0" hangingPunct="1">
              <a:lnSpc>
                <a:spcPct val="100000"/>
              </a:lnSpc>
              <a:spcBef>
                <a:spcPts val="600"/>
              </a:spcBef>
              <a:spcAft>
                <a:spcPts val="0"/>
              </a:spcAft>
              <a:buClr>
                <a:schemeClr val="accent1"/>
              </a:buClr>
              <a:buSzPct val="76000"/>
              <a:buFont typeface="Wingdings 3"/>
              <a:buNone/>
              <a:tabLst/>
              <a:defRPr/>
            </a:pPr>
            <a:r>
              <a:rPr lang="de-DE" dirty="0" smtClean="0"/>
              <a:t>Platzhalter für Grafik, Bild oder Tabelle etc.</a:t>
            </a:r>
          </a:p>
          <a:p>
            <a:pPr lvl="0"/>
            <a:endParaRPr lang="de-DE" dirty="0"/>
          </a:p>
        </p:txBody>
      </p:sp>
      <p:sp>
        <p:nvSpPr>
          <p:cNvPr id="8" name="Titel 1"/>
          <p:cNvSpPr>
            <a:spLocks noGrp="1"/>
          </p:cNvSpPr>
          <p:nvPr>
            <p:ph type="title" hasCustomPrompt="1"/>
          </p:nvPr>
        </p:nvSpPr>
        <p:spPr>
          <a:xfrm>
            <a:off x="360001" y="270000"/>
            <a:ext cx="6479998" cy="453600"/>
          </a:xfrm>
        </p:spPr>
        <p:txBody>
          <a:bodyPr/>
          <a:lstStyle/>
          <a:p>
            <a:r>
              <a:rPr kumimoji="0" lang="de-DE" dirty="0" smtClean="0"/>
              <a:t>Titelmasterformat durch Klicken bearbeiten</a:t>
            </a:r>
            <a:endParaRPr kumimoji="0" lang="en-US" dirty="0"/>
          </a:p>
        </p:txBody>
      </p:sp>
      <p:sp>
        <p:nvSpPr>
          <p:cNvPr id="7" name="Foliennummernplatzhalter 4"/>
          <p:cNvSpPr>
            <a:spLocks noGrp="1"/>
          </p:cNvSpPr>
          <p:nvPr>
            <p:ph type="sldNum" sz="quarter" idx="12"/>
          </p:nvPr>
        </p:nvSpPr>
        <p:spPr>
          <a:xfrm>
            <a:off x="4338208" y="4941000"/>
            <a:ext cx="467584" cy="121488"/>
          </a:xfrm>
        </p:spPr>
        <p:txBody>
          <a:bodyPr/>
          <a:lstStyle/>
          <a:p>
            <a:fld id="{50127033-B9A4-415E-BA71-ADD349B43589}" type="slidenum">
              <a:rPr lang="de-DE" smtClean="0">
                <a:solidFill>
                  <a:srgbClr val="000000"/>
                </a:solidFill>
              </a:rPr>
              <a:pPr/>
              <a:t>‹Nr.›</a:t>
            </a:fld>
            <a:endParaRPr lang="de-DE">
              <a:solidFill>
                <a:srgbClr val="000000"/>
              </a:solidFill>
            </a:endParaRPr>
          </a:p>
        </p:txBody>
      </p:sp>
      <p:sp>
        <p:nvSpPr>
          <p:cNvPr id="11" name="Fußzeilenplatzhalter 3"/>
          <p:cNvSpPr>
            <a:spLocks noGrp="1"/>
          </p:cNvSpPr>
          <p:nvPr>
            <p:ph type="ftr" sz="quarter" idx="11"/>
          </p:nvPr>
        </p:nvSpPr>
        <p:spPr>
          <a:xfrm>
            <a:off x="260940" y="4861911"/>
            <a:ext cx="3851960" cy="248642"/>
          </a:xfrm>
          <a:prstGeom prst="rect">
            <a:avLst/>
          </a:prstGeom>
        </p:spPr>
        <p:txBody>
          <a:bodyPr/>
          <a:lstStyle/>
          <a:p>
            <a:r>
              <a:rPr lang="en-US" dirty="0" smtClean="0">
                <a:solidFill>
                  <a:srgbClr val="000000"/>
                </a:solidFill>
              </a:rPr>
              <a:t>Internal: All rights reserved. Distribution within DRÄXLMAIER Group, customer and partners.</a:t>
            </a:r>
            <a:endParaRPr lang="de-DE" dirty="0">
              <a:solidFill>
                <a:srgbClr val="000000"/>
              </a:solidFill>
            </a:endParaRPr>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4.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3.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oleObject" Target="../embeddings/oleObject1.bin"/><Relationship Id="rId5" Type="http://schemas.openxmlformats.org/officeDocument/2006/relationships/slideLayout" Target="../slideLayouts/slideLayout5.xml"/><Relationship Id="rId10" Type="http://schemas.openxmlformats.org/officeDocument/2006/relationships/vmlDrawing" Target="../drawings/vmlDrawing1.v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2" name="Objekt 1" hidden="1"/>
          <p:cNvGraphicFramePr>
            <a:graphicFrameLocks noChangeAspect="1"/>
          </p:cNvGraphicFramePr>
          <p:nvPr>
            <p:extLst>
              <p:ext uri="{D42A27DB-BD31-4B8C-83A1-F6EECF244321}">
                <p14:modId xmlns:p14="http://schemas.microsoft.com/office/powerpoint/2010/main" xmlns="" val="2681648502"/>
              </p:ext>
            </p:extLst>
          </p:nvPr>
        </p:nvGraphicFramePr>
        <p:xfrm>
          <a:off x="1588" y="1588"/>
          <a:ext cx="1587" cy="1587"/>
        </p:xfrm>
        <a:graphic>
          <a:graphicData uri="http://schemas.openxmlformats.org/presentationml/2006/ole">
            <p:oleObj spid="_x0000_s2186" name="think-cell Folie" r:id="rId11" imgW="216" imgH="216" progId="">
              <p:embed/>
            </p:oleObj>
          </a:graphicData>
        </a:graphic>
      </p:graphicFrame>
      <p:sp>
        <p:nvSpPr>
          <p:cNvPr id="22" name="Titelplatzhalter 21"/>
          <p:cNvSpPr>
            <a:spLocks noGrp="1"/>
          </p:cNvSpPr>
          <p:nvPr>
            <p:ph type="title"/>
          </p:nvPr>
        </p:nvSpPr>
        <p:spPr>
          <a:xfrm>
            <a:off x="371475" y="332656"/>
            <a:ext cx="6700838" cy="645989"/>
          </a:xfrm>
          <a:prstGeom prst="rect">
            <a:avLst/>
          </a:prstGeom>
        </p:spPr>
        <p:txBody>
          <a:bodyPr vert="horz" lIns="0" tIns="0" rIns="0" bIns="0" anchor="b" anchorCtr="0">
            <a:noAutofit/>
          </a:bodyPr>
          <a:lstStyle/>
          <a:p>
            <a:r>
              <a:rPr kumimoji="0" lang="de-DE" dirty="0" smtClean="0"/>
              <a:t>Titelmasterformat durch Klicken bearbeiten</a:t>
            </a:r>
            <a:endParaRPr kumimoji="0" lang="en-US" dirty="0"/>
          </a:p>
        </p:txBody>
      </p:sp>
      <p:sp>
        <p:nvSpPr>
          <p:cNvPr id="12" name="Textplatzhalter 11"/>
          <p:cNvSpPr>
            <a:spLocks noGrp="1"/>
          </p:cNvSpPr>
          <p:nvPr>
            <p:ph type="body" idx="1"/>
          </p:nvPr>
        </p:nvSpPr>
        <p:spPr>
          <a:xfrm>
            <a:off x="371475" y="1263650"/>
            <a:ext cx="8440016" cy="3468340"/>
          </a:xfrm>
          <a:prstGeom prst="rect">
            <a:avLst/>
          </a:prstGeom>
        </p:spPr>
        <p:txBody>
          <a:bodyPr vert="horz" lIns="0" tIns="0" rIns="0" bIns="0" rtlCol="0">
            <a:normAutofit/>
          </a:bodyPr>
          <a:lstStyle/>
          <a:p>
            <a:pPr lvl="0"/>
            <a:r>
              <a:rPr lang="de-DE" dirty="0" smtClean="0"/>
              <a:t>Textmasterformate durch Klicken bearbeiten</a:t>
            </a:r>
          </a:p>
          <a:p>
            <a:pPr lvl="1"/>
            <a:r>
              <a:rPr lang="de-DE" dirty="0" smtClean="0"/>
              <a:t>Zweite Ebene</a:t>
            </a:r>
          </a:p>
          <a:p>
            <a:pPr lvl="2"/>
            <a:r>
              <a:rPr lang="de-DE" dirty="0" smtClean="0"/>
              <a:t>Dritte Ebene</a:t>
            </a:r>
          </a:p>
          <a:p>
            <a:pPr lvl="3"/>
            <a:r>
              <a:rPr lang="de-DE" dirty="0" smtClean="0"/>
              <a:t>Vierte Ebene</a:t>
            </a:r>
          </a:p>
          <a:p>
            <a:pPr lvl="4"/>
            <a:r>
              <a:rPr lang="de-DE" dirty="0" smtClean="0"/>
              <a:t>Fünfte Ebene</a:t>
            </a:r>
            <a:endParaRPr lang="de-DE" dirty="0"/>
          </a:p>
        </p:txBody>
      </p:sp>
      <p:pic>
        <p:nvPicPr>
          <p:cNvPr id="21" name="Bild 20" descr="DRX_LO1407_RGB_RZ.eps"/>
          <p:cNvPicPr>
            <a:picLocks noChangeAspect="1"/>
          </p:cNvPicPr>
          <p:nvPr/>
        </p:nvPicPr>
        <p:blipFill>
          <a:blip r:embed="rId12" cstate="print">
            <a:extLst>
              <a:ext uri="{28A0092B-C50C-407E-A947-70E740481C1C}">
                <a14:useLocalDpi xmlns:a14="http://schemas.microsoft.com/office/drawing/2010/main" xmlns="" val="0"/>
              </a:ext>
            </a:extLst>
          </a:blip>
          <a:stretch>
            <a:fillRect/>
          </a:stretch>
        </p:blipFill>
        <p:spPr>
          <a:xfrm>
            <a:off x="7412815" y="332656"/>
            <a:ext cx="1402080" cy="595884"/>
          </a:xfrm>
          <a:prstGeom prst="rect">
            <a:avLst/>
          </a:prstGeom>
        </p:spPr>
      </p:pic>
      <p:pic>
        <p:nvPicPr>
          <p:cNvPr id="25" name="Bild 4" descr="DRX_LO1407_Claim_RGB_RZ.eps"/>
          <p:cNvPicPr>
            <a:picLocks noChangeAspect="1"/>
          </p:cNvPicPr>
          <p:nvPr/>
        </p:nvPicPr>
        <p:blipFill>
          <a:blip r:embed="rId13" cstate="print">
            <a:extLst>
              <a:ext uri="{28A0092B-C50C-407E-A947-70E740481C1C}">
                <a14:useLocalDpi xmlns:a14="http://schemas.microsoft.com/office/drawing/2010/main" xmlns="" val="0"/>
              </a:ext>
            </a:extLst>
          </a:blip>
          <a:stretch>
            <a:fillRect/>
          </a:stretch>
        </p:blipFill>
        <p:spPr>
          <a:xfrm>
            <a:off x="7418392" y="4906411"/>
            <a:ext cx="1402080" cy="116840"/>
          </a:xfrm>
          <a:prstGeom prst="rect">
            <a:avLst/>
          </a:prstGeom>
        </p:spPr>
      </p:pic>
      <p:cxnSp>
        <p:nvCxnSpPr>
          <p:cNvPr id="26" name="Gerade Verbindung 25"/>
          <p:cNvCxnSpPr/>
          <p:nvPr/>
        </p:nvCxnSpPr>
        <p:spPr>
          <a:xfrm flipV="1">
            <a:off x="0" y="4786185"/>
            <a:ext cx="9144000" cy="1"/>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Datumsplatzhalter 9"/>
          <p:cNvSpPr>
            <a:spLocks noGrp="1"/>
          </p:cNvSpPr>
          <p:nvPr>
            <p:ph type="dt" sz="half" idx="2"/>
          </p:nvPr>
        </p:nvSpPr>
        <p:spPr>
          <a:xfrm>
            <a:off x="840272" y="4786184"/>
            <a:ext cx="6336704" cy="163063"/>
          </a:xfrm>
          <a:prstGeom prst="rect">
            <a:avLst/>
          </a:prstGeom>
        </p:spPr>
        <p:txBody>
          <a:bodyPr vert="horz" lIns="0" tIns="0" rIns="0" bIns="0" rtlCol="0" anchor="ctr"/>
          <a:lstStyle>
            <a:lvl1pPr algn="l">
              <a:defRPr lang="de-DE" sz="700" kern="1200" smtClean="0">
                <a:solidFill>
                  <a:schemeClr val="accent2"/>
                </a:solidFill>
                <a:latin typeface="+mn-lt"/>
                <a:ea typeface="+mn-ea"/>
                <a:cs typeface="+mn-cs"/>
              </a:defRPr>
            </a:lvl1pPr>
          </a:lstStyle>
          <a:p>
            <a:fld id="{5405D03B-3931-4E6A-8197-B7D941D4163E}" type="datetime1">
              <a:rPr lang="de-DE" smtClean="0"/>
              <a:pPr/>
              <a:t>12.04.2017</a:t>
            </a:fld>
            <a:endParaRPr lang="de-DE" dirty="0"/>
          </a:p>
        </p:txBody>
      </p:sp>
      <p:sp>
        <p:nvSpPr>
          <p:cNvPr id="13" name="Foliennummernplatzhalter 22"/>
          <p:cNvSpPr>
            <a:spLocks noGrp="1"/>
          </p:cNvSpPr>
          <p:nvPr>
            <p:ph type="sldNum" sz="quarter" idx="4"/>
          </p:nvPr>
        </p:nvSpPr>
        <p:spPr>
          <a:xfrm>
            <a:off x="372688" y="4786185"/>
            <a:ext cx="467584" cy="161984"/>
          </a:xfrm>
          <a:prstGeom prst="rect">
            <a:avLst/>
          </a:prstGeom>
        </p:spPr>
        <p:txBody>
          <a:bodyPr vert="horz" lIns="0" tIns="0" rIns="0" bIns="0" anchor="ctr"/>
          <a:lstStyle>
            <a:lvl1pPr algn="l" eaLnBrk="1" latinLnBrk="0" hangingPunct="1">
              <a:defRPr kumimoji="0" sz="700" b="1">
                <a:solidFill>
                  <a:schemeClr val="accent2"/>
                </a:solidFill>
              </a:defRPr>
            </a:lvl1pPr>
          </a:lstStyle>
          <a:p>
            <a:fld id="{173FEA60-B56A-DE49-B4F9-939AB62E9280}" type="slidenum">
              <a:rPr lang="de-DE" smtClean="0"/>
              <a:pPr/>
              <a:t>‹Nr.›</a:t>
            </a:fld>
            <a:endParaRPr lang="de-DE" dirty="0"/>
          </a:p>
        </p:txBody>
      </p:sp>
      <p:sp>
        <p:nvSpPr>
          <p:cNvPr id="16" name="Fußzeilenplatzhalter 4"/>
          <p:cNvSpPr>
            <a:spLocks noGrp="1"/>
          </p:cNvSpPr>
          <p:nvPr>
            <p:ph type="ftr" sz="quarter" idx="3"/>
          </p:nvPr>
        </p:nvSpPr>
        <p:spPr>
          <a:xfrm>
            <a:off x="371931" y="4961048"/>
            <a:ext cx="6805045" cy="125083"/>
          </a:xfrm>
          <a:prstGeom prst="rect">
            <a:avLst/>
          </a:prstGeom>
        </p:spPr>
        <p:txBody>
          <a:bodyPr lIns="0" anchor="b" anchorCtr="0"/>
          <a:lstStyle>
            <a:lvl1pPr>
              <a:defRPr sz="700">
                <a:solidFill>
                  <a:schemeClr val="accent2"/>
                </a:solidFill>
              </a:defRPr>
            </a:lvl1pPr>
          </a:lstStyle>
          <a:p>
            <a:r>
              <a:rPr lang="en-US" sz="600" dirty="0" smtClean="0"/>
              <a:t>Internal: All rights reserved. Distribution within DRÄXLMAIER Group, customer and partners.</a:t>
            </a:r>
            <a:endParaRPr lang="de-DE" dirty="0"/>
          </a:p>
        </p:txBody>
      </p:sp>
    </p:spTree>
  </p:cSld>
  <p:clrMap bg1="lt1" tx1="dk1" bg2="lt2" tx2="dk2" accent1="accent1" accent2="accent2" accent3="accent3" accent4="accent4" accent5="accent5" accent6="accent6" hlink="hlink" folHlink="folHlink"/>
  <p:sldLayoutIdLst>
    <p:sldLayoutId id="2147483661" r:id="rId1"/>
    <p:sldLayoutId id="2147483673" r:id="rId2"/>
    <p:sldLayoutId id="2147483672" r:id="rId3"/>
    <p:sldLayoutId id="2147483667" r:id="rId4"/>
    <p:sldLayoutId id="2147483666" r:id="rId5"/>
    <p:sldLayoutId id="2147483664" r:id="rId6"/>
    <p:sldLayoutId id="2147483670" r:id="rId7"/>
    <p:sldLayoutId id="2147483674" r:id="rId8"/>
  </p:sldLayoutIdLst>
  <p:timing>
    <p:tnLst>
      <p:par>
        <p:cTn id="1" dur="indefinite" restart="never" nodeType="tmRoot"/>
      </p:par>
    </p:tnLst>
  </p:timing>
  <p:hf hdr="0"/>
  <p:txStyles>
    <p:titleStyle>
      <a:lvl1pPr algn="l" rtl="0" eaLnBrk="1" latinLnBrk="0" hangingPunct="1">
        <a:lnSpc>
          <a:spcPct val="100000"/>
        </a:lnSpc>
        <a:spcBef>
          <a:spcPct val="0"/>
        </a:spcBef>
        <a:spcAft>
          <a:spcPts val="600"/>
        </a:spcAft>
        <a:buNone/>
        <a:defRPr kumimoji="0" sz="2000" b="1" kern="1200">
          <a:solidFill>
            <a:schemeClr val="accent1"/>
          </a:solidFill>
          <a:latin typeface="+mj-lt"/>
          <a:ea typeface="+mj-ea"/>
          <a:cs typeface="+mj-cs"/>
        </a:defRPr>
      </a:lvl1pPr>
    </p:titleStyle>
    <p:bodyStyle>
      <a:lvl1pPr marL="176213" indent="-176213" algn="l" rtl="0" eaLnBrk="1" latinLnBrk="0" hangingPunct="1">
        <a:spcBef>
          <a:spcPts val="600"/>
        </a:spcBef>
        <a:buClr>
          <a:schemeClr val="accent1"/>
        </a:buClr>
        <a:buSzPct val="100000"/>
        <a:buFontTx/>
        <a:buNone/>
        <a:tabLst>
          <a:tab pos="176213" algn="l"/>
        </a:tabLst>
        <a:defRPr kumimoji="0" sz="1500" kern="1200">
          <a:solidFill>
            <a:srgbClr val="020B13"/>
          </a:solidFill>
          <a:latin typeface="+mn-lt"/>
          <a:ea typeface="+mn-ea"/>
          <a:cs typeface="+mn-cs"/>
        </a:defRPr>
      </a:lvl1pPr>
      <a:lvl2pPr marL="179388" indent="-179388" algn="l" rtl="0" eaLnBrk="1" latinLnBrk="0" hangingPunct="1">
        <a:spcBef>
          <a:spcPts val="500"/>
        </a:spcBef>
        <a:buClr>
          <a:schemeClr val="accent1"/>
        </a:buClr>
        <a:buSzPct val="100000"/>
        <a:buFont typeface="Arial"/>
        <a:buChar char="•"/>
        <a:tabLst>
          <a:tab pos="176213" algn="l"/>
        </a:tabLst>
        <a:defRPr kumimoji="0" sz="1500" kern="1200">
          <a:solidFill>
            <a:srgbClr val="020B13"/>
          </a:solidFill>
          <a:latin typeface="+mn-lt"/>
          <a:ea typeface="+mn-ea"/>
          <a:cs typeface="+mn-cs"/>
        </a:defRPr>
      </a:lvl2pPr>
      <a:lvl3pPr marL="358775" indent="-179388" algn="l" rtl="0" eaLnBrk="1" latinLnBrk="0" hangingPunct="1">
        <a:spcBef>
          <a:spcPts val="500"/>
        </a:spcBef>
        <a:buClr>
          <a:schemeClr val="accent1"/>
        </a:buClr>
        <a:buSzPct val="100000"/>
        <a:buFont typeface="Arial"/>
        <a:buChar char="•"/>
        <a:tabLst>
          <a:tab pos="176213" algn="l"/>
        </a:tabLst>
        <a:defRPr kumimoji="0" sz="1500" kern="1200">
          <a:solidFill>
            <a:srgbClr val="020B13"/>
          </a:solidFill>
          <a:latin typeface="+mn-lt"/>
          <a:ea typeface="+mn-ea"/>
          <a:cs typeface="+mn-cs"/>
        </a:defRPr>
      </a:lvl3pPr>
      <a:lvl4pPr marL="539750" indent="-180975" algn="l" rtl="0" eaLnBrk="1" latinLnBrk="0" hangingPunct="1">
        <a:spcBef>
          <a:spcPts val="400"/>
        </a:spcBef>
        <a:buClr>
          <a:schemeClr val="accent1"/>
        </a:buClr>
        <a:buSzPct val="100000"/>
        <a:buFont typeface="Arial"/>
        <a:buChar char="•"/>
        <a:tabLst>
          <a:tab pos="176213" algn="l"/>
        </a:tabLst>
        <a:defRPr kumimoji="0" sz="1500" kern="1200">
          <a:solidFill>
            <a:srgbClr val="020B13"/>
          </a:solidFill>
          <a:latin typeface="+mn-lt"/>
          <a:ea typeface="+mn-ea"/>
          <a:cs typeface="+mn-cs"/>
        </a:defRPr>
      </a:lvl4pPr>
      <a:lvl5pPr marL="719138" indent="-179388" algn="l" rtl="0" eaLnBrk="1" latinLnBrk="0" hangingPunct="1">
        <a:spcBef>
          <a:spcPts val="300"/>
        </a:spcBef>
        <a:buClr>
          <a:schemeClr val="accent1"/>
        </a:buClr>
        <a:buSzPct val="100000"/>
        <a:buFont typeface="Arial"/>
        <a:buChar char="•"/>
        <a:tabLst>
          <a:tab pos="176213" algn="l"/>
        </a:tabLst>
        <a:defRPr kumimoji="0" sz="1500" kern="1200">
          <a:solidFill>
            <a:srgbClr val="020B13"/>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oleObject" Target="../embeddings/oleObject2.bin"/><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notesSlide" Target="../notesSlides/notesSlide1.xml"/><Relationship Id="rId2" Type="http://schemas.openxmlformats.org/officeDocument/2006/relationships/tags" Target="../tags/tag2.xml"/><Relationship Id="rId1" Type="http://schemas.openxmlformats.org/officeDocument/2006/relationships/vmlDrawing" Target="../drawings/vmlDrawing2.vml"/><Relationship Id="rId6" Type="http://schemas.openxmlformats.org/officeDocument/2006/relationships/tags" Target="../tags/tag6.xml"/><Relationship Id="rId11" Type="http://schemas.openxmlformats.org/officeDocument/2006/relationships/slideLayout" Target="../slideLayouts/slideLayout2.xml"/><Relationship Id="rId5" Type="http://schemas.openxmlformats.org/officeDocument/2006/relationships/tags" Target="../tags/tag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image" Target="../media/image3.emf"/></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xml"/><Relationship Id="rId1" Type="http://schemas.openxmlformats.org/officeDocument/2006/relationships/vmlDrawing" Target="../drawings/vmlDrawing3.vml"/><Relationship Id="rId6" Type="http://schemas.openxmlformats.org/officeDocument/2006/relationships/image" Target="../media/image3.emf"/><Relationship Id="rId5" Type="http://schemas.openxmlformats.org/officeDocument/2006/relationships/oleObject" Target="../embeddings/oleObject3.bin"/><Relationship Id="rId4"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en-US" dirty="0" smtClean="0"/>
              <a:t>KDD19 - SAP SCM Supply Network Planning </a:t>
            </a:r>
            <a:r>
              <a:rPr lang="en-US" sz="1800" dirty="0" smtClean="0"/>
              <a:t>(SCM planning across locations and company codes)</a:t>
            </a:r>
            <a:endParaRPr lang="en-US" dirty="0"/>
          </a:p>
        </p:txBody>
      </p:sp>
      <p:sp>
        <p:nvSpPr>
          <p:cNvPr id="3" name="Untertitel 2"/>
          <p:cNvSpPr>
            <a:spLocks noGrp="1"/>
          </p:cNvSpPr>
          <p:nvPr>
            <p:ph type="subTitle" idx="1"/>
          </p:nvPr>
        </p:nvSpPr>
        <p:spPr>
          <a:xfrm>
            <a:off x="370573" y="4423890"/>
            <a:ext cx="8425225" cy="270000"/>
          </a:xfrm>
        </p:spPr>
        <p:txBody>
          <a:bodyPr/>
          <a:lstStyle/>
          <a:p>
            <a:r>
              <a:rPr lang="en-US" sz="1400" dirty="0" smtClean="0"/>
              <a:t>Decision Recommendation for Template Governance Board</a:t>
            </a:r>
            <a:endParaRPr lang="en-US" sz="14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Inhaltsplatzhalter 6"/>
          <p:cNvGraphicFramePr>
            <a:graphicFrameLocks noGrp="1"/>
          </p:cNvGraphicFramePr>
          <p:nvPr>
            <p:ph sz="quarter" idx="13"/>
          </p:nvPr>
        </p:nvGraphicFramePr>
        <p:xfrm>
          <a:off x="368300" y="1263650"/>
          <a:ext cx="8236148" cy="1894964"/>
        </p:xfrm>
        <a:graphic>
          <a:graphicData uri="http://schemas.openxmlformats.org/drawingml/2006/table">
            <a:tbl>
              <a:tblPr firstRow="1" bandRow="1">
                <a:tableStyleId>{5C22544A-7EE6-4342-B048-85BDC9FD1C3A}</a:tableStyleId>
              </a:tblPr>
              <a:tblGrid>
                <a:gridCol w="1766403"/>
                <a:gridCol w="2112570"/>
                <a:gridCol w="972799"/>
                <a:gridCol w="3384376"/>
              </a:tblGrid>
              <a:tr h="227980">
                <a:tc>
                  <a:txBody>
                    <a:bodyPr/>
                    <a:lstStyle/>
                    <a:p>
                      <a:pPr algn="l" fontAlgn="b"/>
                      <a:r>
                        <a:rPr lang="de-DE" sz="1200" b="1" i="0" u="none" strike="noStrike" dirty="0" err="1" smtClean="0">
                          <a:latin typeface="+mn-lt"/>
                        </a:rPr>
                        <a:t>Author</a:t>
                      </a:r>
                      <a:r>
                        <a:rPr lang="de-DE" sz="1200" b="1" i="0" u="none" strike="noStrike" dirty="0" smtClean="0">
                          <a:latin typeface="+mn-lt"/>
                        </a:rPr>
                        <a:t>, </a:t>
                      </a:r>
                      <a:r>
                        <a:rPr lang="de-DE" sz="1200" b="1" i="0" u="none" strike="noStrike" dirty="0" err="1" smtClean="0">
                          <a:latin typeface="+mn-lt"/>
                        </a:rPr>
                        <a:t>Org</a:t>
                      </a:r>
                      <a:r>
                        <a:rPr lang="de-DE" sz="1200" b="1" i="0" u="none" strike="noStrike" dirty="0" smtClean="0">
                          <a:latin typeface="+mn-lt"/>
                        </a:rPr>
                        <a:t>-U.</a:t>
                      </a:r>
                      <a:endParaRPr lang="de-DE" sz="1200" b="1" i="0" u="none" strike="noStrike" dirty="0">
                        <a:latin typeface="+mn-lt"/>
                      </a:endParaRPr>
                    </a:p>
                  </a:txBody>
                  <a:tcPr marL="36000" marR="0" marT="0" marB="36000" anchor="b"/>
                </a:tc>
                <a:tc>
                  <a:txBody>
                    <a:bodyPr/>
                    <a:lstStyle/>
                    <a:p>
                      <a:pPr algn="l" fontAlgn="b"/>
                      <a:r>
                        <a:rPr lang="de-DE" sz="1200" b="1" i="0" u="none" strike="noStrike" dirty="0" smtClean="0">
                          <a:latin typeface="+mn-lt"/>
                        </a:rPr>
                        <a:t>Version/ Date</a:t>
                      </a:r>
                      <a:endParaRPr lang="de-DE" sz="1200" b="1" i="0" u="none" strike="noStrike" dirty="0">
                        <a:latin typeface="+mn-lt"/>
                      </a:endParaRPr>
                    </a:p>
                  </a:txBody>
                  <a:tcPr marL="36000" marR="0" marT="0" marB="36000" anchor="b"/>
                </a:tc>
                <a:tc>
                  <a:txBody>
                    <a:bodyPr/>
                    <a:lstStyle/>
                    <a:p>
                      <a:pPr>
                        <a:spcAft>
                          <a:spcPts val="0"/>
                        </a:spcAft>
                      </a:pPr>
                      <a:r>
                        <a:rPr lang="en-US" sz="1200" b="1" dirty="0">
                          <a:latin typeface="+mn-lt"/>
                          <a:ea typeface="Times New Roman"/>
                          <a:cs typeface="Times New Roman"/>
                        </a:rPr>
                        <a:t>Status</a:t>
                      </a:r>
                      <a:endParaRPr lang="de-DE" sz="1200" dirty="0">
                        <a:latin typeface="+mn-lt"/>
                        <a:ea typeface="Times New Roman"/>
                        <a:cs typeface="Times New Roman"/>
                      </a:endParaRPr>
                    </a:p>
                  </a:txBody>
                  <a:tcPr marL="44450" marR="44450" marT="0" marB="36000"/>
                </a:tc>
                <a:tc>
                  <a:txBody>
                    <a:bodyPr/>
                    <a:lstStyle/>
                    <a:p>
                      <a:pPr>
                        <a:spcAft>
                          <a:spcPts val="0"/>
                        </a:spcAft>
                      </a:pPr>
                      <a:r>
                        <a:rPr lang="en-US" sz="1200" b="1" dirty="0">
                          <a:latin typeface="+mn-lt"/>
                          <a:ea typeface="Times New Roman"/>
                          <a:cs typeface="Times New Roman"/>
                        </a:rPr>
                        <a:t>Notes on changes to the previous version</a:t>
                      </a:r>
                      <a:endParaRPr lang="de-DE" sz="1200" dirty="0">
                        <a:latin typeface="+mn-lt"/>
                        <a:ea typeface="Times New Roman"/>
                        <a:cs typeface="Times New Roman"/>
                      </a:endParaRPr>
                    </a:p>
                  </a:txBody>
                  <a:tcPr marL="44450" marR="44450" marT="0" marB="36000" anchor="ctr"/>
                </a:tc>
              </a:tr>
              <a:tr h="217180">
                <a:tc>
                  <a:txBody>
                    <a:bodyPr/>
                    <a:lstStyle/>
                    <a:p>
                      <a:pPr algn="l" fontAlgn="b"/>
                      <a:r>
                        <a:rPr lang="de-DE" sz="1000" b="0" i="0" u="none" strike="noStrike" dirty="0" err="1" smtClean="0">
                          <a:latin typeface="Arial"/>
                        </a:rPr>
                        <a:t>Stadlöder</a:t>
                      </a:r>
                      <a:r>
                        <a:rPr lang="de-DE" sz="1000" b="0" i="0" u="none" strike="noStrike" dirty="0" smtClean="0">
                          <a:latin typeface="Arial"/>
                        </a:rPr>
                        <a:t>  M. / IE071</a:t>
                      </a:r>
                      <a:endParaRPr lang="de-DE" sz="1000" b="0" i="0" u="none" strike="noStrike" dirty="0">
                        <a:latin typeface="Arial"/>
                      </a:endParaRPr>
                    </a:p>
                  </a:txBody>
                  <a:tcPr marL="36000" marR="0" marT="0" marB="0" anchor="b"/>
                </a:tc>
                <a:tc>
                  <a:txBody>
                    <a:bodyPr/>
                    <a:lstStyle/>
                    <a:p>
                      <a:pPr algn="l" fontAlgn="b"/>
                      <a:r>
                        <a:rPr lang="de-DE" sz="1000" b="0" i="0" u="none" strike="noStrike" dirty="0" smtClean="0">
                          <a:latin typeface="Arial"/>
                        </a:rPr>
                        <a:t>27.03.17</a:t>
                      </a:r>
                      <a:endParaRPr lang="de-DE" sz="1000" b="0" i="0" u="none" strike="noStrike" dirty="0">
                        <a:latin typeface="Arial"/>
                      </a:endParaRPr>
                    </a:p>
                  </a:txBody>
                  <a:tcPr marL="36000" marR="0" marT="0" marB="0" anchor="b"/>
                </a:tc>
                <a:tc>
                  <a:txBody>
                    <a:bodyPr/>
                    <a:lstStyle/>
                    <a:p>
                      <a:pPr algn="l" fontAlgn="b"/>
                      <a:r>
                        <a:rPr lang="de-DE" sz="1000" b="0" i="0" u="none" strike="noStrike" dirty="0" err="1" smtClean="0">
                          <a:latin typeface="Arial"/>
                        </a:rPr>
                        <a:t>draft</a:t>
                      </a:r>
                      <a:endParaRPr lang="de-DE" sz="1000" b="0" i="0" u="none" strike="noStrike" dirty="0">
                        <a:latin typeface="Arial"/>
                      </a:endParaRPr>
                    </a:p>
                  </a:txBody>
                  <a:tcPr marL="36000" marR="0" marT="0" marB="0" anchor="b"/>
                </a:tc>
                <a:tc>
                  <a:txBody>
                    <a:bodyPr/>
                    <a:lstStyle/>
                    <a:p>
                      <a:pPr algn="l" fontAlgn="b"/>
                      <a:r>
                        <a:rPr lang="de-DE" sz="1000" b="0" i="0" u="none" strike="noStrike" dirty="0" err="1" smtClean="0">
                          <a:latin typeface="Arial"/>
                        </a:rPr>
                        <a:t>initial</a:t>
                      </a:r>
                      <a:r>
                        <a:rPr lang="de-DE" sz="1000" b="0" i="0" u="none" strike="noStrike" baseline="0" dirty="0" smtClean="0">
                          <a:latin typeface="Arial"/>
                        </a:rPr>
                        <a:t> </a:t>
                      </a:r>
                      <a:r>
                        <a:rPr lang="de-DE" sz="1000" b="0" i="0" u="none" strike="noStrike" baseline="0" dirty="0" err="1" smtClean="0">
                          <a:latin typeface="Arial"/>
                        </a:rPr>
                        <a:t>creation</a:t>
                      </a:r>
                      <a:endParaRPr lang="de-DE" sz="1000" b="0" i="0" u="none" strike="noStrike" dirty="0">
                        <a:latin typeface="Arial"/>
                      </a:endParaRPr>
                    </a:p>
                  </a:txBody>
                  <a:tcPr marL="36000" marR="0" marT="0" marB="0" anchor="b"/>
                </a:tc>
              </a:tr>
              <a:tr h="214868">
                <a:tc>
                  <a:txBody>
                    <a:bodyPr/>
                    <a:lstStyle/>
                    <a:p>
                      <a:pPr algn="l" fontAlgn="b"/>
                      <a:r>
                        <a:rPr lang="de-DE" sz="1000" b="0" i="0" u="none" strike="noStrike" dirty="0" err="1" smtClean="0">
                          <a:latin typeface="+mn-lt"/>
                        </a:rPr>
                        <a:t>Stadlöder</a:t>
                      </a:r>
                      <a:r>
                        <a:rPr lang="de-DE" sz="1000" b="0" i="0" u="none" strike="noStrike" dirty="0" smtClean="0">
                          <a:latin typeface="+mn-lt"/>
                        </a:rPr>
                        <a:t>  M. / IE071</a:t>
                      </a:r>
                      <a:endParaRPr lang="de-DE" sz="1000" b="0" i="0" u="none" strike="noStrike" dirty="0">
                        <a:latin typeface="+mn-lt"/>
                      </a:endParaRPr>
                    </a:p>
                  </a:txBody>
                  <a:tcPr marL="36000" marR="0" marT="0" marB="0" anchor="b"/>
                </a:tc>
                <a:tc>
                  <a:txBody>
                    <a:bodyPr/>
                    <a:lstStyle/>
                    <a:p>
                      <a:pPr algn="l" fontAlgn="b"/>
                      <a:r>
                        <a:rPr lang="de-DE" sz="1000" b="0" i="0" u="none" strike="noStrike" dirty="0" smtClean="0">
                          <a:latin typeface="Arial"/>
                        </a:rPr>
                        <a:t>11.04.17</a:t>
                      </a:r>
                      <a:endParaRPr lang="de-DE" sz="1000" b="0" i="0" u="none" strike="noStrike" dirty="0">
                        <a:latin typeface="Arial"/>
                      </a:endParaRPr>
                    </a:p>
                  </a:txBody>
                  <a:tcPr marL="36000" marR="0" marT="0" marB="0" anchor="b"/>
                </a:tc>
                <a:tc>
                  <a:txBody>
                    <a:bodyPr/>
                    <a:lstStyle/>
                    <a:p>
                      <a:pPr algn="l" fontAlgn="b"/>
                      <a:endParaRPr lang="de-DE" sz="1000" b="0" i="0" u="none" strike="noStrike" dirty="0">
                        <a:latin typeface="Arial"/>
                      </a:endParaRPr>
                    </a:p>
                  </a:txBody>
                  <a:tcPr marL="36000" marR="0" marT="0" marB="0" anchor="b"/>
                </a:tc>
                <a:tc>
                  <a:txBody>
                    <a:bodyPr/>
                    <a:lstStyle/>
                    <a:p>
                      <a:pPr algn="l" fontAlgn="b"/>
                      <a:r>
                        <a:rPr lang="de-DE" sz="1000" b="0" i="0" u="none" strike="noStrike" dirty="0" smtClean="0">
                          <a:latin typeface="Arial"/>
                        </a:rPr>
                        <a:t>Update</a:t>
                      </a:r>
                      <a:r>
                        <a:rPr lang="de-DE" sz="1000" b="0" i="0" u="none" strike="noStrike" baseline="0" dirty="0" smtClean="0">
                          <a:latin typeface="Arial"/>
                        </a:rPr>
                        <a:t> </a:t>
                      </a:r>
                      <a:r>
                        <a:rPr lang="de-DE" sz="1000" b="0" i="0" u="none" strike="noStrike" baseline="0" dirty="0" err="1" smtClean="0">
                          <a:latin typeface="Arial"/>
                        </a:rPr>
                        <a:t>slide</a:t>
                      </a:r>
                      <a:r>
                        <a:rPr lang="de-DE" sz="1000" b="0" i="0" u="none" strike="noStrike" baseline="0" dirty="0" smtClean="0">
                          <a:latin typeface="Arial"/>
                        </a:rPr>
                        <a:t> 4</a:t>
                      </a:r>
                      <a:endParaRPr lang="de-DE" sz="1000" b="0" i="0" u="none" strike="noStrike" dirty="0">
                        <a:latin typeface="Arial"/>
                      </a:endParaRPr>
                    </a:p>
                  </a:txBody>
                  <a:tcPr marL="36000" marR="0" marT="0" marB="0" anchor="b"/>
                </a:tc>
              </a:tr>
              <a:tr h="216024">
                <a:tc>
                  <a:txBody>
                    <a:bodyPr/>
                    <a:lstStyle/>
                    <a:p>
                      <a:pPr algn="l" fontAlgn="b"/>
                      <a:endParaRPr lang="de-DE" sz="1000" b="0" i="0" u="none" strike="noStrike" dirty="0">
                        <a:latin typeface="Arial"/>
                      </a:endParaRPr>
                    </a:p>
                  </a:txBody>
                  <a:tcPr marL="36000" marR="0" marT="0" marB="0" anchor="b"/>
                </a:tc>
                <a:tc>
                  <a:txBody>
                    <a:bodyPr/>
                    <a:lstStyle/>
                    <a:p>
                      <a:pPr algn="l" fontAlgn="b"/>
                      <a:endParaRPr lang="de-DE" sz="1000" b="0" i="0" u="none" strike="noStrike" dirty="0">
                        <a:latin typeface="Arial"/>
                      </a:endParaRPr>
                    </a:p>
                  </a:txBody>
                  <a:tcPr marL="36000" marR="0" marT="0" marB="0" anchor="b"/>
                </a:tc>
                <a:tc>
                  <a:txBody>
                    <a:bodyPr/>
                    <a:lstStyle/>
                    <a:p>
                      <a:pPr algn="l" fontAlgn="b"/>
                      <a:endParaRPr lang="de-DE" sz="1000" b="0" i="0" u="none" strike="noStrike" dirty="0">
                        <a:latin typeface="Arial"/>
                      </a:endParaRPr>
                    </a:p>
                  </a:txBody>
                  <a:tcPr marL="36000" marR="0" marT="0" marB="0" anchor="b"/>
                </a:tc>
                <a:tc>
                  <a:txBody>
                    <a:bodyPr/>
                    <a:lstStyle/>
                    <a:p>
                      <a:pPr algn="l" fontAlgn="b"/>
                      <a:endParaRPr lang="de-DE" sz="1000" b="0" i="0" u="none" strike="noStrike" dirty="0">
                        <a:latin typeface="Arial"/>
                      </a:endParaRPr>
                    </a:p>
                  </a:txBody>
                  <a:tcPr marL="36000" marR="0" marT="0" marB="0" anchor="b"/>
                </a:tc>
              </a:tr>
              <a:tr h="216024">
                <a:tc>
                  <a:txBody>
                    <a:bodyPr/>
                    <a:lstStyle/>
                    <a:p>
                      <a:pPr algn="l" fontAlgn="b"/>
                      <a:endParaRPr lang="de-DE" sz="1000" b="0" i="0" u="none" strike="noStrike" dirty="0">
                        <a:latin typeface="Arial"/>
                      </a:endParaRPr>
                    </a:p>
                  </a:txBody>
                  <a:tcPr marL="36000" marR="0" marT="0" marB="0" anchor="b"/>
                </a:tc>
                <a:tc>
                  <a:txBody>
                    <a:bodyPr/>
                    <a:lstStyle/>
                    <a:p>
                      <a:pPr algn="l" fontAlgn="b"/>
                      <a:endParaRPr lang="de-DE" sz="1000" b="0" i="0" u="none" strike="noStrike" dirty="0">
                        <a:latin typeface="Arial"/>
                      </a:endParaRPr>
                    </a:p>
                  </a:txBody>
                  <a:tcPr marL="36000" marR="0" marT="0" marB="0" anchor="b"/>
                </a:tc>
                <a:tc>
                  <a:txBody>
                    <a:bodyPr/>
                    <a:lstStyle/>
                    <a:p>
                      <a:pPr algn="l" fontAlgn="b"/>
                      <a:endParaRPr lang="de-DE" sz="1000" b="0" i="0" u="none" strike="noStrike" dirty="0">
                        <a:latin typeface="Arial"/>
                      </a:endParaRPr>
                    </a:p>
                  </a:txBody>
                  <a:tcPr marL="36000" marR="0" marT="0" marB="0" anchor="b"/>
                </a:tc>
                <a:tc>
                  <a:txBody>
                    <a:bodyPr/>
                    <a:lstStyle/>
                    <a:p>
                      <a:pPr algn="l" fontAlgn="b"/>
                      <a:endParaRPr lang="de-DE" sz="1000" b="0" i="0" u="none" strike="noStrike" dirty="0">
                        <a:latin typeface="Arial"/>
                      </a:endParaRPr>
                    </a:p>
                  </a:txBody>
                  <a:tcPr marL="36000" marR="0" marT="0" marB="0" anchor="b"/>
                </a:tc>
              </a:tr>
              <a:tr h="216024">
                <a:tc>
                  <a:txBody>
                    <a:bodyPr/>
                    <a:lstStyle/>
                    <a:p>
                      <a:pPr algn="l" fontAlgn="b"/>
                      <a:endParaRPr lang="de-DE" sz="1000" b="0" i="0" u="none" strike="noStrike" dirty="0">
                        <a:latin typeface="Arial"/>
                      </a:endParaRPr>
                    </a:p>
                  </a:txBody>
                  <a:tcPr marL="36000" marR="0" marT="0" marB="0" anchor="b"/>
                </a:tc>
                <a:tc>
                  <a:txBody>
                    <a:bodyPr/>
                    <a:lstStyle/>
                    <a:p>
                      <a:pPr algn="l" fontAlgn="b"/>
                      <a:endParaRPr lang="de-DE" sz="1000" b="0" i="0" u="none" strike="noStrike" dirty="0">
                        <a:latin typeface="Arial"/>
                      </a:endParaRPr>
                    </a:p>
                  </a:txBody>
                  <a:tcPr marL="36000" marR="0" marT="0" marB="0" anchor="b"/>
                </a:tc>
                <a:tc>
                  <a:txBody>
                    <a:bodyPr/>
                    <a:lstStyle/>
                    <a:p>
                      <a:pPr algn="l" fontAlgn="b"/>
                      <a:endParaRPr lang="de-DE" sz="1000" b="0" i="0" u="none" strike="noStrike" dirty="0">
                        <a:latin typeface="Arial"/>
                      </a:endParaRPr>
                    </a:p>
                  </a:txBody>
                  <a:tcPr marL="36000" marR="0" marT="0" marB="0" anchor="b"/>
                </a:tc>
                <a:tc>
                  <a:txBody>
                    <a:bodyPr/>
                    <a:lstStyle/>
                    <a:p>
                      <a:pPr algn="l" fontAlgn="b"/>
                      <a:endParaRPr lang="de-DE" sz="1000" b="0" i="0" u="none" strike="noStrike" dirty="0">
                        <a:latin typeface="Arial"/>
                      </a:endParaRPr>
                    </a:p>
                  </a:txBody>
                  <a:tcPr marL="36000" marR="0" marT="0" marB="0" anchor="b"/>
                </a:tc>
              </a:tr>
              <a:tr h="216024">
                <a:tc>
                  <a:txBody>
                    <a:bodyPr/>
                    <a:lstStyle/>
                    <a:p>
                      <a:pPr algn="l" fontAlgn="b"/>
                      <a:endParaRPr lang="de-DE" sz="1000" b="0" i="0" u="none" strike="noStrike" dirty="0">
                        <a:latin typeface="Arial"/>
                      </a:endParaRPr>
                    </a:p>
                  </a:txBody>
                  <a:tcPr marL="36000" marR="0" marT="0" marB="0" anchor="b"/>
                </a:tc>
                <a:tc>
                  <a:txBody>
                    <a:bodyPr/>
                    <a:lstStyle/>
                    <a:p>
                      <a:pPr algn="l" fontAlgn="b"/>
                      <a:endParaRPr lang="de-DE" sz="1000" b="0" i="0" u="none" strike="noStrike" dirty="0">
                        <a:latin typeface="Arial"/>
                      </a:endParaRPr>
                    </a:p>
                  </a:txBody>
                  <a:tcPr marL="36000" marR="0" marT="0" marB="0" anchor="b"/>
                </a:tc>
                <a:tc>
                  <a:txBody>
                    <a:bodyPr/>
                    <a:lstStyle/>
                    <a:p>
                      <a:pPr algn="l" fontAlgn="b"/>
                      <a:endParaRPr lang="de-DE" sz="1000" b="0" i="0" u="none" strike="noStrike" dirty="0">
                        <a:latin typeface="Arial"/>
                      </a:endParaRPr>
                    </a:p>
                  </a:txBody>
                  <a:tcPr marL="36000" marR="0" marT="0" marB="0" anchor="b"/>
                </a:tc>
                <a:tc>
                  <a:txBody>
                    <a:bodyPr/>
                    <a:lstStyle/>
                    <a:p>
                      <a:pPr algn="l" fontAlgn="b"/>
                      <a:endParaRPr lang="de-DE" sz="1000" b="0" i="0" u="none" strike="noStrike" dirty="0">
                        <a:latin typeface="Arial"/>
                      </a:endParaRPr>
                    </a:p>
                  </a:txBody>
                  <a:tcPr marL="36000" marR="0" marT="0" marB="0" anchor="b"/>
                </a:tc>
              </a:tr>
              <a:tr h="370840">
                <a:tc>
                  <a:txBody>
                    <a:bodyPr/>
                    <a:lstStyle/>
                    <a:p>
                      <a:pPr algn="l" fontAlgn="b"/>
                      <a:endParaRPr lang="de-DE" sz="1000" b="0" i="0" u="none" strike="noStrike" dirty="0">
                        <a:latin typeface="Arial"/>
                      </a:endParaRPr>
                    </a:p>
                  </a:txBody>
                  <a:tcPr marL="36000" marR="0" marT="0" marB="0" anchor="b"/>
                </a:tc>
                <a:tc>
                  <a:txBody>
                    <a:bodyPr/>
                    <a:lstStyle/>
                    <a:p>
                      <a:pPr algn="l" fontAlgn="b"/>
                      <a:endParaRPr lang="de-DE" sz="1000" b="0" i="0" u="none" strike="noStrike" dirty="0">
                        <a:latin typeface="Arial"/>
                      </a:endParaRPr>
                    </a:p>
                  </a:txBody>
                  <a:tcPr marL="36000" marR="0" marT="0" marB="0" anchor="b"/>
                </a:tc>
                <a:tc>
                  <a:txBody>
                    <a:bodyPr/>
                    <a:lstStyle/>
                    <a:p>
                      <a:pPr algn="l" fontAlgn="b"/>
                      <a:endParaRPr lang="de-DE" sz="1000" b="0" i="0" u="none" strike="noStrike" dirty="0">
                        <a:latin typeface="Arial"/>
                      </a:endParaRPr>
                    </a:p>
                  </a:txBody>
                  <a:tcPr marL="36000" marR="0" marT="0" marB="0" anchor="b"/>
                </a:tc>
                <a:tc>
                  <a:txBody>
                    <a:bodyPr/>
                    <a:lstStyle/>
                    <a:p>
                      <a:pPr algn="l" fontAlgn="b"/>
                      <a:endParaRPr lang="de-DE" sz="1000" b="0" i="0" u="none" strike="noStrike" dirty="0">
                        <a:latin typeface="Arial"/>
                      </a:endParaRPr>
                    </a:p>
                  </a:txBody>
                  <a:tcPr marL="36000" marR="0" marT="0" marB="0" anchor="b"/>
                </a:tc>
              </a:tr>
            </a:tbl>
          </a:graphicData>
        </a:graphic>
      </p:graphicFrame>
      <p:sp>
        <p:nvSpPr>
          <p:cNvPr id="3" name="Datumsplatzhalter 2"/>
          <p:cNvSpPr>
            <a:spLocks noGrp="1"/>
          </p:cNvSpPr>
          <p:nvPr>
            <p:ph type="dt" sz="half" idx="2"/>
          </p:nvPr>
        </p:nvSpPr>
        <p:spPr/>
        <p:txBody>
          <a:bodyPr/>
          <a:lstStyle/>
          <a:p>
            <a:fld id="{13339871-88F5-483A-A9EE-18A3FA3E29C3}" type="datetime1">
              <a:rPr lang="de-DE" smtClean="0"/>
              <a:pPr/>
              <a:t>12.04.2017</a:t>
            </a:fld>
            <a:r>
              <a:rPr lang="de-DE" smtClean="0"/>
              <a:t>     </a:t>
            </a:r>
            <a:r>
              <a:rPr lang="de-DE" dirty="0" smtClean="0"/>
              <a:t>Thema der Präsentation | Vorname Name | Org.:</a:t>
            </a:r>
            <a:endParaRPr lang="de-DE" dirty="0"/>
          </a:p>
        </p:txBody>
      </p:sp>
      <p:sp>
        <p:nvSpPr>
          <p:cNvPr id="4" name="Foliennummernplatzhalter 3"/>
          <p:cNvSpPr>
            <a:spLocks noGrp="1"/>
          </p:cNvSpPr>
          <p:nvPr>
            <p:ph type="sldNum" sz="quarter" idx="4"/>
          </p:nvPr>
        </p:nvSpPr>
        <p:spPr/>
        <p:txBody>
          <a:bodyPr/>
          <a:lstStyle/>
          <a:p>
            <a:fld id="{173FEA60-B56A-DE49-B4F9-939AB62E9280}" type="slidenum">
              <a:rPr lang="de-DE" smtClean="0"/>
              <a:pPr/>
              <a:t>2</a:t>
            </a:fld>
            <a:endParaRPr lang="de-DE" dirty="0"/>
          </a:p>
        </p:txBody>
      </p:sp>
      <p:sp>
        <p:nvSpPr>
          <p:cNvPr id="5" name="Titel 4"/>
          <p:cNvSpPr>
            <a:spLocks noGrp="1"/>
          </p:cNvSpPr>
          <p:nvPr>
            <p:ph type="title"/>
          </p:nvPr>
        </p:nvSpPr>
        <p:spPr/>
        <p:txBody>
          <a:bodyPr/>
          <a:lstStyle/>
          <a:p>
            <a:r>
              <a:rPr lang="de-DE" dirty="0" err="1" smtClean="0"/>
              <a:t>Document</a:t>
            </a:r>
            <a:r>
              <a:rPr lang="de-DE" dirty="0" smtClean="0"/>
              <a:t> </a:t>
            </a:r>
            <a:r>
              <a:rPr lang="de-DE" dirty="0" err="1" smtClean="0"/>
              <a:t>History</a:t>
            </a:r>
            <a:endParaRPr lang="de-DE" dirty="0"/>
          </a:p>
        </p:txBody>
      </p:sp>
      <p:sp>
        <p:nvSpPr>
          <p:cNvPr id="6" name="Fußzeilenplatzhalter 5"/>
          <p:cNvSpPr>
            <a:spLocks noGrp="1"/>
          </p:cNvSpPr>
          <p:nvPr>
            <p:ph type="ftr" sz="quarter" idx="3"/>
          </p:nvPr>
        </p:nvSpPr>
        <p:spPr/>
        <p:txBody>
          <a:bodyPr/>
          <a:lstStyle/>
          <a:p>
            <a:r>
              <a:rPr lang="en-US" sz="600" smtClean="0"/>
              <a:t>Internal: All rights reserved. Distribution within DRÄXLMAIER Group, customer and partners.</a:t>
            </a:r>
            <a:endParaRPr lang="de-DE"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Objekt 16" hidden="1"/>
          <p:cNvGraphicFramePr>
            <a:graphicFrameLocks noChangeAspect="1"/>
          </p:cNvGraphicFramePr>
          <p:nvPr>
            <p:extLst>
              <p:ext uri="{D42A27DB-BD31-4B8C-83A1-F6EECF244321}">
                <p14:modId xmlns:p14="http://schemas.microsoft.com/office/powerpoint/2010/main" xmlns="" val="1622319953"/>
              </p:ext>
            </p:extLst>
          </p:nvPr>
        </p:nvGraphicFramePr>
        <p:xfrm>
          <a:off x="1588" y="1588"/>
          <a:ext cx="1587" cy="1587"/>
        </p:xfrm>
        <a:graphic>
          <a:graphicData uri="http://schemas.openxmlformats.org/presentationml/2006/ole">
            <p:oleObj spid="_x0000_s6177" name="think-cell Folie" r:id="rId13" imgW="216" imgH="216" progId="">
              <p:embed/>
            </p:oleObj>
          </a:graphicData>
        </a:graphic>
      </p:graphicFrame>
      <p:pic>
        <p:nvPicPr>
          <p:cNvPr id="7" name="Bild 20" descr="DRX_LO1407_RGB_RZ.eps"/>
          <p:cNvPicPr>
            <a:picLocks noChangeAspect="1"/>
          </p:cNvPicPr>
          <p:nvPr/>
        </p:nvPicPr>
        <p:blipFill>
          <a:blip r:embed="rId14" cstate="print">
            <a:extLst>
              <a:ext uri="{28A0092B-C50C-407E-A947-70E740481C1C}">
                <a14:useLocalDpi xmlns:a14="http://schemas.microsoft.com/office/drawing/2010/main" xmlns="" val="0"/>
              </a:ext>
            </a:extLst>
          </a:blip>
          <a:stretch>
            <a:fillRect/>
          </a:stretch>
        </p:blipFill>
        <p:spPr>
          <a:xfrm>
            <a:off x="7412815" y="332656"/>
            <a:ext cx="1402080" cy="595884"/>
          </a:xfrm>
          <a:prstGeom prst="rect">
            <a:avLst/>
          </a:prstGeom>
        </p:spPr>
      </p:pic>
      <p:sp>
        <p:nvSpPr>
          <p:cNvPr id="15" name="Titel 2"/>
          <p:cNvSpPr>
            <a:spLocks noGrp="1"/>
          </p:cNvSpPr>
          <p:nvPr>
            <p:ph type="title"/>
          </p:nvPr>
        </p:nvSpPr>
        <p:spPr bwMode="gray">
          <a:xfrm>
            <a:off x="371475" y="333376"/>
            <a:ext cx="6700838" cy="645270"/>
          </a:xfrm>
        </p:spPr>
        <p:txBody>
          <a:bodyPr/>
          <a:lstStyle/>
          <a:p>
            <a:r>
              <a:rPr lang="en-US" dirty="0" smtClean="0"/>
              <a:t>Management Summary</a:t>
            </a:r>
            <a:br>
              <a:rPr lang="en-US" dirty="0" smtClean="0"/>
            </a:br>
            <a:endParaRPr lang="en-US" dirty="0"/>
          </a:p>
        </p:txBody>
      </p:sp>
      <p:sp>
        <p:nvSpPr>
          <p:cNvPr id="50" name="Rectangle 9"/>
          <p:cNvSpPr txBox="1">
            <a:spLocks noChangeArrowheads="1"/>
          </p:cNvSpPr>
          <p:nvPr>
            <p:custDataLst>
              <p:tags r:id="rId2"/>
            </p:custDataLst>
          </p:nvPr>
        </p:nvSpPr>
        <p:spPr>
          <a:xfrm>
            <a:off x="1920993" y="843558"/>
            <a:ext cx="6890757" cy="101880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0">
                <a:solidFill>
                  <a:schemeClr val="tx1"/>
                </a:solidFill>
                <a:miter lim="800000"/>
                <a:headEnd/>
                <a:tailEnd/>
              </a14:hiddenLine>
            </a:ext>
            <a:ext uri="{AF507438-7753-43E0-B8FC-AC1667EBCBE1}">
              <a14:hiddenEffects xmlns:a14="http://schemas.microsoft.com/office/drawing/2010/main" xmlns="">
                <a:effectLst>
                  <a:outerShdw algn="ctr" rotWithShape="0">
                    <a:schemeClr val="bg2"/>
                  </a:outerShdw>
                </a:effectLst>
              </a14:hiddenEffects>
            </a:ext>
          </a:extLst>
        </p:spPr>
        <p:txBody>
          <a:bodyPr lIns="0" tIns="63500" rIns="0" bIns="0"/>
          <a:lstStyle>
            <a:defPPr>
              <a:defRPr lang="en-US"/>
            </a:defPPr>
            <a:lvl1pPr marL="285750" indent="-285750" defTabSz="839788">
              <a:spcBef>
                <a:spcPct val="20000"/>
              </a:spcBef>
              <a:buClr>
                <a:srgbClr val="5D7298"/>
              </a:buClr>
              <a:buSzPct val="65000"/>
              <a:buFont typeface="Arial" pitchFamily="34" charset="0"/>
              <a:buChar char="•"/>
              <a:defRPr sz="1400"/>
            </a:lvl1pPr>
          </a:lstStyle>
          <a:p>
            <a:pPr marL="0" indent="0">
              <a:buFont typeface="Arial" pitchFamily="34" charset="0"/>
              <a:buNone/>
              <a:defRPr/>
            </a:pPr>
            <a:r>
              <a:rPr lang="en-US" sz="1050" dirty="0" smtClean="0">
                <a:solidFill>
                  <a:srgbClr val="000000"/>
                </a:solidFill>
              </a:rPr>
              <a:t>This is what we see in our operation today:</a:t>
            </a:r>
          </a:p>
          <a:p>
            <a:pPr>
              <a:buFont typeface="Wingdings" pitchFamily="2" charset="2"/>
              <a:buChar char="Ø"/>
              <a:defRPr/>
            </a:pPr>
            <a:r>
              <a:rPr lang="en-US" sz="1050" dirty="0" smtClean="0">
                <a:solidFill>
                  <a:srgbClr val="000000"/>
                </a:solidFill>
              </a:rPr>
              <a:t>Demand Viewer offers functions for cross-plant supply chain planning and monitoring, e.g.</a:t>
            </a:r>
          </a:p>
          <a:p>
            <a:pPr lvl="1">
              <a:buFont typeface="Arial" pitchFamily="34" charset="0"/>
              <a:buChar char="•"/>
              <a:defRPr/>
            </a:pPr>
            <a:r>
              <a:rPr lang="en-US" sz="1050" dirty="0" smtClean="0"/>
              <a:t> inventory / demand summary incl. bottleneck monitor</a:t>
            </a:r>
            <a:endParaRPr lang="en-US" sz="1050" dirty="0" smtClean="0">
              <a:solidFill>
                <a:srgbClr val="000000"/>
              </a:solidFill>
            </a:endParaRPr>
          </a:p>
          <a:p>
            <a:pPr lvl="1">
              <a:buFont typeface="Arial" pitchFamily="34" charset="0"/>
              <a:buChar char="•"/>
              <a:defRPr/>
            </a:pPr>
            <a:r>
              <a:rPr lang="en-US" sz="1050" dirty="0" smtClean="0"/>
              <a:t> SA schedule lines several times a day (shipment suggestion)</a:t>
            </a:r>
            <a:endParaRPr lang="en-US" sz="1050" dirty="0" smtClean="0">
              <a:solidFill>
                <a:srgbClr val="000000"/>
              </a:solidFill>
            </a:endParaRPr>
          </a:p>
          <a:p>
            <a:pPr>
              <a:buFont typeface="Wingdings" pitchFamily="2" charset="2"/>
              <a:buChar char="Ø"/>
              <a:defRPr/>
            </a:pPr>
            <a:r>
              <a:rPr lang="en-US" sz="1050" dirty="0" smtClean="0">
                <a:solidFill>
                  <a:srgbClr val="000000"/>
                </a:solidFill>
              </a:rPr>
              <a:t>different Excel-Tools for long-term capacity planning not integrated to HOST, e.g. site planning interior/electric</a:t>
            </a:r>
          </a:p>
        </p:txBody>
      </p:sp>
      <p:sp>
        <p:nvSpPr>
          <p:cNvPr id="51" name="Rectangle 10"/>
          <p:cNvSpPr>
            <a:spLocks noChangeArrowheads="1"/>
          </p:cNvSpPr>
          <p:nvPr>
            <p:custDataLst>
              <p:tags r:id="rId3"/>
            </p:custDataLst>
          </p:nvPr>
        </p:nvSpPr>
        <p:spPr bwMode="auto">
          <a:xfrm>
            <a:off x="371475" y="842824"/>
            <a:ext cx="492388" cy="3961174"/>
          </a:xfrm>
          <a:prstGeom prst="rect">
            <a:avLst/>
          </a:prstGeom>
          <a:solidFill>
            <a:schemeClr val="accent2"/>
          </a:solidFill>
          <a:ln w="9525">
            <a:noFill/>
            <a:miter lim="800000"/>
            <a:headEnd/>
            <a:tailEnd/>
          </a:ln>
          <a:effectLst/>
        </p:spPr>
        <p:txBody>
          <a:bodyPr wrap="none" anchor="ctr"/>
          <a:lstStyle/>
          <a:p>
            <a:pPr algn="ctr"/>
            <a:endParaRPr lang="en-US" sz="1100" b="1"/>
          </a:p>
        </p:txBody>
      </p:sp>
      <p:sp>
        <p:nvSpPr>
          <p:cNvPr id="62" name="AutoShape 11"/>
          <p:cNvSpPr>
            <a:spLocks noChangeArrowheads="1"/>
          </p:cNvSpPr>
          <p:nvPr>
            <p:custDataLst>
              <p:tags r:id="rId4"/>
            </p:custDataLst>
          </p:nvPr>
        </p:nvSpPr>
        <p:spPr bwMode="auto">
          <a:xfrm>
            <a:off x="551731" y="915566"/>
            <a:ext cx="1139949" cy="429849"/>
          </a:xfrm>
          <a:prstGeom prst="homePlate">
            <a:avLst>
              <a:gd name="adj" fmla="val 29078"/>
            </a:avLst>
          </a:prstGeom>
          <a:solidFill>
            <a:schemeClr val="accent1"/>
          </a:solidFill>
          <a:ln w="9525">
            <a:noFill/>
            <a:miter lim="800000"/>
            <a:headEnd/>
            <a:tailEnd/>
          </a:ln>
          <a:effectLst/>
        </p:spPr>
        <p:txBody>
          <a:bodyPr lIns="72000" tIns="36000" rIns="72000" bIns="36000" anchor="ctr"/>
          <a:lstStyle/>
          <a:p>
            <a:pPr algn="ctr"/>
            <a:r>
              <a:rPr lang="en-US" sz="1100" b="1" smtClean="0">
                <a:solidFill>
                  <a:schemeClr val="bg1"/>
                </a:solidFill>
              </a:rPr>
              <a:t>Current</a:t>
            </a:r>
          </a:p>
          <a:p>
            <a:pPr algn="ctr"/>
            <a:r>
              <a:rPr lang="en-US" sz="1100" b="1" smtClean="0">
                <a:solidFill>
                  <a:schemeClr val="bg1"/>
                </a:solidFill>
              </a:rPr>
              <a:t>Situation</a:t>
            </a:r>
            <a:endParaRPr lang="en-US" sz="1100" b="1">
              <a:solidFill>
                <a:schemeClr val="bg1"/>
              </a:solidFill>
            </a:endParaRPr>
          </a:p>
        </p:txBody>
      </p:sp>
      <p:sp>
        <p:nvSpPr>
          <p:cNvPr id="65" name="Rectangle 13"/>
          <p:cNvSpPr>
            <a:spLocks noChangeArrowheads="1"/>
          </p:cNvSpPr>
          <p:nvPr>
            <p:custDataLst>
              <p:tags r:id="rId5"/>
            </p:custDataLst>
          </p:nvPr>
        </p:nvSpPr>
        <p:spPr bwMode="auto">
          <a:xfrm>
            <a:off x="1923361" y="1995686"/>
            <a:ext cx="6890757" cy="85221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0">
                <a:solidFill>
                  <a:schemeClr val="tx1"/>
                </a:solidFill>
                <a:miter lim="800000"/>
                <a:headEnd/>
                <a:tailEnd/>
              </a14:hiddenLine>
            </a:ext>
            <a:ext uri="{AF507438-7753-43E0-B8FC-AC1667EBCBE1}">
              <a14:hiddenEffects xmlns:a14="http://schemas.microsoft.com/office/drawing/2010/main" xmlns="">
                <a:effectLst>
                  <a:outerShdw algn="ctr" rotWithShape="0">
                    <a:schemeClr val="bg2"/>
                  </a:outerShdw>
                </a:effectLst>
              </a14:hiddenEffects>
            </a:ext>
          </a:extLst>
        </p:spPr>
        <p:txBody>
          <a:bodyPr lIns="0" tIns="63500" rIns="0" bIns="0"/>
          <a:lstStyle/>
          <a:p>
            <a:pPr marL="285750" indent="-285750" defTabSz="839788">
              <a:spcBef>
                <a:spcPct val="20000"/>
              </a:spcBef>
              <a:buClr>
                <a:srgbClr val="5D7298"/>
              </a:buClr>
              <a:buSzPct val="65000"/>
              <a:defRPr/>
            </a:pPr>
            <a:r>
              <a:rPr lang="de-DE" sz="1050" dirty="0" err="1" smtClean="0"/>
              <a:t>Requirements</a:t>
            </a:r>
            <a:r>
              <a:rPr lang="de-DE" sz="1050" dirty="0" smtClean="0"/>
              <a:t> in </a:t>
            </a:r>
            <a:r>
              <a:rPr lang="de-DE" sz="1050" dirty="0" err="1" smtClean="0"/>
              <a:t>synapsis</a:t>
            </a:r>
            <a:r>
              <a:rPr lang="de-DE" sz="1050" dirty="0" smtClean="0"/>
              <a:t> </a:t>
            </a:r>
            <a:r>
              <a:rPr lang="de-DE" sz="1050" dirty="0" err="1" smtClean="0"/>
              <a:t>raised</a:t>
            </a:r>
            <a:r>
              <a:rPr lang="de-DE" sz="1050" dirty="0" smtClean="0"/>
              <a:t> </a:t>
            </a:r>
            <a:r>
              <a:rPr lang="de-DE" sz="1050" dirty="0" err="1" smtClean="0"/>
              <a:t>to</a:t>
            </a:r>
            <a:r>
              <a:rPr lang="de-DE" sz="1050" dirty="0" smtClean="0"/>
              <a:t> </a:t>
            </a:r>
            <a:r>
              <a:rPr lang="de-DE" sz="1050" dirty="0" err="1" smtClean="0"/>
              <a:t>achieve</a:t>
            </a:r>
            <a:r>
              <a:rPr lang="de-DE" sz="1050" dirty="0" smtClean="0"/>
              <a:t> </a:t>
            </a:r>
            <a:r>
              <a:rPr lang="de-DE" sz="1050" dirty="0" err="1" smtClean="0"/>
              <a:t>the</a:t>
            </a:r>
            <a:r>
              <a:rPr lang="de-DE" sz="1050" dirty="0" smtClean="0"/>
              <a:t> </a:t>
            </a:r>
            <a:r>
              <a:rPr lang="de-DE" sz="1050" dirty="0" err="1" smtClean="0"/>
              <a:t>following</a:t>
            </a:r>
            <a:r>
              <a:rPr lang="de-DE" sz="1050" dirty="0" smtClean="0"/>
              <a:t>:</a:t>
            </a:r>
            <a:endParaRPr lang="en-US" sz="1050" dirty="0" smtClean="0"/>
          </a:p>
          <a:p>
            <a:pPr marL="285750" indent="-285750" defTabSz="839788">
              <a:spcBef>
                <a:spcPct val="20000"/>
              </a:spcBef>
              <a:buClr>
                <a:srgbClr val="5D7298"/>
              </a:buClr>
              <a:buSzPct val="65000"/>
              <a:buFont typeface="Wingdings" pitchFamily="2" charset="2"/>
              <a:buChar char="Ø"/>
              <a:defRPr/>
            </a:pPr>
            <a:r>
              <a:rPr lang="en-US" sz="1050" dirty="0" smtClean="0"/>
              <a:t>functions today implemented in Demand Viewer must still be available in future</a:t>
            </a:r>
            <a:endParaRPr lang="en-US" sz="1050" dirty="0"/>
          </a:p>
          <a:p>
            <a:pPr marL="285750" indent="-285750" defTabSz="839788">
              <a:spcBef>
                <a:spcPct val="20000"/>
              </a:spcBef>
              <a:buClr>
                <a:srgbClr val="5D7298"/>
              </a:buClr>
              <a:buSzPct val="65000"/>
              <a:buFont typeface="Wingdings" pitchFamily="2" charset="2"/>
              <a:buChar char="Ø"/>
              <a:defRPr/>
            </a:pPr>
            <a:r>
              <a:rPr lang="en-US" sz="1050" dirty="0" smtClean="0"/>
              <a:t>there should be a long-term capacity planning (½ - 5 years) which is as much integrated in ERP as possible (at least for the business where master data already available)</a:t>
            </a:r>
            <a:endParaRPr lang="en-US" sz="1050" dirty="0"/>
          </a:p>
          <a:p>
            <a:pPr marL="285750" indent="-285750" defTabSz="839788">
              <a:spcBef>
                <a:spcPct val="20000"/>
              </a:spcBef>
              <a:buClr>
                <a:srgbClr val="5D7298"/>
              </a:buClr>
              <a:buSzPct val="65000"/>
              <a:buFont typeface="Arial" pitchFamily="34" charset="0"/>
              <a:buChar char="•"/>
              <a:defRPr/>
            </a:pPr>
            <a:endParaRPr lang="en-US" sz="1050" dirty="0"/>
          </a:p>
        </p:txBody>
      </p:sp>
      <p:sp>
        <p:nvSpPr>
          <p:cNvPr id="68" name="Rectangle 16"/>
          <p:cNvSpPr>
            <a:spLocks noChangeArrowheads="1"/>
          </p:cNvSpPr>
          <p:nvPr>
            <p:custDataLst>
              <p:tags r:id="rId6"/>
            </p:custDataLst>
          </p:nvPr>
        </p:nvSpPr>
        <p:spPr bwMode="auto">
          <a:xfrm>
            <a:off x="1923361" y="2917031"/>
            <a:ext cx="6969119" cy="6628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0">
                <a:solidFill>
                  <a:schemeClr val="tx1"/>
                </a:solidFill>
                <a:miter lim="800000"/>
                <a:headEnd/>
                <a:tailEnd/>
              </a14:hiddenLine>
            </a:ext>
            <a:ext uri="{AF507438-7753-43E0-B8FC-AC1667EBCBE1}">
              <a14:hiddenEffects xmlns:a14="http://schemas.microsoft.com/office/drawing/2010/main" xmlns="">
                <a:effectLst>
                  <a:outerShdw algn="ctr" rotWithShape="0">
                    <a:schemeClr val="bg2"/>
                  </a:outerShdw>
                </a:effectLst>
              </a14:hiddenEffects>
            </a:ext>
          </a:extLst>
        </p:spPr>
        <p:txBody>
          <a:bodyPr lIns="0" tIns="63500" rIns="0" bIns="0"/>
          <a:lstStyle/>
          <a:p>
            <a:pPr defTabSz="839788">
              <a:spcBef>
                <a:spcPct val="20000"/>
              </a:spcBef>
              <a:buClr>
                <a:srgbClr val="5D7298"/>
              </a:buClr>
              <a:buSzPct val="65000"/>
              <a:defRPr/>
            </a:pPr>
            <a:r>
              <a:rPr lang="en-US" sz="1050" dirty="0" smtClean="0">
                <a:solidFill>
                  <a:srgbClr val="000000"/>
                </a:solidFill>
              </a:rPr>
              <a:t>Given the facts we see the following possible solution alternatives:</a:t>
            </a:r>
            <a:endParaRPr lang="en-US" sz="1050" dirty="0">
              <a:solidFill>
                <a:srgbClr val="000000"/>
              </a:solidFill>
            </a:endParaRPr>
          </a:p>
          <a:p>
            <a:pPr marL="285750" indent="-285750" defTabSz="839788">
              <a:spcBef>
                <a:spcPct val="20000"/>
              </a:spcBef>
              <a:buClr>
                <a:srgbClr val="5D7298"/>
              </a:buClr>
              <a:buSzPct val="65000"/>
              <a:buFont typeface="Wingdings" pitchFamily="2" charset="2"/>
              <a:buChar char="Ø"/>
              <a:defRPr/>
            </a:pPr>
            <a:r>
              <a:rPr lang="en-US" sz="1050" dirty="0" smtClean="0">
                <a:solidFill>
                  <a:srgbClr val="000000"/>
                </a:solidFill>
              </a:rPr>
              <a:t>Alternative 1: APO Supply Network Planning (</a:t>
            </a:r>
            <a:r>
              <a:rPr lang="en-US" sz="1050" b="1" dirty="0" smtClean="0">
                <a:solidFill>
                  <a:srgbClr val="000000"/>
                </a:solidFill>
              </a:rPr>
              <a:t>APO SNP</a:t>
            </a:r>
            <a:r>
              <a:rPr lang="en-US" sz="1050" dirty="0" smtClean="0">
                <a:solidFill>
                  <a:srgbClr val="000000"/>
                </a:solidFill>
              </a:rPr>
              <a:t>)</a:t>
            </a:r>
            <a:endParaRPr lang="en-US" sz="1050" dirty="0">
              <a:solidFill>
                <a:srgbClr val="000000"/>
              </a:solidFill>
            </a:endParaRPr>
          </a:p>
          <a:p>
            <a:pPr marL="285750" indent="-285750" defTabSz="839788">
              <a:spcBef>
                <a:spcPct val="20000"/>
              </a:spcBef>
              <a:buClr>
                <a:srgbClr val="5D7298"/>
              </a:buClr>
              <a:buSzPct val="65000"/>
              <a:buFont typeface="Wingdings" pitchFamily="2" charset="2"/>
              <a:buChar char="Ø"/>
              <a:defRPr/>
            </a:pPr>
            <a:r>
              <a:rPr lang="en-US" sz="1050" dirty="0" smtClean="0">
                <a:solidFill>
                  <a:srgbClr val="000000"/>
                </a:solidFill>
              </a:rPr>
              <a:t>Alternative 2: Integrated Business Planning (</a:t>
            </a:r>
            <a:r>
              <a:rPr lang="en-US" sz="1050" b="1" dirty="0" smtClean="0">
                <a:solidFill>
                  <a:srgbClr val="000000"/>
                </a:solidFill>
              </a:rPr>
              <a:t>IBP</a:t>
            </a:r>
            <a:r>
              <a:rPr lang="en-US" sz="1050" dirty="0" smtClean="0">
                <a:solidFill>
                  <a:srgbClr val="000000"/>
                </a:solidFill>
              </a:rPr>
              <a:t>)</a:t>
            </a:r>
          </a:p>
          <a:p>
            <a:pPr marL="285750" indent="-285750" defTabSz="839788">
              <a:spcBef>
                <a:spcPct val="20000"/>
              </a:spcBef>
              <a:buClr>
                <a:srgbClr val="5D7298"/>
              </a:buClr>
              <a:buSzPct val="65000"/>
              <a:buFont typeface="Wingdings" pitchFamily="2" charset="2"/>
              <a:buChar char="Ø"/>
              <a:defRPr/>
            </a:pPr>
            <a:r>
              <a:rPr lang="en-US" sz="1050" dirty="0" smtClean="0">
                <a:solidFill>
                  <a:srgbClr val="000000"/>
                </a:solidFill>
              </a:rPr>
              <a:t>Alternative 3: </a:t>
            </a:r>
            <a:r>
              <a:rPr lang="en-US" sz="1050" b="1" dirty="0" smtClean="0">
                <a:solidFill>
                  <a:srgbClr val="000000"/>
                </a:solidFill>
              </a:rPr>
              <a:t>S/4 HANA </a:t>
            </a:r>
            <a:r>
              <a:rPr lang="en-US" sz="1050" dirty="0" smtClean="0">
                <a:solidFill>
                  <a:srgbClr val="000000"/>
                </a:solidFill>
              </a:rPr>
              <a:t>only, no separate SAP tool or add-on in addition</a:t>
            </a:r>
            <a:endParaRPr lang="en-US" sz="1050" dirty="0">
              <a:solidFill>
                <a:srgbClr val="000000"/>
              </a:solidFill>
            </a:endParaRPr>
          </a:p>
        </p:txBody>
      </p:sp>
      <p:sp>
        <p:nvSpPr>
          <p:cNvPr id="14" name="Rectangle 16"/>
          <p:cNvSpPr>
            <a:spLocks noChangeArrowheads="1"/>
          </p:cNvSpPr>
          <p:nvPr>
            <p:custDataLst>
              <p:tags r:id="rId7"/>
            </p:custDataLst>
          </p:nvPr>
        </p:nvSpPr>
        <p:spPr bwMode="auto">
          <a:xfrm>
            <a:off x="1920993" y="4069159"/>
            <a:ext cx="6969119" cy="6628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0">
                <a:solidFill>
                  <a:schemeClr val="tx1"/>
                </a:solidFill>
                <a:miter lim="800000"/>
                <a:headEnd/>
                <a:tailEnd/>
              </a14:hiddenLine>
            </a:ext>
            <a:ext uri="{AF507438-7753-43E0-B8FC-AC1667EBCBE1}">
              <a14:hiddenEffects xmlns:a14="http://schemas.microsoft.com/office/drawing/2010/main" xmlns="">
                <a:effectLst>
                  <a:outerShdw algn="ctr" rotWithShape="0">
                    <a:schemeClr val="bg2"/>
                  </a:outerShdw>
                </a:effectLst>
              </a14:hiddenEffects>
            </a:ext>
          </a:extLst>
        </p:spPr>
        <p:txBody>
          <a:bodyPr lIns="0" tIns="63500" rIns="0" bIns="0"/>
          <a:lstStyle/>
          <a:p>
            <a:pPr defTabSz="839788">
              <a:spcBef>
                <a:spcPct val="20000"/>
              </a:spcBef>
              <a:buClr>
                <a:srgbClr val="5D7298"/>
              </a:buClr>
              <a:buSzPct val="65000"/>
              <a:defRPr/>
            </a:pPr>
            <a:r>
              <a:rPr lang="en-US" sz="1050" b="1" dirty="0" smtClean="0">
                <a:solidFill>
                  <a:srgbClr val="000000"/>
                </a:solidFill>
              </a:rPr>
              <a:t>S/4 HANA</a:t>
            </a:r>
            <a:endParaRPr lang="en-US" sz="1100" b="1" dirty="0">
              <a:solidFill>
                <a:srgbClr val="000000"/>
              </a:solidFill>
            </a:endParaRPr>
          </a:p>
        </p:txBody>
      </p:sp>
      <p:sp>
        <p:nvSpPr>
          <p:cNvPr id="16" name="AutoShape 11"/>
          <p:cNvSpPr>
            <a:spLocks noChangeArrowheads="1"/>
          </p:cNvSpPr>
          <p:nvPr>
            <p:custDataLst>
              <p:tags r:id="rId8"/>
            </p:custDataLst>
          </p:nvPr>
        </p:nvSpPr>
        <p:spPr bwMode="auto">
          <a:xfrm>
            <a:off x="539552" y="2931790"/>
            <a:ext cx="1139949" cy="429849"/>
          </a:xfrm>
          <a:prstGeom prst="homePlate">
            <a:avLst>
              <a:gd name="adj" fmla="val 29078"/>
            </a:avLst>
          </a:prstGeom>
          <a:solidFill>
            <a:schemeClr val="accent1"/>
          </a:solidFill>
          <a:ln w="9525">
            <a:noFill/>
            <a:miter lim="800000"/>
            <a:headEnd/>
            <a:tailEnd/>
          </a:ln>
          <a:effectLst/>
        </p:spPr>
        <p:txBody>
          <a:bodyPr lIns="72000" tIns="36000" rIns="72000" bIns="36000" anchor="ctr"/>
          <a:lstStyle/>
          <a:p>
            <a:pPr algn="ctr"/>
            <a:r>
              <a:rPr lang="en-US" sz="1100" b="1" smtClean="0">
                <a:solidFill>
                  <a:schemeClr val="bg1"/>
                </a:solidFill>
              </a:rPr>
              <a:t>Solution Alternatives</a:t>
            </a:r>
            <a:endParaRPr lang="en-US" sz="1100" b="1">
              <a:solidFill>
                <a:schemeClr val="bg1"/>
              </a:solidFill>
            </a:endParaRPr>
          </a:p>
        </p:txBody>
      </p:sp>
      <p:sp>
        <p:nvSpPr>
          <p:cNvPr id="18" name="AutoShape 11"/>
          <p:cNvSpPr>
            <a:spLocks noChangeArrowheads="1"/>
          </p:cNvSpPr>
          <p:nvPr>
            <p:custDataLst>
              <p:tags r:id="rId9"/>
            </p:custDataLst>
          </p:nvPr>
        </p:nvSpPr>
        <p:spPr bwMode="auto">
          <a:xfrm>
            <a:off x="551731" y="1997885"/>
            <a:ext cx="1139949" cy="429849"/>
          </a:xfrm>
          <a:prstGeom prst="homePlate">
            <a:avLst>
              <a:gd name="adj" fmla="val 29078"/>
            </a:avLst>
          </a:prstGeom>
          <a:solidFill>
            <a:schemeClr val="accent1"/>
          </a:solidFill>
          <a:ln w="9525">
            <a:noFill/>
            <a:miter lim="800000"/>
            <a:headEnd/>
            <a:tailEnd/>
          </a:ln>
          <a:effectLst/>
        </p:spPr>
        <p:txBody>
          <a:bodyPr lIns="72000" tIns="36000" rIns="72000" bIns="36000" anchor="ctr"/>
          <a:lstStyle/>
          <a:p>
            <a:pPr algn="ctr"/>
            <a:r>
              <a:rPr lang="en-US" sz="1100" b="1" smtClean="0">
                <a:solidFill>
                  <a:schemeClr val="bg1"/>
                </a:solidFill>
              </a:rPr>
              <a:t>Issues</a:t>
            </a:r>
            <a:endParaRPr lang="en-US" sz="1100" b="1">
              <a:solidFill>
                <a:schemeClr val="bg1"/>
              </a:solidFill>
            </a:endParaRPr>
          </a:p>
        </p:txBody>
      </p:sp>
      <p:sp>
        <p:nvSpPr>
          <p:cNvPr id="19" name="AutoShape 11"/>
          <p:cNvSpPr>
            <a:spLocks noChangeArrowheads="1"/>
          </p:cNvSpPr>
          <p:nvPr>
            <p:custDataLst>
              <p:tags r:id="rId10"/>
            </p:custDataLst>
          </p:nvPr>
        </p:nvSpPr>
        <p:spPr bwMode="auto">
          <a:xfrm>
            <a:off x="551731" y="4086116"/>
            <a:ext cx="1139949" cy="429849"/>
          </a:xfrm>
          <a:prstGeom prst="homePlate">
            <a:avLst>
              <a:gd name="adj" fmla="val 29078"/>
            </a:avLst>
          </a:prstGeom>
          <a:solidFill>
            <a:schemeClr val="accent1"/>
          </a:solidFill>
          <a:ln w="9525">
            <a:noFill/>
            <a:miter lim="800000"/>
            <a:headEnd/>
            <a:tailEnd/>
          </a:ln>
          <a:effectLst/>
        </p:spPr>
        <p:txBody>
          <a:bodyPr lIns="72000" tIns="36000" rIns="72000" bIns="36000" anchor="ctr"/>
          <a:lstStyle/>
          <a:p>
            <a:pPr algn="ctr"/>
            <a:r>
              <a:rPr lang="en-US" sz="1100" b="1" smtClean="0">
                <a:solidFill>
                  <a:schemeClr val="bg1"/>
                </a:solidFill>
              </a:rPr>
              <a:t>Recommen-dation</a:t>
            </a:r>
            <a:endParaRPr lang="en-US" sz="1100" b="1">
              <a:solidFill>
                <a:schemeClr val="bg1"/>
              </a:solidFill>
            </a:endParaRPr>
          </a:p>
        </p:txBody>
      </p:sp>
      <p:sp>
        <p:nvSpPr>
          <p:cNvPr id="20" name="Datumsplatzhalter 19"/>
          <p:cNvSpPr>
            <a:spLocks noGrp="1"/>
          </p:cNvSpPr>
          <p:nvPr>
            <p:ph type="dt" sz="half" idx="2"/>
          </p:nvPr>
        </p:nvSpPr>
        <p:spPr/>
        <p:txBody>
          <a:bodyPr/>
          <a:lstStyle/>
          <a:p>
            <a:fld id="{45498F27-8F9C-42DE-9E04-1BFD12722A81}" type="datetime1">
              <a:rPr lang="en-US" smtClean="0"/>
              <a:pPr/>
              <a:t>4/12/2017</a:t>
            </a:fld>
            <a:endParaRPr lang="en-US"/>
          </a:p>
        </p:txBody>
      </p:sp>
      <p:sp>
        <p:nvSpPr>
          <p:cNvPr id="21" name="Foliennummernplatzhalter 20"/>
          <p:cNvSpPr>
            <a:spLocks noGrp="1"/>
          </p:cNvSpPr>
          <p:nvPr>
            <p:ph type="sldNum" sz="quarter" idx="4"/>
          </p:nvPr>
        </p:nvSpPr>
        <p:spPr/>
        <p:txBody>
          <a:bodyPr/>
          <a:lstStyle/>
          <a:p>
            <a:fld id="{173FEA60-B56A-DE49-B4F9-939AB62E9280}" type="slidenum">
              <a:rPr lang="en-US" smtClean="0"/>
              <a:pPr/>
              <a:t>3</a:t>
            </a:fld>
            <a:endParaRPr lang="en-US"/>
          </a:p>
        </p:txBody>
      </p:sp>
      <p:sp>
        <p:nvSpPr>
          <p:cNvPr id="22" name="Fußzeilenplatzhalter 21"/>
          <p:cNvSpPr>
            <a:spLocks noGrp="1"/>
          </p:cNvSpPr>
          <p:nvPr>
            <p:ph type="ftr" sz="quarter" idx="3"/>
          </p:nvPr>
        </p:nvSpPr>
        <p:spPr/>
        <p:txBody>
          <a:bodyPr/>
          <a:lstStyle/>
          <a:p>
            <a:r>
              <a:rPr lang="en-US" sz="600" smtClean="0"/>
              <a:t>Internal: All rights reserved. Distribution within DRÄXLMAIER Group, customer and partners.</a:t>
            </a:r>
            <a:endParaRPr lang="en-US"/>
          </a:p>
        </p:txBody>
      </p:sp>
    </p:spTree>
    <p:extLst>
      <p:ext uri="{BB962C8B-B14F-4D97-AF65-F5344CB8AC3E}">
        <p14:creationId xmlns:p14="http://schemas.microsoft.com/office/powerpoint/2010/main" xmlns="" val="105475861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Objekt 16" hidden="1"/>
          <p:cNvGraphicFramePr>
            <a:graphicFrameLocks noChangeAspect="1"/>
          </p:cNvGraphicFramePr>
          <p:nvPr>
            <p:extLst>
              <p:ext uri="{D42A27DB-BD31-4B8C-83A1-F6EECF244321}">
                <p14:modId xmlns:p14="http://schemas.microsoft.com/office/powerpoint/2010/main" xmlns="" val="1622319953"/>
              </p:ext>
            </p:extLst>
          </p:nvPr>
        </p:nvGraphicFramePr>
        <p:xfrm>
          <a:off x="1588" y="1588"/>
          <a:ext cx="1587" cy="1587"/>
        </p:xfrm>
        <a:graphic>
          <a:graphicData uri="http://schemas.openxmlformats.org/presentationml/2006/ole">
            <p:oleObj spid="_x0000_s16386" name="think-cell Folie" r:id="rId5" imgW="216" imgH="216" progId="">
              <p:embed/>
            </p:oleObj>
          </a:graphicData>
        </a:graphic>
      </p:graphicFrame>
      <p:pic>
        <p:nvPicPr>
          <p:cNvPr id="7" name="Bild 20" descr="DRX_LO1407_RGB_RZ.eps"/>
          <p:cNvPicPr>
            <a:picLocks noChangeAspect="1"/>
          </p:cNvPicPr>
          <p:nvPr/>
        </p:nvPicPr>
        <p:blipFill>
          <a:blip r:embed="rId6" cstate="print">
            <a:extLst>
              <a:ext uri="{28A0092B-C50C-407E-A947-70E740481C1C}">
                <a14:useLocalDpi xmlns:a14="http://schemas.microsoft.com/office/drawing/2010/main" xmlns="" val="0"/>
              </a:ext>
            </a:extLst>
          </a:blip>
          <a:stretch>
            <a:fillRect/>
          </a:stretch>
        </p:blipFill>
        <p:spPr>
          <a:xfrm>
            <a:off x="7412815" y="332656"/>
            <a:ext cx="1402080" cy="595884"/>
          </a:xfrm>
          <a:prstGeom prst="rect">
            <a:avLst/>
          </a:prstGeom>
        </p:spPr>
      </p:pic>
      <p:sp>
        <p:nvSpPr>
          <p:cNvPr id="15" name="Titel 2"/>
          <p:cNvSpPr>
            <a:spLocks noGrp="1"/>
          </p:cNvSpPr>
          <p:nvPr>
            <p:ph type="title"/>
          </p:nvPr>
        </p:nvSpPr>
        <p:spPr bwMode="gray">
          <a:xfrm>
            <a:off x="371475" y="333376"/>
            <a:ext cx="6700838" cy="645270"/>
          </a:xfrm>
        </p:spPr>
        <p:txBody>
          <a:bodyPr/>
          <a:lstStyle/>
          <a:p>
            <a:r>
              <a:rPr lang="en-US" dirty="0" smtClean="0"/>
              <a:t>Solution Alternatives and Recommendation</a:t>
            </a:r>
            <a:br>
              <a:rPr lang="en-US" dirty="0" smtClean="0"/>
            </a:br>
            <a:endParaRPr lang="en-US" dirty="0"/>
          </a:p>
        </p:txBody>
      </p:sp>
      <p:sp>
        <p:nvSpPr>
          <p:cNvPr id="50" name="Fußzeilenplatzhalter 49"/>
          <p:cNvSpPr>
            <a:spLocks noGrp="1"/>
          </p:cNvSpPr>
          <p:nvPr>
            <p:ph type="ftr" sz="quarter" idx="3"/>
          </p:nvPr>
        </p:nvSpPr>
        <p:spPr/>
        <p:txBody>
          <a:bodyPr/>
          <a:lstStyle/>
          <a:p>
            <a:r>
              <a:rPr lang="en-US" sz="600" smtClean="0"/>
              <a:t>Internal: All rights reserved. Distribution within DRÄXLMAIER Group, customer and partners.</a:t>
            </a:r>
            <a:endParaRPr lang="de-DE" dirty="0"/>
          </a:p>
        </p:txBody>
      </p:sp>
      <p:graphicFrame>
        <p:nvGraphicFramePr>
          <p:cNvPr id="63" name="Group 96"/>
          <p:cNvGraphicFramePr>
            <a:graphicFrameLocks/>
          </p:cNvGraphicFramePr>
          <p:nvPr>
            <p:custDataLst>
              <p:tags r:id="rId2"/>
            </p:custDataLst>
          </p:nvPr>
        </p:nvGraphicFramePr>
        <p:xfrm>
          <a:off x="107504" y="978646"/>
          <a:ext cx="8928992" cy="3784733"/>
        </p:xfrm>
        <a:graphic>
          <a:graphicData uri="http://schemas.openxmlformats.org/drawingml/2006/table">
            <a:tbl>
              <a:tblPr/>
              <a:tblGrid>
                <a:gridCol w="1079210"/>
                <a:gridCol w="2541912"/>
                <a:gridCol w="2715292"/>
                <a:gridCol w="2592578"/>
              </a:tblGrid>
              <a:tr h="288362">
                <a:tc>
                  <a:txBody>
                    <a:bodyPr/>
                    <a:lstStyle/>
                    <a:p>
                      <a:pPr marL="0" marR="0" lvl="0" indent="0" algn="ctr" defTabSz="839788" rtl="0" eaLnBrk="0" fontAlgn="base" latinLnBrk="0" hangingPunct="0">
                        <a:lnSpc>
                          <a:spcPct val="111000"/>
                        </a:lnSpc>
                        <a:spcBef>
                          <a:spcPct val="0"/>
                        </a:spcBef>
                        <a:spcAft>
                          <a:spcPct val="0"/>
                        </a:spcAft>
                        <a:buClr>
                          <a:srgbClr val="5D7298"/>
                        </a:buClr>
                        <a:buSzPct val="65000"/>
                        <a:buFont typeface="Wingdings" pitchFamily="2" charset="2"/>
                        <a:buNone/>
                        <a:tabLst/>
                      </a:pPr>
                      <a:endParaRPr kumimoji="0" lang="en-US" sz="1000" b="0" i="0" u="none" strike="noStrike" cap="none" normalizeH="0" baseline="0" noProof="0" dirty="0" smtClean="0">
                        <a:ln>
                          <a:noFill/>
                        </a:ln>
                        <a:solidFill>
                          <a:srgbClr val="000000"/>
                        </a:solidFill>
                        <a:effectLst/>
                        <a:latin typeface="+mn-lt"/>
                      </a:endParaRPr>
                    </a:p>
                  </a:txBody>
                  <a:tcPr marL="91437" marR="91437" marT="45734" marB="4573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75000"/>
                      </a:schemeClr>
                    </a:solidFill>
                  </a:tcPr>
                </a:tc>
                <a:tc>
                  <a:txBody>
                    <a:bodyPr/>
                    <a:lstStyle/>
                    <a:p>
                      <a:pPr marL="0" marR="0" lvl="0" indent="0" algn="ctr" defTabSz="839788" rtl="0" eaLnBrk="0" fontAlgn="base" latinLnBrk="0" hangingPunct="0">
                        <a:lnSpc>
                          <a:spcPct val="111000"/>
                        </a:lnSpc>
                        <a:spcBef>
                          <a:spcPct val="0"/>
                        </a:spcBef>
                        <a:spcAft>
                          <a:spcPct val="0"/>
                        </a:spcAft>
                        <a:buClr>
                          <a:srgbClr val="5D7298"/>
                        </a:buClr>
                        <a:buSzPct val="65000"/>
                        <a:buFont typeface="Wingdings" pitchFamily="2" charset="2"/>
                        <a:buNone/>
                        <a:tabLst/>
                        <a:defRPr/>
                      </a:pPr>
                      <a:r>
                        <a:rPr kumimoji="0" lang="en-US" sz="1000" b="1" i="0" u="none" strike="noStrike" cap="none" normalizeH="0" baseline="0" noProof="0" dirty="0" smtClean="0">
                          <a:ln>
                            <a:noFill/>
                          </a:ln>
                          <a:solidFill>
                            <a:schemeClr val="bg1"/>
                          </a:solidFill>
                          <a:effectLst/>
                          <a:latin typeface="+mn-lt"/>
                        </a:rPr>
                        <a:t>Alternative 1</a:t>
                      </a:r>
                    </a:p>
                  </a:txBody>
                  <a:tcPr marL="91437" marR="91437" marT="45734" marB="4573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75000"/>
                      </a:schemeClr>
                    </a:solidFill>
                  </a:tcPr>
                </a:tc>
                <a:tc>
                  <a:txBody>
                    <a:bodyPr/>
                    <a:lstStyle/>
                    <a:p>
                      <a:pPr marL="0" marR="0" lvl="0" indent="0" algn="ctr" defTabSz="839788" rtl="0" eaLnBrk="0" fontAlgn="base" latinLnBrk="0" hangingPunct="0">
                        <a:lnSpc>
                          <a:spcPct val="111000"/>
                        </a:lnSpc>
                        <a:spcBef>
                          <a:spcPct val="0"/>
                        </a:spcBef>
                        <a:spcAft>
                          <a:spcPct val="0"/>
                        </a:spcAft>
                        <a:buClr>
                          <a:srgbClr val="5D7298"/>
                        </a:buClr>
                        <a:buSzPct val="65000"/>
                        <a:buFont typeface="Wingdings" pitchFamily="2" charset="2"/>
                        <a:buNone/>
                        <a:tabLst/>
                      </a:pPr>
                      <a:r>
                        <a:rPr kumimoji="0" lang="en-US" sz="1000" b="1" i="0" u="none" strike="noStrike" cap="none" normalizeH="0" baseline="0" noProof="0" dirty="0" smtClean="0">
                          <a:ln>
                            <a:noFill/>
                          </a:ln>
                          <a:solidFill>
                            <a:schemeClr val="bg1"/>
                          </a:solidFill>
                          <a:effectLst/>
                          <a:latin typeface="+mn-lt"/>
                        </a:rPr>
                        <a:t>Alternative 2</a:t>
                      </a:r>
                    </a:p>
                  </a:txBody>
                  <a:tcPr marL="91437" marR="91437" marT="45734" marB="4573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75000"/>
                      </a:schemeClr>
                    </a:solidFill>
                  </a:tcPr>
                </a:tc>
                <a:tc>
                  <a:txBody>
                    <a:bodyPr/>
                    <a:lstStyle/>
                    <a:p>
                      <a:pPr marL="0" marR="0" lvl="0" indent="0" algn="ctr" defTabSz="839788" rtl="0" eaLnBrk="0" fontAlgn="base" latinLnBrk="0" hangingPunct="0">
                        <a:lnSpc>
                          <a:spcPct val="111000"/>
                        </a:lnSpc>
                        <a:spcBef>
                          <a:spcPct val="0"/>
                        </a:spcBef>
                        <a:spcAft>
                          <a:spcPct val="0"/>
                        </a:spcAft>
                        <a:buClr>
                          <a:srgbClr val="5D7298"/>
                        </a:buClr>
                        <a:buSzPct val="65000"/>
                        <a:buFont typeface="Wingdings" pitchFamily="2" charset="2"/>
                        <a:buNone/>
                        <a:tabLst/>
                      </a:pPr>
                      <a:r>
                        <a:rPr kumimoji="0" lang="en-US" sz="1000" b="1" i="0" u="none" strike="noStrike" cap="none" normalizeH="0" baseline="0" noProof="0" dirty="0" smtClean="0">
                          <a:ln>
                            <a:noFill/>
                          </a:ln>
                          <a:solidFill>
                            <a:schemeClr val="bg1"/>
                          </a:solidFill>
                          <a:effectLst/>
                          <a:latin typeface="+mn-lt"/>
                        </a:rPr>
                        <a:t>Alternative 3 (Recommendation)</a:t>
                      </a:r>
                    </a:p>
                  </a:txBody>
                  <a:tcPr marL="91437" marR="91437" marT="45734" marB="4573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6"/>
                    </a:solidFill>
                  </a:tcPr>
                </a:tc>
              </a:tr>
              <a:tr h="286103">
                <a:tc>
                  <a:txBody>
                    <a:bodyPr/>
                    <a:lstStyle/>
                    <a:p>
                      <a:pPr marL="0" marR="0" lvl="0" indent="0" algn="ctr" defTabSz="839788" rtl="0" eaLnBrk="0" fontAlgn="base" latinLnBrk="0" hangingPunct="0">
                        <a:lnSpc>
                          <a:spcPct val="111000"/>
                        </a:lnSpc>
                        <a:spcBef>
                          <a:spcPct val="0"/>
                        </a:spcBef>
                        <a:spcAft>
                          <a:spcPct val="0"/>
                        </a:spcAft>
                        <a:buClr>
                          <a:srgbClr val="5D7298"/>
                        </a:buClr>
                        <a:buSzPct val="65000"/>
                        <a:buFont typeface="Wingdings" pitchFamily="2" charset="2"/>
                        <a:buNone/>
                        <a:tabLst/>
                      </a:pPr>
                      <a:r>
                        <a:rPr kumimoji="0" lang="en-US" sz="1000" b="1" i="0" u="none" strike="noStrike" cap="none" normalizeH="0" baseline="0" noProof="0" dirty="0" smtClean="0">
                          <a:ln>
                            <a:noFill/>
                          </a:ln>
                          <a:solidFill>
                            <a:schemeClr val="bg1"/>
                          </a:solidFill>
                          <a:effectLst/>
                          <a:latin typeface="+mn-lt"/>
                        </a:rPr>
                        <a:t>Description</a:t>
                      </a:r>
                    </a:p>
                  </a:txBody>
                  <a:tcPr marL="89997" marR="89997" marT="46814" marB="4681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75000"/>
                      </a:schemeClr>
                    </a:solidFill>
                  </a:tcPr>
                </a:tc>
                <a:tc>
                  <a:txBody>
                    <a:bodyPr/>
                    <a:lstStyle/>
                    <a:p>
                      <a:pPr marL="0" marR="0" lvl="0" indent="0" algn="ctr" defTabSz="839788" rtl="0" eaLnBrk="0" fontAlgn="base" latinLnBrk="0" hangingPunct="0">
                        <a:lnSpc>
                          <a:spcPct val="100000"/>
                        </a:lnSpc>
                        <a:spcBef>
                          <a:spcPct val="0"/>
                        </a:spcBef>
                        <a:spcAft>
                          <a:spcPct val="0"/>
                        </a:spcAft>
                        <a:buClrTx/>
                        <a:buSzTx/>
                        <a:buFontTx/>
                        <a:buNone/>
                        <a:tabLst/>
                      </a:pPr>
                      <a:r>
                        <a:rPr kumimoji="0" lang="en-US" sz="1000" b="0" i="0" u="sng" strike="noStrike" cap="none" normalizeH="0" baseline="0" noProof="0" dirty="0" smtClean="0">
                          <a:ln>
                            <a:noFill/>
                          </a:ln>
                          <a:solidFill>
                            <a:srgbClr val="000000"/>
                          </a:solidFill>
                          <a:effectLst/>
                          <a:latin typeface="+mn-lt"/>
                        </a:rPr>
                        <a:t>APO SNP</a:t>
                      </a:r>
                    </a:p>
                  </a:txBody>
                  <a:tcPr marL="89997" marR="89997" marT="46814" marB="4681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7CFDC"/>
                    </a:solidFill>
                  </a:tcPr>
                </a:tc>
                <a:tc>
                  <a:txBody>
                    <a:bodyPr/>
                    <a:lstStyle/>
                    <a:p>
                      <a:pPr marL="0" marR="0" lvl="0" indent="0" algn="ctr" defTabSz="839788" rtl="0" eaLnBrk="0" fontAlgn="base" latinLnBrk="0" hangingPunct="0">
                        <a:lnSpc>
                          <a:spcPct val="100000"/>
                        </a:lnSpc>
                        <a:spcBef>
                          <a:spcPct val="0"/>
                        </a:spcBef>
                        <a:spcAft>
                          <a:spcPct val="0"/>
                        </a:spcAft>
                        <a:buClrTx/>
                        <a:buSzTx/>
                        <a:buFontTx/>
                        <a:buNone/>
                        <a:tabLst/>
                      </a:pPr>
                      <a:r>
                        <a:rPr kumimoji="0" lang="en-US" sz="1000" b="0" i="0" u="sng" strike="noStrike" cap="none" normalizeH="0" baseline="0" noProof="0" dirty="0" smtClean="0">
                          <a:ln>
                            <a:noFill/>
                          </a:ln>
                          <a:solidFill>
                            <a:srgbClr val="000000"/>
                          </a:solidFill>
                          <a:effectLst/>
                          <a:latin typeface="+mn-lt"/>
                        </a:rPr>
                        <a:t>IBP</a:t>
                      </a:r>
                    </a:p>
                  </a:txBody>
                  <a:tcPr marL="89997" marR="89997" marT="46814" marB="4681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7CFDC"/>
                    </a:solidFill>
                  </a:tcPr>
                </a:tc>
                <a:tc>
                  <a:txBody>
                    <a:bodyPr/>
                    <a:lstStyle/>
                    <a:p>
                      <a:pPr marL="0" marR="0" lvl="0" indent="0" algn="ctr" defTabSz="839788" rtl="0" eaLnBrk="0" fontAlgn="base" latinLnBrk="0" hangingPunct="0">
                        <a:lnSpc>
                          <a:spcPct val="100000"/>
                        </a:lnSpc>
                        <a:spcBef>
                          <a:spcPct val="0"/>
                        </a:spcBef>
                        <a:spcAft>
                          <a:spcPct val="0"/>
                        </a:spcAft>
                        <a:buClrTx/>
                        <a:buSzTx/>
                        <a:buFontTx/>
                        <a:buNone/>
                        <a:tabLst/>
                      </a:pPr>
                      <a:r>
                        <a:rPr kumimoji="0" lang="en-US" sz="1000" b="0" i="0" u="sng" strike="noStrike" cap="none" normalizeH="0" baseline="0" noProof="0" dirty="0" smtClean="0">
                          <a:ln>
                            <a:noFill/>
                          </a:ln>
                          <a:solidFill>
                            <a:srgbClr val="000000"/>
                          </a:solidFill>
                          <a:effectLst/>
                          <a:latin typeface="+mn-lt"/>
                        </a:rPr>
                        <a:t>S/4 HANA</a:t>
                      </a:r>
                    </a:p>
                  </a:txBody>
                  <a:tcPr marL="89997" marR="89997" marT="46814" marB="4681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7CFDC"/>
                    </a:solidFill>
                  </a:tcPr>
                </a:tc>
              </a:tr>
              <a:tr h="432000">
                <a:tc rowSpan="2">
                  <a:txBody>
                    <a:bodyPr/>
                    <a:lstStyle/>
                    <a:p>
                      <a:pPr marL="0" marR="0" lvl="0" indent="0" algn="ctr" defTabSz="839788" rtl="0" eaLnBrk="0" fontAlgn="base" latinLnBrk="0" hangingPunct="0">
                        <a:lnSpc>
                          <a:spcPct val="111000"/>
                        </a:lnSpc>
                        <a:spcBef>
                          <a:spcPct val="0"/>
                        </a:spcBef>
                        <a:spcAft>
                          <a:spcPct val="0"/>
                        </a:spcAft>
                        <a:buClr>
                          <a:srgbClr val="5D7298"/>
                        </a:buClr>
                        <a:buSzPct val="65000"/>
                        <a:buFont typeface="Wingdings" pitchFamily="2" charset="2"/>
                        <a:buNone/>
                        <a:tabLst/>
                      </a:pPr>
                      <a:r>
                        <a:rPr kumimoji="0" lang="en-US" sz="1000" b="1" i="0" u="none" strike="noStrike" cap="none" normalizeH="0" baseline="0" noProof="0" dirty="0" smtClean="0">
                          <a:ln>
                            <a:noFill/>
                          </a:ln>
                          <a:solidFill>
                            <a:schemeClr val="bg1"/>
                          </a:solidFill>
                          <a:effectLst/>
                          <a:latin typeface="+mn-lt"/>
                        </a:rPr>
                        <a:t>PRO</a:t>
                      </a:r>
                    </a:p>
                  </a:txBody>
                  <a:tcPr marL="89997" marR="89997" marT="46814" marB="4681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75000"/>
                      </a:schemeClr>
                    </a:solidFill>
                  </a:tcPr>
                </a:tc>
                <a:tc>
                  <a:txBody>
                    <a:bodyPr/>
                    <a:lstStyle/>
                    <a:p>
                      <a:pPr marL="171450" marR="0" lvl="0" indent="-171450" algn="l" defTabSz="839788" rtl="0" eaLnBrk="0" fontAlgn="base" latinLnBrk="0" hangingPunct="0">
                        <a:lnSpc>
                          <a:spcPct val="100000"/>
                        </a:lnSpc>
                        <a:spcBef>
                          <a:spcPct val="0"/>
                        </a:spcBef>
                        <a:spcAft>
                          <a:spcPct val="0"/>
                        </a:spcAft>
                        <a:buClr>
                          <a:schemeClr val="tx1"/>
                        </a:buClr>
                        <a:buSzTx/>
                        <a:buFont typeface="Arial" pitchFamily="34" charset="0"/>
                        <a:buChar char="•"/>
                        <a:tabLst/>
                      </a:pPr>
                      <a:r>
                        <a:rPr kumimoji="0" lang="en-US" sz="1000" b="0" i="0" u="none" strike="noStrike" cap="none" normalizeH="0" baseline="0" noProof="0" dirty="0" smtClean="0">
                          <a:ln>
                            <a:noFill/>
                          </a:ln>
                          <a:solidFill>
                            <a:srgbClr val="000000"/>
                          </a:solidFill>
                          <a:effectLst/>
                          <a:latin typeface="+mn-lt"/>
                        </a:rPr>
                        <a:t>well-established SAP solution</a:t>
                      </a:r>
                    </a:p>
                  </a:txBody>
                  <a:tcPr marL="91437" marR="91437" marT="45734" marB="4573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7CFDC"/>
                    </a:solidFill>
                  </a:tcPr>
                </a:tc>
                <a:tc>
                  <a:txBody>
                    <a:bodyPr/>
                    <a:lstStyle/>
                    <a:p>
                      <a:pPr marL="171450" marR="0" lvl="0" indent="-171450" algn="l" defTabSz="839788" rtl="0" eaLnBrk="0" fontAlgn="base" latinLnBrk="0" hangingPunct="0">
                        <a:lnSpc>
                          <a:spcPct val="100000"/>
                        </a:lnSpc>
                        <a:spcBef>
                          <a:spcPct val="0"/>
                        </a:spcBef>
                        <a:spcAft>
                          <a:spcPct val="0"/>
                        </a:spcAft>
                        <a:buClr>
                          <a:schemeClr val="tx1"/>
                        </a:buClr>
                        <a:buSzTx/>
                        <a:buFont typeface="Arial" pitchFamily="34" charset="0"/>
                        <a:buChar char="•"/>
                        <a:tabLst/>
                      </a:pPr>
                      <a:r>
                        <a:rPr kumimoji="0" lang="en-US" sz="1000" b="0" i="0" u="none" strike="noStrike" cap="none" normalizeH="0" baseline="0" noProof="0" dirty="0" smtClean="0">
                          <a:ln>
                            <a:noFill/>
                          </a:ln>
                          <a:solidFill>
                            <a:srgbClr val="000000"/>
                          </a:solidFill>
                          <a:effectLst/>
                          <a:latin typeface="+mn-lt"/>
                        </a:rPr>
                        <a:t>SAP’s strategic supply chain planning solution</a:t>
                      </a:r>
                    </a:p>
                  </a:txBody>
                  <a:tcPr marL="91437" marR="91437" marT="45734" marB="4573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7CFDC"/>
                    </a:solidFill>
                  </a:tcPr>
                </a:tc>
                <a:tc rowSpan="2">
                  <a:txBody>
                    <a:bodyPr/>
                    <a:lstStyle/>
                    <a:p>
                      <a:pPr marL="171450" marR="0" lvl="0" indent="-171450" algn="l" defTabSz="839788" rtl="0" eaLnBrk="0" fontAlgn="base" latinLnBrk="0" hangingPunct="0">
                        <a:lnSpc>
                          <a:spcPct val="100000"/>
                        </a:lnSpc>
                        <a:spcBef>
                          <a:spcPct val="0"/>
                        </a:spcBef>
                        <a:spcAft>
                          <a:spcPct val="0"/>
                        </a:spcAft>
                        <a:buClr>
                          <a:schemeClr val="tx1"/>
                        </a:buClr>
                        <a:buSzTx/>
                        <a:buFont typeface="Arial" pitchFamily="34" charset="0"/>
                        <a:buChar char="•"/>
                        <a:tabLst/>
                        <a:defRPr/>
                      </a:pPr>
                      <a:r>
                        <a:rPr kumimoji="0" lang="en-US" sz="1000" b="0" i="0" u="none" strike="noStrike" cap="none" normalizeH="0" baseline="0" noProof="0" dirty="0" smtClean="0">
                          <a:ln>
                            <a:noFill/>
                          </a:ln>
                          <a:solidFill>
                            <a:srgbClr val="000000"/>
                          </a:solidFill>
                          <a:effectLst/>
                          <a:latin typeface="+mn-lt"/>
                        </a:rPr>
                        <a:t>well-established SAP PP long-term planning functionality still available, incl. reports for purchasing, inventory controlling, capacity evaluation and cost calculation</a:t>
                      </a:r>
                    </a:p>
                    <a:p>
                      <a:pPr marL="171450" marR="0" lvl="0" indent="-171450" algn="l" defTabSz="839788" rtl="0" eaLnBrk="0" fontAlgn="base" latinLnBrk="0" hangingPunct="0">
                        <a:lnSpc>
                          <a:spcPct val="100000"/>
                        </a:lnSpc>
                        <a:spcBef>
                          <a:spcPct val="0"/>
                        </a:spcBef>
                        <a:spcAft>
                          <a:spcPct val="0"/>
                        </a:spcAft>
                        <a:buClr>
                          <a:schemeClr val="tx1"/>
                        </a:buClr>
                        <a:buSzTx/>
                        <a:buFont typeface="Arial" pitchFamily="34" charset="0"/>
                        <a:buChar char="•"/>
                        <a:tabLst/>
                        <a:defRPr/>
                      </a:pPr>
                      <a:r>
                        <a:rPr kumimoji="0" lang="en-US" sz="1000" b="0" i="0" u="none" strike="noStrike" cap="none" normalizeH="0" baseline="0" noProof="0" dirty="0" smtClean="0">
                          <a:ln>
                            <a:noFill/>
                          </a:ln>
                          <a:solidFill>
                            <a:srgbClr val="000000"/>
                          </a:solidFill>
                          <a:effectLst/>
                          <a:latin typeface="+mn-lt"/>
                        </a:rPr>
                        <a:t>no additional master data</a:t>
                      </a:r>
                    </a:p>
                    <a:p>
                      <a:pPr marL="171450" marR="0" lvl="0" indent="-171450" algn="l" defTabSz="839788" rtl="0" eaLnBrk="0" fontAlgn="base" latinLnBrk="0" hangingPunct="0">
                        <a:lnSpc>
                          <a:spcPct val="100000"/>
                        </a:lnSpc>
                        <a:spcBef>
                          <a:spcPct val="0"/>
                        </a:spcBef>
                        <a:spcAft>
                          <a:spcPct val="0"/>
                        </a:spcAft>
                        <a:buClr>
                          <a:schemeClr val="tx1"/>
                        </a:buClr>
                        <a:buSzTx/>
                        <a:buFont typeface="Arial" pitchFamily="34" charset="0"/>
                        <a:buChar char="•"/>
                        <a:tabLst/>
                        <a:defRPr/>
                      </a:pPr>
                      <a:r>
                        <a:rPr kumimoji="0" lang="en-US" sz="1000" b="0" i="0" u="none" strike="noStrike" cap="none" normalizeH="0" baseline="0" noProof="0" dirty="0" smtClean="0">
                          <a:ln>
                            <a:noFill/>
                          </a:ln>
                          <a:solidFill>
                            <a:srgbClr val="000000"/>
                          </a:solidFill>
                          <a:effectLst/>
                          <a:latin typeface="+mn-lt"/>
                        </a:rPr>
                        <a:t>no interface between SAP tools</a:t>
                      </a:r>
                    </a:p>
                  </a:txBody>
                  <a:tcPr marL="91437" marR="91437" marT="45734" marB="4573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7CFDC"/>
                    </a:solidFill>
                  </a:tcPr>
                </a:tc>
              </a:tr>
              <a:tr h="684000">
                <a:tc vMerge="1">
                  <a:txBody>
                    <a:bodyPr/>
                    <a:lstStyle/>
                    <a:p>
                      <a:pPr marL="0" marR="0" lvl="0" indent="0" algn="ctr" defTabSz="839788" rtl="0" eaLnBrk="0" fontAlgn="base" latinLnBrk="0" hangingPunct="0">
                        <a:lnSpc>
                          <a:spcPct val="111000"/>
                        </a:lnSpc>
                        <a:spcBef>
                          <a:spcPct val="0"/>
                        </a:spcBef>
                        <a:spcAft>
                          <a:spcPct val="0"/>
                        </a:spcAft>
                        <a:buClr>
                          <a:srgbClr val="5D7298"/>
                        </a:buClr>
                        <a:buSzPct val="65000"/>
                        <a:buFont typeface="Wingdings" pitchFamily="2" charset="2"/>
                        <a:buNone/>
                        <a:tabLst/>
                      </a:pPr>
                      <a:endParaRPr kumimoji="0" lang="en-US" sz="1100" b="1" i="0" u="none" strike="noStrike" cap="none" normalizeH="0" baseline="0" noProof="0" dirty="0" smtClean="0">
                        <a:ln>
                          <a:noFill/>
                        </a:ln>
                        <a:solidFill>
                          <a:schemeClr val="bg1"/>
                        </a:solidFill>
                        <a:effectLst/>
                        <a:latin typeface="+mn-lt"/>
                      </a:endParaRPr>
                    </a:p>
                  </a:txBody>
                  <a:tcPr marL="89997" marR="89997" marT="46814" marB="4681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75000"/>
                      </a:schemeClr>
                    </a:solidFill>
                  </a:tcPr>
                </a:tc>
                <a:tc gridSpan="2">
                  <a:txBody>
                    <a:bodyPr/>
                    <a:lstStyle/>
                    <a:p>
                      <a:pPr marL="628650" marR="0" lvl="1" indent="-171450" algn="l" defTabSz="839788" rtl="0" eaLnBrk="0" fontAlgn="base" latinLnBrk="0" hangingPunct="0">
                        <a:lnSpc>
                          <a:spcPct val="100000"/>
                        </a:lnSpc>
                        <a:spcBef>
                          <a:spcPct val="0"/>
                        </a:spcBef>
                        <a:spcAft>
                          <a:spcPct val="0"/>
                        </a:spcAft>
                        <a:buClr>
                          <a:schemeClr val="tx1"/>
                        </a:buClr>
                        <a:buSzTx/>
                        <a:buFont typeface="Arial" pitchFamily="34" charset="0"/>
                        <a:buChar char="•"/>
                        <a:tabLst/>
                      </a:pPr>
                      <a:r>
                        <a:rPr kumimoji="0" lang="en-US" sz="1000" b="0" i="0" u="none" strike="noStrike" cap="none" normalizeH="0" baseline="0" noProof="0" dirty="0" smtClean="0">
                          <a:ln>
                            <a:noFill/>
                          </a:ln>
                          <a:solidFill>
                            <a:srgbClr val="000000"/>
                          </a:solidFill>
                          <a:effectLst/>
                          <a:latin typeface="+mn-lt"/>
                        </a:rPr>
                        <a:t>powerful tools for automatic supply planning (e.g. heuristic or optimization based)</a:t>
                      </a:r>
                      <a:endParaRPr kumimoji="0" lang="en-US" sz="1000" b="0" i="1" u="none" strike="noStrike" cap="none" normalizeH="0" baseline="0" noProof="0" dirty="0" smtClean="0">
                        <a:ln>
                          <a:noFill/>
                        </a:ln>
                        <a:solidFill>
                          <a:schemeClr val="bg1">
                            <a:lumMod val="50000"/>
                          </a:schemeClr>
                        </a:solidFill>
                        <a:effectLst/>
                        <a:latin typeface="+mn-lt"/>
                      </a:endParaRPr>
                    </a:p>
                    <a:p>
                      <a:pPr marL="628650" marR="0" lvl="1" indent="-171450" algn="l" defTabSz="839788" rtl="0" eaLnBrk="0" fontAlgn="base" latinLnBrk="0" hangingPunct="0">
                        <a:lnSpc>
                          <a:spcPct val="100000"/>
                        </a:lnSpc>
                        <a:spcBef>
                          <a:spcPct val="0"/>
                        </a:spcBef>
                        <a:spcAft>
                          <a:spcPct val="0"/>
                        </a:spcAft>
                        <a:buClr>
                          <a:schemeClr val="tx1"/>
                        </a:buClr>
                        <a:buSzTx/>
                        <a:buFont typeface="Arial" pitchFamily="34" charset="0"/>
                        <a:buChar char="•"/>
                        <a:tabLst/>
                      </a:pPr>
                      <a:r>
                        <a:rPr kumimoji="0" lang="en-US" sz="1000" b="0" i="0" u="none" strike="noStrike" cap="none" normalizeH="0" baseline="0" noProof="0" dirty="0" smtClean="0">
                          <a:ln>
                            <a:noFill/>
                          </a:ln>
                          <a:solidFill>
                            <a:srgbClr val="000000"/>
                          </a:solidFill>
                          <a:effectLst/>
                          <a:latin typeface="+mn-lt"/>
                        </a:rPr>
                        <a:t>additional functions for special planning topics</a:t>
                      </a:r>
                    </a:p>
                    <a:p>
                      <a:pPr marL="628650" marR="0" lvl="1" indent="-171450" algn="l" defTabSz="839788" rtl="0" eaLnBrk="0" fontAlgn="base" latinLnBrk="0" hangingPunct="0">
                        <a:lnSpc>
                          <a:spcPct val="100000"/>
                        </a:lnSpc>
                        <a:spcBef>
                          <a:spcPct val="0"/>
                        </a:spcBef>
                        <a:spcAft>
                          <a:spcPct val="0"/>
                        </a:spcAft>
                        <a:buClr>
                          <a:schemeClr val="tx1"/>
                        </a:buClr>
                        <a:buSzTx/>
                        <a:buFont typeface="Arial" pitchFamily="34" charset="0"/>
                        <a:buNone/>
                        <a:tabLst/>
                      </a:pPr>
                      <a:r>
                        <a:rPr kumimoji="0" lang="en-US" sz="1000" b="0" i="1" u="none" strike="noStrike" cap="none" normalizeH="0" baseline="0" noProof="0" dirty="0" smtClean="0">
                          <a:ln>
                            <a:noFill/>
                          </a:ln>
                          <a:solidFill>
                            <a:schemeClr val="bg1">
                              <a:lumMod val="50000"/>
                            </a:schemeClr>
                          </a:solidFill>
                          <a:effectLst/>
                          <a:latin typeface="+mn-lt"/>
                        </a:rPr>
                        <a:t>comment: both topics currently not seem to be required</a:t>
                      </a:r>
                    </a:p>
                  </a:txBody>
                  <a:tcPr marL="91437" marR="91437" marT="45734" marB="4573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7CFDC"/>
                    </a:solidFill>
                  </a:tcPr>
                </a:tc>
                <a:tc hMerge="1">
                  <a:txBody>
                    <a:bodyPr/>
                    <a:lstStyle/>
                    <a:p>
                      <a:pPr marL="171450" marR="0" lvl="0" indent="-171450" algn="l" defTabSz="839788" rtl="0" eaLnBrk="0" fontAlgn="base" latinLnBrk="0" hangingPunct="0">
                        <a:lnSpc>
                          <a:spcPct val="100000"/>
                        </a:lnSpc>
                        <a:spcBef>
                          <a:spcPct val="0"/>
                        </a:spcBef>
                        <a:spcAft>
                          <a:spcPct val="0"/>
                        </a:spcAft>
                        <a:buClr>
                          <a:schemeClr val="tx1"/>
                        </a:buClr>
                        <a:buSzTx/>
                        <a:buFont typeface="Arial" pitchFamily="34" charset="0"/>
                        <a:buChar char="•"/>
                        <a:tabLst/>
                      </a:pPr>
                      <a:endParaRPr kumimoji="0" lang="en-US" sz="1100" b="0" i="0" u="none" strike="noStrike" cap="none" normalizeH="0" baseline="0" noProof="0" dirty="0" smtClean="0">
                        <a:ln>
                          <a:noFill/>
                        </a:ln>
                        <a:solidFill>
                          <a:srgbClr val="000000"/>
                        </a:solidFill>
                        <a:effectLst/>
                        <a:latin typeface="+mn-lt"/>
                      </a:endParaRPr>
                    </a:p>
                  </a:txBody>
                  <a:tcPr marL="91437" marR="91437" marT="45734" marB="4573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7CFDC"/>
                    </a:solidFill>
                  </a:tcPr>
                </a:tc>
                <a:tc vMerge="1">
                  <a:txBody>
                    <a:bodyPr/>
                    <a:lstStyle/>
                    <a:p>
                      <a:pPr marL="171450" marR="0" lvl="0" indent="-171450" algn="l" defTabSz="839788" rtl="0" eaLnBrk="0" fontAlgn="base" latinLnBrk="0" hangingPunct="0">
                        <a:lnSpc>
                          <a:spcPct val="100000"/>
                        </a:lnSpc>
                        <a:spcBef>
                          <a:spcPct val="0"/>
                        </a:spcBef>
                        <a:spcAft>
                          <a:spcPct val="0"/>
                        </a:spcAft>
                        <a:buClr>
                          <a:schemeClr val="tx1"/>
                        </a:buClr>
                        <a:buSzTx/>
                        <a:buFont typeface="Arial" pitchFamily="34" charset="0"/>
                        <a:buChar char="•"/>
                        <a:tabLst/>
                      </a:pPr>
                      <a:endParaRPr kumimoji="0" lang="en-US" sz="1100" b="0" i="0" u="none" strike="noStrike" cap="none" normalizeH="0" baseline="0" noProof="0" dirty="0" smtClean="0">
                        <a:ln>
                          <a:noFill/>
                        </a:ln>
                        <a:solidFill>
                          <a:srgbClr val="000000"/>
                        </a:solidFill>
                        <a:effectLst/>
                        <a:latin typeface="+mn-lt"/>
                      </a:endParaRPr>
                    </a:p>
                  </a:txBody>
                  <a:tcPr marL="91437" marR="91437" marT="45734" marB="4573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7CFDC"/>
                    </a:solidFill>
                  </a:tcPr>
                </a:tc>
              </a:tr>
              <a:tr h="468000">
                <a:tc rowSpan="2">
                  <a:txBody>
                    <a:bodyPr/>
                    <a:lstStyle/>
                    <a:p>
                      <a:pPr marL="0" marR="0" lvl="0" indent="0" algn="ctr" defTabSz="839788" rtl="0" eaLnBrk="0" fontAlgn="base" latinLnBrk="0" hangingPunct="0">
                        <a:lnSpc>
                          <a:spcPct val="111000"/>
                        </a:lnSpc>
                        <a:spcBef>
                          <a:spcPct val="0"/>
                        </a:spcBef>
                        <a:spcAft>
                          <a:spcPct val="0"/>
                        </a:spcAft>
                        <a:buClr>
                          <a:srgbClr val="5D7298"/>
                        </a:buClr>
                        <a:buSzPct val="65000"/>
                        <a:buFont typeface="Wingdings" pitchFamily="2" charset="2"/>
                        <a:buNone/>
                        <a:tabLst/>
                      </a:pPr>
                      <a:r>
                        <a:rPr kumimoji="0" lang="en-US" sz="1000" b="1" i="0" u="none" strike="noStrike" cap="none" normalizeH="0" baseline="0" noProof="0" dirty="0" smtClean="0">
                          <a:ln>
                            <a:noFill/>
                          </a:ln>
                          <a:solidFill>
                            <a:schemeClr val="bg1"/>
                          </a:solidFill>
                          <a:effectLst/>
                          <a:latin typeface="+mn-lt"/>
                        </a:rPr>
                        <a:t>CON</a:t>
                      </a:r>
                    </a:p>
                  </a:txBody>
                  <a:tcPr marL="89997" marR="89997" marT="46814" marB="4681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75000"/>
                      </a:schemeClr>
                    </a:solidFill>
                  </a:tcPr>
                </a:tc>
                <a:tc gridSpan="3">
                  <a:txBody>
                    <a:bodyPr/>
                    <a:lstStyle/>
                    <a:p>
                      <a:pPr marL="628650" marR="0" lvl="1" indent="-171450" algn="l" defTabSz="839788" rtl="0" eaLnBrk="0" fontAlgn="base" latinLnBrk="0" hangingPunct="0">
                        <a:lnSpc>
                          <a:spcPct val="100000"/>
                        </a:lnSpc>
                        <a:spcBef>
                          <a:spcPct val="0"/>
                        </a:spcBef>
                        <a:spcAft>
                          <a:spcPct val="0"/>
                        </a:spcAft>
                        <a:buClr>
                          <a:schemeClr val="tx1"/>
                        </a:buClr>
                        <a:buSzTx/>
                        <a:buFont typeface="Arial" pitchFamily="34" charset="0"/>
                        <a:buChar char="•"/>
                        <a:tabLst/>
                        <a:defRPr/>
                      </a:pPr>
                      <a:r>
                        <a:rPr kumimoji="0" lang="en-US" sz="1000" b="0" i="0" u="none" strike="noStrike" cap="none" normalizeH="0" baseline="0" noProof="0" dirty="0" smtClean="0">
                          <a:ln>
                            <a:noFill/>
                          </a:ln>
                          <a:solidFill>
                            <a:srgbClr val="000000"/>
                          </a:solidFill>
                          <a:effectLst/>
                          <a:latin typeface="+mn-lt"/>
                        </a:rPr>
                        <a:t>Demand Viewer functions not covered without GAP’s </a:t>
                      </a:r>
                      <a:r>
                        <a:rPr kumimoji="0" lang="en-US" sz="1000" b="0" i="0" u="none" strike="noStrike" cap="none" normalizeH="0" baseline="0" noProof="0" dirty="0" smtClean="0">
                          <a:ln>
                            <a:noFill/>
                          </a:ln>
                          <a:solidFill>
                            <a:schemeClr val="tx1"/>
                          </a:solidFill>
                          <a:effectLst/>
                          <a:latin typeface="+mn-lt"/>
                        </a:rPr>
                        <a:t>(concept still open, decision is part of GAP-process)</a:t>
                      </a:r>
                    </a:p>
                    <a:p>
                      <a:pPr marL="628650" marR="0" lvl="1" indent="-171450" algn="l" defTabSz="839788" rtl="0" eaLnBrk="0" fontAlgn="base" latinLnBrk="0" hangingPunct="0">
                        <a:lnSpc>
                          <a:spcPct val="100000"/>
                        </a:lnSpc>
                        <a:spcBef>
                          <a:spcPct val="0"/>
                        </a:spcBef>
                        <a:spcAft>
                          <a:spcPct val="0"/>
                        </a:spcAft>
                        <a:buClr>
                          <a:schemeClr val="tx1"/>
                        </a:buClr>
                        <a:buSzTx/>
                        <a:buFont typeface="Arial" pitchFamily="34" charset="0"/>
                        <a:buChar char="•"/>
                        <a:tabLst/>
                        <a:defRPr/>
                      </a:pPr>
                      <a:r>
                        <a:rPr kumimoji="0" lang="en-US" sz="1000" b="0" i="0" u="none" strike="noStrike" cap="none" normalizeH="0" baseline="0" noProof="0" dirty="0" smtClean="0">
                          <a:ln>
                            <a:noFill/>
                          </a:ln>
                          <a:solidFill>
                            <a:srgbClr val="000000"/>
                          </a:solidFill>
                          <a:effectLst/>
                          <a:latin typeface="+mn-lt"/>
                        </a:rPr>
                        <a:t>long-term capacity planning only possible where master data (BOM and routing) available</a:t>
                      </a:r>
                    </a:p>
                  </a:txBody>
                  <a:tcPr marL="91437" marR="91437" marT="45734" marB="4573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7CFDC"/>
                    </a:solidFill>
                  </a:tcPr>
                </a:tc>
                <a:tc hMerge="1">
                  <a:txBody>
                    <a:bodyPr/>
                    <a:lstStyle/>
                    <a:p>
                      <a:pPr marL="171450" marR="0" lvl="0" indent="-171450" algn="l" defTabSz="839788" rtl="0" eaLnBrk="0" fontAlgn="base" latinLnBrk="0" hangingPunct="0">
                        <a:lnSpc>
                          <a:spcPct val="100000"/>
                        </a:lnSpc>
                        <a:spcBef>
                          <a:spcPct val="0"/>
                        </a:spcBef>
                        <a:spcAft>
                          <a:spcPct val="0"/>
                        </a:spcAft>
                        <a:buClr>
                          <a:schemeClr val="tx1"/>
                        </a:buClr>
                        <a:buSzTx/>
                        <a:buFont typeface="Arial" pitchFamily="34" charset="0"/>
                        <a:buChar char="•"/>
                        <a:tabLst/>
                      </a:pPr>
                      <a:endParaRPr kumimoji="0" lang="en-US" sz="1100" b="0" i="0" u="none" strike="noStrike" cap="none" normalizeH="0" baseline="0" noProof="0" dirty="0" smtClean="0">
                        <a:ln>
                          <a:noFill/>
                        </a:ln>
                        <a:solidFill>
                          <a:srgbClr val="000000"/>
                        </a:solidFill>
                        <a:effectLst/>
                        <a:latin typeface="+mn-lt"/>
                      </a:endParaRPr>
                    </a:p>
                  </a:txBody>
                  <a:tcPr marL="91437" marR="91437" marT="45734" marB="4573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7CFDC"/>
                    </a:solidFill>
                  </a:tcPr>
                </a:tc>
                <a:tc hMerge="1">
                  <a:txBody>
                    <a:bodyPr/>
                    <a:lstStyle/>
                    <a:p>
                      <a:pPr marL="171450" marR="0" lvl="0" indent="-171450" algn="l" defTabSz="839788" rtl="0" eaLnBrk="0" fontAlgn="base" latinLnBrk="0" hangingPunct="0">
                        <a:lnSpc>
                          <a:spcPct val="100000"/>
                        </a:lnSpc>
                        <a:spcBef>
                          <a:spcPct val="0"/>
                        </a:spcBef>
                        <a:spcAft>
                          <a:spcPct val="0"/>
                        </a:spcAft>
                        <a:buClr>
                          <a:schemeClr val="tx1"/>
                        </a:buClr>
                        <a:buSzTx/>
                        <a:buFont typeface="Arial" pitchFamily="34" charset="0"/>
                        <a:buChar char="•"/>
                        <a:tabLst/>
                      </a:pPr>
                      <a:endParaRPr kumimoji="0" lang="en-US" sz="1100" b="0" i="0" u="none" strike="noStrike" cap="none" normalizeH="0" baseline="0" noProof="0" dirty="0" smtClean="0">
                        <a:ln>
                          <a:noFill/>
                        </a:ln>
                        <a:solidFill>
                          <a:srgbClr val="000000"/>
                        </a:solidFill>
                        <a:effectLst/>
                        <a:latin typeface="+mn-lt"/>
                      </a:endParaRPr>
                    </a:p>
                  </a:txBody>
                  <a:tcPr marL="91437" marR="91437" marT="45734" marB="4573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7CFDC"/>
                    </a:solidFill>
                  </a:tcPr>
                </a:tc>
              </a:tr>
              <a:tr h="864000">
                <a:tc vMerge="1">
                  <a:txBody>
                    <a:bodyPr/>
                    <a:lstStyle/>
                    <a:p>
                      <a:pPr marL="0" marR="0" lvl="0" indent="0" algn="ctr" defTabSz="839788" rtl="0" eaLnBrk="0" fontAlgn="base" latinLnBrk="0" hangingPunct="0">
                        <a:lnSpc>
                          <a:spcPct val="111000"/>
                        </a:lnSpc>
                        <a:spcBef>
                          <a:spcPct val="0"/>
                        </a:spcBef>
                        <a:spcAft>
                          <a:spcPct val="0"/>
                        </a:spcAft>
                        <a:buClr>
                          <a:srgbClr val="5D7298"/>
                        </a:buClr>
                        <a:buSzPct val="65000"/>
                        <a:buFont typeface="Wingdings" pitchFamily="2" charset="2"/>
                        <a:buNone/>
                        <a:tabLst/>
                      </a:pPr>
                      <a:endParaRPr kumimoji="0" lang="en-US" sz="1100" b="1" i="0" u="none" strike="noStrike" cap="none" normalizeH="0" baseline="0" noProof="0" dirty="0" smtClean="0">
                        <a:ln>
                          <a:noFill/>
                        </a:ln>
                        <a:solidFill>
                          <a:schemeClr val="bg1"/>
                        </a:solidFill>
                        <a:effectLst/>
                        <a:latin typeface="+mn-lt"/>
                      </a:endParaRPr>
                    </a:p>
                  </a:txBody>
                  <a:tcPr marL="89997" marR="89997" marT="46814" marB="4681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75000"/>
                      </a:schemeClr>
                    </a:solidFill>
                  </a:tcPr>
                </a:tc>
                <a:tc>
                  <a:txBody>
                    <a:bodyPr/>
                    <a:lstStyle/>
                    <a:p>
                      <a:pPr marL="171450" marR="0" lvl="0" indent="-171450" algn="l" defTabSz="839788" rtl="0" eaLnBrk="0" fontAlgn="base" latinLnBrk="0" hangingPunct="0">
                        <a:lnSpc>
                          <a:spcPct val="100000"/>
                        </a:lnSpc>
                        <a:spcBef>
                          <a:spcPct val="0"/>
                        </a:spcBef>
                        <a:spcAft>
                          <a:spcPct val="0"/>
                        </a:spcAft>
                        <a:buClr>
                          <a:schemeClr val="tx1"/>
                        </a:buClr>
                        <a:buSzTx/>
                        <a:buFont typeface="Arial" pitchFamily="34" charset="0"/>
                        <a:buChar char="•"/>
                        <a:tabLst/>
                      </a:pPr>
                      <a:r>
                        <a:rPr kumimoji="0" lang="en-US" sz="1000" b="0" i="0" u="none" strike="noStrike" cap="none" normalizeH="0" baseline="0" noProof="0" dirty="0" smtClean="0">
                          <a:ln>
                            <a:noFill/>
                          </a:ln>
                          <a:solidFill>
                            <a:srgbClr val="000000"/>
                          </a:solidFill>
                          <a:effectLst/>
                          <a:latin typeface="+mn-lt"/>
                        </a:rPr>
                        <a:t>integration with S/4 HANA via CIF required (master data and transactional data)</a:t>
                      </a:r>
                    </a:p>
                    <a:p>
                      <a:pPr marL="171450" marR="0" lvl="0" indent="-171450" algn="l" defTabSz="839788" rtl="0" eaLnBrk="0" fontAlgn="base" latinLnBrk="0" hangingPunct="0">
                        <a:lnSpc>
                          <a:spcPct val="100000"/>
                        </a:lnSpc>
                        <a:spcBef>
                          <a:spcPct val="0"/>
                        </a:spcBef>
                        <a:spcAft>
                          <a:spcPct val="0"/>
                        </a:spcAft>
                        <a:buClr>
                          <a:schemeClr val="tx1"/>
                        </a:buClr>
                        <a:buSzTx/>
                        <a:buFont typeface="Arial" pitchFamily="34" charset="0"/>
                        <a:buChar char="•"/>
                        <a:tabLst/>
                      </a:pPr>
                      <a:r>
                        <a:rPr kumimoji="0" lang="en-US" sz="1000" b="0" i="0" u="none" strike="noStrike" cap="none" normalizeH="0" baseline="0" noProof="0" dirty="0" smtClean="0">
                          <a:ln>
                            <a:noFill/>
                          </a:ln>
                          <a:solidFill>
                            <a:srgbClr val="000000"/>
                          </a:solidFill>
                          <a:effectLst/>
                          <a:latin typeface="+mn-lt"/>
                        </a:rPr>
                        <a:t>not considered as future technology, no further development</a:t>
                      </a:r>
                    </a:p>
                  </a:txBody>
                  <a:tcPr marL="91437" marR="91437" marT="45734" marB="4573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7CFDC"/>
                    </a:solidFill>
                  </a:tcPr>
                </a:tc>
                <a:tc>
                  <a:txBody>
                    <a:bodyPr/>
                    <a:lstStyle/>
                    <a:p>
                      <a:pPr marL="171450" marR="0" lvl="0" indent="-171450" algn="l" defTabSz="839788" rtl="0" eaLnBrk="0" fontAlgn="base" latinLnBrk="0" hangingPunct="0">
                        <a:lnSpc>
                          <a:spcPct val="100000"/>
                        </a:lnSpc>
                        <a:spcBef>
                          <a:spcPct val="0"/>
                        </a:spcBef>
                        <a:spcAft>
                          <a:spcPct val="0"/>
                        </a:spcAft>
                        <a:buClr>
                          <a:schemeClr val="tx1"/>
                        </a:buClr>
                        <a:buSzTx/>
                        <a:buFont typeface="Arial" pitchFamily="34" charset="0"/>
                        <a:buChar char="•"/>
                        <a:tabLst/>
                      </a:pPr>
                      <a:r>
                        <a:rPr kumimoji="0" lang="en-US" sz="1000" b="0" i="0" u="none" strike="noStrike" cap="none" normalizeH="0" baseline="0" noProof="0" dirty="0" smtClean="0">
                          <a:ln>
                            <a:noFill/>
                          </a:ln>
                          <a:solidFill>
                            <a:srgbClr val="000000"/>
                          </a:solidFill>
                          <a:effectLst/>
                          <a:latin typeface="+mn-lt"/>
                        </a:rPr>
                        <a:t>integration with S/4 HANA via interfaces required (HCP, SDI, CSV)</a:t>
                      </a:r>
                    </a:p>
                    <a:p>
                      <a:pPr marL="171450" marR="0" lvl="0" indent="-171450" algn="l" defTabSz="839788" rtl="0" eaLnBrk="0" fontAlgn="base" latinLnBrk="0" hangingPunct="0">
                        <a:lnSpc>
                          <a:spcPct val="100000"/>
                        </a:lnSpc>
                        <a:spcBef>
                          <a:spcPct val="0"/>
                        </a:spcBef>
                        <a:spcAft>
                          <a:spcPct val="0"/>
                        </a:spcAft>
                        <a:buClr>
                          <a:schemeClr val="tx1"/>
                        </a:buClr>
                        <a:buSzTx/>
                        <a:buFont typeface="Arial" pitchFamily="34" charset="0"/>
                        <a:buChar char="•"/>
                        <a:tabLst/>
                      </a:pPr>
                      <a:r>
                        <a:rPr kumimoji="0" lang="en-US" sz="1000" b="0" i="0" u="none" strike="noStrike" cap="none" normalizeH="0" baseline="0" noProof="0" dirty="0" smtClean="0">
                          <a:ln>
                            <a:noFill/>
                          </a:ln>
                          <a:solidFill>
                            <a:srgbClr val="000000"/>
                          </a:solidFill>
                          <a:effectLst/>
                          <a:latin typeface="+mn-lt"/>
                        </a:rPr>
                        <a:t>cloud deployment only, not (yet) available on premise</a:t>
                      </a:r>
                    </a:p>
                    <a:p>
                      <a:pPr marL="171450" marR="0" lvl="0" indent="-171450" algn="l" defTabSz="839788" rtl="0" eaLnBrk="0" fontAlgn="base" latinLnBrk="0" hangingPunct="0">
                        <a:lnSpc>
                          <a:spcPct val="100000"/>
                        </a:lnSpc>
                        <a:spcBef>
                          <a:spcPct val="0"/>
                        </a:spcBef>
                        <a:spcAft>
                          <a:spcPct val="0"/>
                        </a:spcAft>
                        <a:buClr>
                          <a:schemeClr val="tx1"/>
                        </a:buClr>
                        <a:buSzTx/>
                        <a:buFont typeface="Arial" pitchFamily="34" charset="0"/>
                        <a:buChar char="•"/>
                        <a:tabLst/>
                      </a:pPr>
                      <a:r>
                        <a:rPr kumimoji="0" lang="en-US" sz="1000" b="0" i="0" u="none" strike="noStrike" cap="none" normalizeH="0" baseline="0" noProof="0" dirty="0" smtClean="0">
                          <a:ln>
                            <a:noFill/>
                          </a:ln>
                          <a:solidFill>
                            <a:srgbClr val="000000"/>
                          </a:solidFill>
                          <a:effectLst/>
                          <a:latin typeface="+mn-lt"/>
                        </a:rPr>
                        <a:t>new solution, not yet as well-established</a:t>
                      </a:r>
                    </a:p>
                  </a:txBody>
                  <a:tcPr marL="91437" marR="91437" marT="45734" marB="4573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7CFDC"/>
                    </a:solidFill>
                  </a:tcPr>
                </a:tc>
                <a:tc>
                  <a:txBody>
                    <a:bodyPr/>
                    <a:lstStyle/>
                    <a:p>
                      <a:pPr marL="171450" marR="0" lvl="0" indent="-171450" algn="l" defTabSz="839788" rtl="0" eaLnBrk="0" fontAlgn="base" latinLnBrk="0" hangingPunct="0">
                        <a:lnSpc>
                          <a:spcPct val="100000"/>
                        </a:lnSpc>
                        <a:spcBef>
                          <a:spcPct val="0"/>
                        </a:spcBef>
                        <a:spcAft>
                          <a:spcPct val="0"/>
                        </a:spcAft>
                        <a:buClr>
                          <a:schemeClr val="tx1"/>
                        </a:buClr>
                        <a:buSzTx/>
                        <a:buFont typeface="Arial" pitchFamily="34" charset="0"/>
                        <a:buChar char="•"/>
                        <a:tabLst/>
                      </a:pPr>
                      <a:r>
                        <a:rPr kumimoji="0" lang="en-US" sz="1000" b="0" i="0" u="none" strike="noStrike" cap="none" normalizeH="0" baseline="0" noProof="0" dirty="0" smtClean="0">
                          <a:ln>
                            <a:noFill/>
                          </a:ln>
                          <a:solidFill>
                            <a:srgbClr val="000000"/>
                          </a:solidFill>
                          <a:effectLst/>
                          <a:latin typeface="+mn-lt"/>
                        </a:rPr>
                        <a:t>no advanced supply planning algorithms (e.g. finite planning and optimization)</a:t>
                      </a:r>
                    </a:p>
                    <a:p>
                      <a:pPr marL="171450" marR="0" lvl="0" indent="-171450" algn="l" defTabSz="839788" rtl="0" eaLnBrk="0" fontAlgn="base" latinLnBrk="0" hangingPunct="0">
                        <a:lnSpc>
                          <a:spcPct val="100000"/>
                        </a:lnSpc>
                        <a:spcBef>
                          <a:spcPct val="0"/>
                        </a:spcBef>
                        <a:spcAft>
                          <a:spcPct val="0"/>
                        </a:spcAft>
                        <a:buClr>
                          <a:schemeClr val="tx1"/>
                        </a:buClr>
                        <a:buSzTx/>
                        <a:buFont typeface="Arial" pitchFamily="34" charset="0"/>
                        <a:buNone/>
                        <a:tabLst/>
                      </a:pPr>
                      <a:endParaRPr kumimoji="0" lang="en-US" sz="1000" b="0" i="0" u="none" strike="noStrike" cap="none" normalizeH="0" baseline="0" noProof="0" dirty="0" smtClean="0">
                        <a:ln>
                          <a:noFill/>
                        </a:ln>
                        <a:solidFill>
                          <a:srgbClr val="000000"/>
                        </a:solidFill>
                        <a:effectLst/>
                        <a:latin typeface="+mn-lt"/>
                      </a:endParaRPr>
                    </a:p>
                  </a:txBody>
                  <a:tcPr marL="91437" marR="91437" marT="45734" marB="4573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7CFDC"/>
                    </a:solidFill>
                  </a:tcPr>
                </a:tc>
              </a:tr>
              <a:tr h="432000">
                <a:tc rowSpan="2">
                  <a:txBody>
                    <a:bodyPr/>
                    <a:lstStyle/>
                    <a:p>
                      <a:pPr marL="0" marR="0" lvl="0" indent="0" algn="ctr" defTabSz="839788" rtl="0" eaLnBrk="0" fontAlgn="base" latinLnBrk="0" hangingPunct="0">
                        <a:lnSpc>
                          <a:spcPct val="111000"/>
                        </a:lnSpc>
                        <a:spcBef>
                          <a:spcPct val="0"/>
                        </a:spcBef>
                        <a:spcAft>
                          <a:spcPct val="0"/>
                        </a:spcAft>
                        <a:buClr>
                          <a:srgbClr val="5D7298"/>
                        </a:buClr>
                        <a:buSzPct val="65000"/>
                        <a:buFont typeface="Wingdings" pitchFamily="2" charset="2"/>
                        <a:buNone/>
                        <a:tabLst/>
                      </a:pPr>
                      <a:r>
                        <a:rPr kumimoji="0" lang="en-US" sz="1000" b="1" i="0" u="none" strike="noStrike" cap="none" normalizeH="0" baseline="0" noProof="0" dirty="0" smtClean="0">
                          <a:ln>
                            <a:noFill/>
                          </a:ln>
                          <a:solidFill>
                            <a:schemeClr val="bg1"/>
                          </a:solidFill>
                          <a:effectLst/>
                          <a:latin typeface="+mn-lt"/>
                        </a:rPr>
                        <a:t>Impact</a:t>
                      </a:r>
                    </a:p>
                  </a:txBody>
                  <a:tcPr marL="89997" marR="89997" marT="46814" marB="4681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75000"/>
                      </a:schemeClr>
                    </a:solidFill>
                  </a:tcPr>
                </a:tc>
                <a:tc>
                  <a:txBody>
                    <a:bodyPr/>
                    <a:lstStyle/>
                    <a:p>
                      <a:pPr marL="171450" marR="0" lvl="0" indent="-171450" algn="l" defTabSz="839788" rtl="0" eaLnBrk="0" fontAlgn="base" latinLnBrk="0" hangingPunct="0">
                        <a:lnSpc>
                          <a:spcPct val="111000"/>
                        </a:lnSpc>
                        <a:spcBef>
                          <a:spcPct val="0"/>
                        </a:spcBef>
                        <a:spcAft>
                          <a:spcPct val="0"/>
                        </a:spcAft>
                        <a:buClr>
                          <a:schemeClr val="tx1"/>
                        </a:buClr>
                        <a:buSzTx/>
                        <a:buFont typeface="Arial" pitchFamily="34" charset="0"/>
                        <a:buChar char="•"/>
                        <a:tabLst/>
                      </a:pPr>
                      <a:r>
                        <a:rPr kumimoji="0" lang="en-US" sz="1000" b="0" i="0" u="none" strike="noStrike" cap="none" normalizeH="0" baseline="0" noProof="0" dirty="0" smtClean="0">
                          <a:ln>
                            <a:noFill/>
                          </a:ln>
                          <a:solidFill>
                            <a:srgbClr val="000000"/>
                          </a:solidFill>
                          <a:effectLst/>
                          <a:latin typeface="+mn-lt"/>
                        </a:rPr>
                        <a:t>medium or high</a:t>
                      </a:r>
                    </a:p>
                  </a:txBody>
                  <a:tcPr marL="91437" marR="91437" marT="45734" marB="4573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7CFDC"/>
                    </a:solidFill>
                  </a:tcPr>
                </a:tc>
                <a:tc>
                  <a:txBody>
                    <a:bodyPr/>
                    <a:lstStyle/>
                    <a:p>
                      <a:pPr marL="171450" marR="0" lvl="0" indent="-171450" algn="l" defTabSz="839788" rtl="0" eaLnBrk="0" fontAlgn="base" latinLnBrk="0" hangingPunct="0">
                        <a:lnSpc>
                          <a:spcPct val="111000"/>
                        </a:lnSpc>
                        <a:spcBef>
                          <a:spcPct val="0"/>
                        </a:spcBef>
                        <a:spcAft>
                          <a:spcPct val="0"/>
                        </a:spcAft>
                        <a:buClr>
                          <a:schemeClr val="tx1"/>
                        </a:buClr>
                        <a:buSzTx/>
                        <a:buFont typeface="Arial" pitchFamily="34" charset="0"/>
                        <a:buChar char="•"/>
                        <a:tabLst/>
                        <a:defRPr/>
                      </a:pPr>
                      <a:r>
                        <a:rPr kumimoji="0" lang="en-US" sz="1000" b="0" i="0" u="none" strike="noStrike" cap="none" normalizeH="0" baseline="0" noProof="0" dirty="0" smtClean="0">
                          <a:ln>
                            <a:noFill/>
                          </a:ln>
                          <a:solidFill>
                            <a:srgbClr val="000000"/>
                          </a:solidFill>
                          <a:effectLst/>
                          <a:latin typeface="+mn-lt"/>
                        </a:rPr>
                        <a:t>medium or high</a:t>
                      </a:r>
                    </a:p>
                  </a:txBody>
                  <a:tcPr marL="91437" marR="91437" marT="45734" marB="4573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7CFDC"/>
                    </a:solidFill>
                  </a:tcPr>
                </a:tc>
                <a:tc>
                  <a:txBody>
                    <a:bodyPr/>
                    <a:lstStyle/>
                    <a:p>
                      <a:pPr marL="171450" marR="0" lvl="0" indent="-171450" algn="l" defTabSz="839788" rtl="0" eaLnBrk="0" fontAlgn="base" latinLnBrk="0" hangingPunct="0">
                        <a:lnSpc>
                          <a:spcPct val="111000"/>
                        </a:lnSpc>
                        <a:spcBef>
                          <a:spcPct val="0"/>
                        </a:spcBef>
                        <a:spcAft>
                          <a:spcPct val="0"/>
                        </a:spcAft>
                        <a:buClr>
                          <a:schemeClr val="tx1"/>
                        </a:buClr>
                        <a:buSzTx/>
                        <a:buFont typeface="Arial" pitchFamily="34" charset="0"/>
                        <a:buChar char="•"/>
                        <a:tabLst/>
                      </a:pPr>
                      <a:r>
                        <a:rPr kumimoji="0" lang="en-US" sz="1000" b="0" i="0" u="none" strike="noStrike" cap="none" normalizeH="0" baseline="0" noProof="0" dirty="0" smtClean="0">
                          <a:ln>
                            <a:noFill/>
                          </a:ln>
                          <a:solidFill>
                            <a:srgbClr val="000000"/>
                          </a:solidFill>
                          <a:effectLst/>
                          <a:latin typeface="+mn-lt"/>
                        </a:rPr>
                        <a:t>none</a:t>
                      </a:r>
                    </a:p>
                    <a:p>
                      <a:pPr marL="171450" marR="0" lvl="0" indent="-171450" algn="l" defTabSz="839788" rtl="0" eaLnBrk="0" fontAlgn="base" latinLnBrk="0" hangingPunct="0">
                        <a:lnSpc>
                          <a:spcPct val="111000"/>
                        </a:lnSpc>
                        <a:spcBef>
                          <a:spcPct val="0"/>
                        </a:spcBef>
                        <a:spcAft>
                          <a:spcPct val="0"/>
                        </a:spcAft>
                        <a:buClr>
                          <a:schemeClr val="tx1"/>
                        </a:buClr>
                        <a:buSzTx/>
                        <a:buFont typeface="Arial" pitchFamily="34" charset="0"/>
                        <a:buChar char="•"/>
                        <a:tabLst/>
                      </a:pPr>
                      <a:r>
                        <a:rPr kumimoji="0" lang="en-US" sz="1000" b="0" i="0" u="none" strike="noStrike" cap="none" normalizeH="0" baseline="0" noProof="0" dirty="0" smtClean="0">
                          <a:ln>
                            <a:noFill/>
                          </a:ln>
                          <a:solidFill>
                            <a:srgbClr val="000000"/>
                          </a:solidFill>
                          <a:effectLst/>
                          <a:latin typeface="+mn-lt"/>
                        </a:rPr>
                        <a:t>already part of the current license</a:t>
                      </a:r>
                    </a:p>
                  </a:txBody>
                  <a:tcPr marL="91437" marR="91437" marT="45734" marB="4573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7CFDC"/>
                    </a:solidFill>
                  </a:tcPr>
                </a:tc>
              </a:tr>
              <a:tr h="288000">
                <a:tc vMerge="1">
                  <a:txBody>
                    <a:bodyPr/>
                    <a:lstStyle/>
                    <a:p>
                      <a:pPr marL="0" marR="0" lvl="0" indent="0" algn="ctr" defTabSz="839788" rtl="0" eaLnBrk="0" fontAlgn="base" latinLnBrk="0" hangingPunct="0">
                        <a:lnSpc>
                          <a:spcPct val="111000"/>
                        </a:lnSpc>
                        <a:spcBef>
                          <a:spcPct val="0"/>
                        </a:spcBef>
                        <a:spcAft>
                          <a:spcPct val="0"/>
                        </a:spcAft>
                        <a:buClr>
                          <a:srgbClr val="5D7298"/>
                        </a:buClr>
                        <a:buSzPct val="65000"/>
                        <a:buFont typeface="Wingdings" pitchFamily="2" charset="2"/>
                        <a:buNone/>
                        <a:tabLst/>
                      </a:pPr>
                      <a:endParaRPr kumimoji="0" lang="en-US" sz="1000" b="1" i="0" u="none" strike="noStrike" cap="none" normalizeH="0" baseline="0" noProof="0" dirty="0" smtClean="0">
                        <a:ln>
                          <a:noFill/>
                        </a:ln>
                        <a:solidFill>
                          <a:schemeClr val="bg1"/>
                        </a:solidFill>
                        <a:effectLst/>
                        <a:latin typeface="+mn-lt"/>
                      </a:endParaRPr>
                    </a:p>
                  </a:txBody>
                  <a:tcPr marL="89997" marR="89997" marT="46814" marB="4681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75000"/>
                      </a:schemeClr>
                    </a:solidFill>
                  </a:tcPr>
                </a:tc>
                <a:tc gridSpan="3">
                  <a:txBody>
                    <a:bodyPr/>
                    <a:lstStyle/>
                    <a:p>
                      <a:pPr marL="171450" marR="0" lvl="0" indent="-171450" algn="ctr" defTabSz="839788" rtl="0" eaLnBrk="0" fontAlgn="base" latinLnBrk="0" hangingPunct="0">
                        <a:lnSpc>
                          <a:spcPct val="111000"/>
                        </a:lnSpc>
                        <a:spcBef>
                          <a:spcPct val="0"/>
                        </a:spcBef>
                        <a:spcAft>
                          <a:spcPct val="0"/>
                        </a:spcAft>
                        <a:buClr>
                          <a:schemeClr val="tx1"/>
                        </a:buClr>
                        <a:buSzTx/>
                        <a:buFont typeface="Arial" pitchFamily="34" charset="0"/>
                        <a:buChar char="•"/>
                        <a:tabLst/>
                      </a:pPr>
                      <a:r>
                        <a:rPr kumimoji="0" lang="en-US" sz="1000" b="0" i="0" u="none" strike="noStrike" cap="none" normalizeH="0" baseline="0" noProof="0" dirty="0" smtClean="0">
                          <a:ln>
                            <a:noFill/>
                          </a:ln>
                          <a:solidFill>
                            <a:schemeClr val="tx1"/>
                          </a:solidFill>
                          <a:effectLst/>
                          <a:latin typeface="+mn-lt"/>
                        </a:rPr>
                        <a:t>effort for solution (based on GAP’s) to cover needed Demand Viewer functions (Enhancement or Add-on)</a:t>
                      </a:r>
                    </a:p>
                  </a:txBody>
                  <a:tcPr marL="91437" marR="91437" marT="45734" marB="4573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7CFDC"/>
                    </a:solidFill>
                  </a:tcPr>
                </a:tc>
                <a:tc hMerge="1">
                  <a:txBody>
                    <a:bodyPr/>
                    <a:lstStyle/>
                    <a:p>
                      <a:pPr marL="171450" marR="0" lvl="0" indent="-171450" algn="l" defTabSz="839788" rtl="0" eaLnBrk="0" fontAlgn="base" latinLnBrk="0" hangingPunct="0">
                        <a:lnSpc>
                          <a:spcPct val="111000"/>
                        </a:lnSpc>
                        <a:spcBef>
                          <a:spcPct val="0"/>
                        </a:spcBef>
                        <a:spcAft>
                          <a:spcPct val="0"/>
                        </a:spcAft>
                        <a:buClr>
                          <a:schemeClr val="tx1"/>
                        </a:buClr>
                        <a:buSzTx/>
                        <a:buFont typeface="Arial" pitchFamily="34" charset="0"/>
                        <a:buChar char="•"/>
                        <a:tabLst/>
                        <a:defRPr/>
                      </a:pPr>
                      <a:endParaRPr kumimoji="0" lang="en-US" sz="1000" b="0" i="0" u="none" strike="noStrike" cap="none" normalizeH="0" baseline="0" noProof="0" dirty="0" smtClean="0">
                        <a:ln>
                          <a:noFill/>
                        </a:ln>
                        <a:solidFill>
                          <a:srgbClr val="000000"/>
                        </a:solidFill>
                        <a:effectLst/>
                        <a:latin typeface="+mn-lt"/>
                      </a:endParaRPr>
                    </a:p>
                  </a:txBody>
                  <a:tcPr marL="91437" marR="91437" marT="45734" marB="4573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7CFDC"/>
                    </a:solidFill>
                  </a:tcPr>
                </a:tc>
                <a:tc hMerge="1">
                  <a:txBody>
                    <a:bodyPr/>
                    <a:lstStyle/>
                    <a:p>
                      <a:pPr marL="171450" marR="0" lvl="0" indent="-171450" algn="l" defTabSz="839788" rtl="0" eaLnBrk="0" fontAlgn="base" latinLnBrk="0" hangingPunct="0">
                        <a:lnSpc>
                          <a:spcPct val="111000"/>
                        </a:lnSpc>
                        <a:spcBef>
                          <a:spcPct val="0"/>
                        </a:spcBef>
                        <a:spcAft>
                          <a:spcPct val="0"/>
                        </a:spcAft>
                        <a:buClr>
                          <a:schemeClr val="tx1"/>
                        </a:buClr>
                        <a:buSzTx/>
                        <a:buFont typeface="Arial" pitchFamily="34" charset="0"/>
                        <a:buChar char="•"/>
                        <a:tabLst/>
                      </a:pPr>
                      <a:endParaRPr kumimoji="0" lang="en-US" sz="1000" b="0" i="0" u="none" strike="noStrike" cap="none" normalizeH="0" baseline="0" noProof="0" dirty="0" smtClean="0">
                        <a:ln>
                          <a:noFill/>
                        </a:ln>
                        <a:solidFill>
                          <a:srgbClr val="000000"/>
                        </a:solidFill>
                        <a:effectLst/>
                        <a:latin typeface="+mn-lt"/>
                      </a:endParaRPr>
                    </a:p>
                  </a:txBody>
                  <a:tcPr marL="91437" marR="91437" marT="45734" marB="4573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7CFDC"/>
                    </a:solidFill>
                  </a:tcPr>
                </a:tc>
              </a:tr>
            </a:tbl>
          </a:graphicData>
        </a:graphic>
      </p:graphicFrame>
      <p:sp>
        <p:nvSpPr>
          <p:cNvPr id="8" name="Datumsplatzhalter 7"/>
          <p:cNvSpPr>
            <a:spLocks noGrp="1"/>
          </p:cNvSpPr>
          <p:nvPr>
            <p:ph type="dt" sz="half" idx="2"/>
          </p:nvPr>
        </p:nvSpPr>
        <p:spPr/>
        <p:txBody>
          <a:bodyPr/>
          <a:lstStyle/>
          <a:p>
            <a:fld id="{E3F087B0-FAD8-41A6-87FB-8A4BF388171E}" type="datetime1">
              <a:rPr lang="de-DE" smtClean="0"/>
              <a:pPr/>
              <a:t>12.04.2017</a:t>
            </a:fld>
            <a:endParaRPr lang="de-DE" dirty="0"/>
          </a:p>
        </p:txBody>
      </p:sp>
      <p:sp>
        <p:nvSpPr>
          <p:cNvPr id="9" name="Foliennummernplatzhalter 8"/>
          <p:cNvSpPr>
            <a:spLocks noGrp="1"/>
          </p:cNvSpPr>
          <p:nvPr>
            <p:ph type="sldNum" sz="quarter" idx="4"/>
          </p:nvPr>
        </p:nvSpPr>
        <p:spPr/>
        <p:txBody>
          <a:bodyPr/>
          <a:lstStyle/>
          <a:p>
            <a:fld id="{173FEA60-B56A-DE49-B4F9-939AB62E9280}" type="slidenum">
              <a:rPr lang="de-DE" smtClean="0"/>
              <a:pPr/>
              <a:t>4</a:t>
            </a:fld>
            <a:endParaRPr lang="de-DE" dirty="0"/>
          </a:p>
        </p:txBody>
      </p:sp>
    </p:spTree>
    <p:extLst>
      <p:ext uri="{BB962C8B-B14F-4D97-AF65-F5344CB8AC3E}">
        <p14:creationId xmlns:p14="http://schemas.microsoft.com/office/powerpoint/2010/main" xmlns="" val="105475861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Inhaltsplatzhalter 6"/>
          <p:cNvGraphicFramePr>
            <a:graphicFrameLocks noGrp="1"/>
          </p:cNvGraphicFramePr>
          <p:nvPr>
            <p:ph sz="quarter" idx="13"/>
          </p:nvPr>
        </p:nvGraphicFramePr>
        <p:xfrm>
          <a:off x="368300" y="2859782"/>
          <a:ext cx="8443912" cy="1462916"/>
        </p:xfrm>
        <a:graphic>
          <a:graphicData uri="http://schemas.openxmlformats.org/drawingml/2006/table">
            <a:tbl>
              <a:tblPr firstRow="1" bandRow="1">
                <a:tableStyleId>{5C22544A-7EE6-4342-B048-85BDC9FD1C3A}</a:tableStyleId>
              </a:tblPr>
              <a:tblGrid>
                <a:gridCol w="2110978"/>
                <a:gridCol w="2110978"/>
                <a:gridCol w="2110978"/>
                <a:gridCol w="2110978"/>
              </a:tblGrid>
              <a:tr h="227980">
                <a:tc>
                  <a:txBody>
                    <a:bodyPr/>
                    <a:lstStyle/>
                    <a:p>
                      <a:pPr algn="l">
                        <a:lnSpc>
                          <a:spcPct val="115000"/>
                        </a:lnSpc>
                        <a:spcAft>
                          <a:spcPts val="0"/>
                        </a:spcAft>
                      </a:pPr>
                      <a:r>
                        <a:rPr lang="en-GB" sz="1000" b="1" dirty="0">
                          <a:latin typeface="Arial"/>
                          <a:ea typeface="Times New Roman"/>
                          <a:cs typeface="Times New Roman"/>
                        </a:rPr>
                        <a:t>Role</a:t>
                      </a:r>
                      <a:endParaRPr lang="de-DE" sz="1000" dirty="0">
                        <a:latin typeface="Arial"/>
                        <a:ea typeface="Times New Roman"/>
                        <a:cs typeface="Times New Roman"/>
                      </a:endParaRPr>
                    </a:p>
                  </a:txBody>
                  <a:tcPr marL="68580" marR="68580" marT="0" marB="0" anchor="ctr"/>
                </a:tc>
                <a:tc>
                  <a:txBody>
                    <a:bodyPr/>
                    <a:lstStyle/>
                    <a:p>
                      <a:pPr algn="l">
                        <a:lnSpc>
                          <a:spcPct val="115000"/>
                        </a:lnSpc>
                        <a:spcAft>
                          <a:spcPts val="0"/>
                        </a:spcAft>
                      </a:pPr>
                      <a:r>
                        <a:rPr lang="en-GB" sz="1000" b="1">
                          <a:latin typeface="Arial"/>
                          <a:ea typeface="Times New Roman"/>
                          <a:cs typeface="Times New Roman"/>
                        </a:rPr>
                        <a:t>Name, Org.-U.</a:t>
                      </a:r>
                      <a:endParaRPr lang="de-DE" sz="1000">
                        <a:latin typeface="Arial"/>
                        <a:ea typeface="Times New Roman"/>
                        <a:cs typeface="Times New Roman"/>
                      </a:endParaRPr>
                    </a:p>
                  </a:txBody>
                  <a:tcPr marL="68580" marR="68580" marT="0" marB="0" anchor="ctr"/>
                </a:tc>
                <a:tc>
                  <a:txBody>
                    <a:bodyPr/>
                    <a:lstStyle/>
                    <a:p>
                      <a:pPr algn="l">
                        <a:lnSpc>
                          <a:spcPct val="115000"/>
                        </a:lnSpc>
                        <a:spcAft>
                          <a:spcPts val="0"/>
                        </a:spcAft>
                      </a:pPr>
                      <a:r>
                        <a:rPr lang="en-GB" sz="1000" b="1">
                          <a:latin typeface="Arial"/>
                          <a:ea typeface="Times New Roman"/>
                          <a:cs typeface="Times New Roman"/>
                        </a:rPr>
                        <a:t>Date</a:t>
                      </a:r>
                      <a:endParaRPr lang="de-DE" sz="1000">
                        <a:latin typeface="Arial"/>
                        <a:ea typeface="Times New Roman"/>
                        <a:cs typeface="Times New Roman"/>
                      </a:endParaRPr>
                    </a:p>
                  </a:txBody>
                  <a:tcPr marL="68580" marR="68580" marT="0" marB="0" anchor="ctr"/>
                </a:tc>
                <a:tc>
                  <a:txBody>
                    <a:bodyPr/>
                    <a:lstStyle/>
                    <a:p>
                      <a:pPr algn="l">
                        <a:lnSpc>
                          <a:spcPct val="115000"/>
                        </a:lnSpc>
                        <a:spcAft>
                          <a:spcPts val="0"/>
                        </a:spcAft>
                      </a:pPr>
                      <a:r>
                        <a:rPr lang="en-GB" sz="1000" b="1">
                          <a:latin typeface="Arial"/>
                          <a:ea typeface="Times New Roman"/>
                          <a:cs typeface="Times New Roman"/>
                        </a:rPr>
                        <a:t>Signature</a:t>
                      </a:r>
                      <a:endParaRPr lang="de-DE" sz="1000">
                        <a:latin typeface="Arial"/>
                        <a:ea typeface="Times New Roman"/>
                        <a:cs typeface="Times New Roman"/>
                      </a:endParaRPr>
                    </a:p>
                  </a:txBody>
                  <a:tcPr marL="68580" marR="68580" marT="0" marB="0" anchor="ctr"/>
                </a:tc>
              </a:tr>
              <a:tr h="288032">
                <a:tc>
                  <a:txBody>
                    <a:bodyPr/>
                    <a:lstStyle/>
                    <a:p>
                      <a:pPr algn="l">
                        <a:lnSpc>
                          <a:spcPct val="115000"/>
                        </a:lnSpc>
                        <a:spcAft>
                          <a:spcPts val="0"/>
                        </a:spcAft>
                      </a:pPr>
                      <a:r>
                        <a:rPr lang="en-GB" sz="1000" b="1" dirty="0">
                          <a:latin typeface="Arial"/>
                          <a:ea typeface="Times New Roman"/>
                          <a:cs typeface="Times New Roman"/>
                        </a:rPr>
                        <a:t>Project Manager</a:t>
                      </a:r>
                      <a:endParaRPr lang="de-DE" sz="1000" dirty="0">
                        <a:latin typeface="Arial"/>
                        <a:ea typeface="Times New Roman"/>
                        <a:cs typeface="Times New Roman"/>
                      </a:endParaRPr>
                    </a:p>
                  </a:txBody>
                  <a:tcPr marL="68580" marR="68580" marT="0" marB="0" anchor="ctr"/>
                </a:tc>
                <a:tc>
                  <a:txBody>
                    <a:bodyPr/>
                    <a:lstStyle/>
                    <a:p>
                      <a:pPr algn="l">
                        <a:lnSpc>
                          <a:spcPct val="115000"/>
                        </a:lnSpc>
                        <a:spcAft>
                          <a:spcPts val="0"/>
                        </a:spcAft>
                      </a:pPr>
                      <a:endParaRPr lang="en-GB" sz="1000" dirty="0">
                        <a:latin typeface="Arial"/>
                        <a:ea typeface="Times New Roman"/>
                        <a:cs typeface="Times New Roman"/>
                      </a:endParaRPr>
                    </a:p>
                  </a:txBody>
                  <a:tcPr marL="68580" marR="68580" marT="0" marB="0" anchor="ctr"/>
                </a:tc>
                <a:tc>
                  <a:txBody>
                    <a:bodyPr/>
                    <a:lstStyle/>
                    <a:p>
                      <a:pPr algn="l">
                        <a:lnSpc>
                          <a:spcPct val="115000"/>
                        </a:lnSpc>
                        <a:spcAft>
                          <a:spcPts val="0"/>
                        </a:spcAft>
                      </a:pPr>
                      <a:endParaRPr lang="en-GB" sz="1000">
                        <a:latin typeface="Arial"/>
                        <a:ea typeface="Times New Roman"/>
                        <a:cs typeface="Times New Roman"/>
                      </a:endParaRPr>
                    </a:p>
                  </a:txBody>
                  <a:tcPr marL="68580" marR="68580" marT="0" marB="0" anchor="ctr"/>
                </a:tc>
                <a:tc>
                  <a:txBody>
                    <a:bodyPr/>
                    <a:lstStyle/>
                    <a:p>
                      <a:pPr algn="l">
                        <a:lnSpc>
                          <a:spcPct val="115000"/>
                        </a:lnSpc>
                        <a:spcAft>
                          <a:spcPts val="0"/>
                        </a:spcAft>
                      </a:pPr>
                      <a:endParaRPr lang="en-GB" sz="1000">
                        <a:latin typeface="Arial"/>
                        <a:ea typeface="Times New Roman"/>
                        <a:cs typeface="Times New Roman"/>
                      </a:endParaRPr>
                    </a:p>
                  </a:txBody>
                  <a:tcPr marL="68580" marR="68580" marT="0" marB="0" anchor="ctr"/>
                </a:tc>
              </a:tr>
              <a:tr h="216024">
                <a:tc>
                  <a:txBody>
                    <a:bodyPr/>
                    <a:lstStyle/>
                    <a:p>
                      <a:pPr algn="l">
                        <a:lnSpc>
                          <a:spcPct val="115000"/>
                        </a:lnSpc>
                        <a:spcAft>
                          <a:spcPts val="0"/>
                        </a:spcAft>
                      </a:pPr>
                      <a:r>
                        <a:rPr lang="en-GB" sz="1000" b="1" dirty="0">
                          <a:latin typeface="Arial"/>
                          <a:ea typeface="Times New Roman"/>
                          <a:cs typeface="Times New Roman"/>
                        </a:rPr>
                        <a:t>Ordering Person</a:t>
                      </a:r>
                      <a:endParaRPr lang="de-DE" sz="1000" dirty="0">
                        <a:latin typeface="Arial"/>
                        <a:ea typeface="Times New Roman"/>
                        <a:cs typeface="Times New Roman"/>
                      </a:endParaRPr>
                    </a:p>
                  </a:txBody>
                  <a:tcPr marL="68580" marR="68580" marT="0" marB="0" anchor="ctr"/>
                </a:tc>
                <a:tc>
                  <a:txBody>
                    <a:bodyPr/>
                    <a:lstStyle/>
                    <a:p>
                      <a:pPr algn="l">
                        <a:lnSpc>
                          <a:spcPct val="115000"/>
                        </a:lnSpc>
                        <a:spcAft>
                          <a:spcPts val="0"/>
                        </a:spcAft>
                      </a:pPr>
                      <a:endParaRPr lang="en-GB" sz="1000">
                        <a:latin typeface="Arial"/>
                        <a:ea typeface="Times New Roman"/>
                        <a:cs typeface="Times New Roman"/>
                      </a:endParaRPr>
                    </a:p>
                  </a:txBody>
                  <a:tcPr marL="68580" marR="68580" marT="0" marB="0" anchor="ctr"/>
                </a:tc>
                <a:tc>
                  <a:txBody>
                    <a:bodyPr/>
                    <a:lstStyle/>
                    <a:p>
                      <a:pPr algn="l">
                        <a:lnSpc>
                          <a:spcPct val="115000"/>
                        </a:lnSpc>
                        <a:spcAft>
                          <a:spcPts val="0"/>
                        </a:spcAft>
                      </a:pPr>
                      <a:endParaRPr lang="en-GB" sz="1000">
                        <a:latin typeface="Arial"/>
                        <a:ea typeface="Times New Roman"/>
                        <a:cs typeface="Times New Roman"/>
                      </a:endParaRPr>
                    </a:p>
                  </a:txBody>
                  <a:tcPr marL="68580" marR="68580" marT="0" marB="0" anchor="ctr"/>
                </a:tc>
                <a:tc>
                  <a:txBody>
                    <a:bodyPr/>
                    <a:lstStyle/>
                    <a:p>
                      <a:pPr algn="l">
                        <a:lnSpc>
                          <a:spcPct val="115000"/>
                        </a:lnSpc>
                        <a:spcAft>
                          <a:spcPts val="0"/>
                        </a:spcAft>
                      </a:pPr>
                      <a:endParaRPr lang="en-GB" sz="1000">
                        <a:latin typeface="Arial"/>
                        <a:ea typeface="Times New Roman"/>
                        <a:cs typeface="Times New Roman"/>
                      </a:endParaRPr>
                    </a:p>
                  </a:txBody>
                  <a:tcPr marL="68580" marR="68580" marT="0" marB="0" anchor="ctr"/>
                </a:tc>
              </a:tr>
              <a:tr h="360040">
                <a:tc>
                  <a:txBody>
                    <a:bodyPr/>
                    <a:lstStyle/>
                    <a:p>
                      <a:pPr algn="l">
                        <a:lnSpc>
                          <a:spcPct val="115000"/>
                        </a:lnSpc>
                        <a:spcAft>
                          <a:spcPts val="0"/>
                        </a:spcAft>
                      </a:pPr>
                      <a:r>
                        <a:rPr lang="en-GB" sz="1000" b="1" dirty="0" smtClean="0">
                          <a:latin typeface="Arial"/>
                          <a:ea typeface="Times New Roman"/>
                          <a:cs typeface="Times New Roman"/>
                        </a:rPr>
                        <a:t>IT(implementation</a:t>
                      </a:r>
                      <a:r>
                        <a:rPr lang="en-GB" sz="1000" b="1" dirty="0">
                          <a:latin typeface="Arial"/>
                          <a:ea typeface="Times New Roman"/>
                          <a:cs typeface="Times New Roman"/>
                        </a:rPr>
                        <a:t>) Responsible</a:t>
                      </a:r>
                      <a:endParaRPr lang="de-DE" sz="1000" dirty="0">
                        <a:latin typeface="Arial"/>
                        <a:ea typeface="Times New Roman"/>
                        <a:cs typeface="Times New Roman"/>
                      </a:endParaRPr>
                    </a:p>
                    <a:p>
                      <a:pPr algn="l">
                        <a:lnSpc>
                          <a:spcPct val="115000"/>
                        </a:lnSpc>
                        <a:spcAft>
                          <a:spcPts val="0"/>
                        </a:spcAft>
                      </a:pPr>
                      <a:r>
                        <a:rPr lang="en-GB" sz="800" dirty="0">
                          <a:latin typeface="Arial"/>
                          <a:ea typeface="Times New Roman"/>
                          <a:cs typeface="Times New Roman"/>
                        </a:rPr>
                        <a:t>(tech.)</a:t>
                      </a:r>
                      <a:endParaRPr lang="de-DE" sz="1000" dirty="0">
                        <a:latin typeface="Arial"/>
                        <a:ea typeface="Times New Roman"/>
                        <a:cs typeface="Times New Roman"/>
                      </a:endParaRPr>
                    </a:p>
                  </a:txBody>
                  <a:tcPr marL="68580" marR="68580" marT="0" marB="0" anchor="ctr"/>
                </a:tc>
                <a:tc>
                  <a:txBody>
                    <a:bodyPr/>
                    <a:lstStyle/>
                    <a:p>
                      <a:pPr algn="l">
                        <a:lnSpc>
                          <a:spcPct val="115000"/>
                        </a:lnSpc>
                        <a:spcAft>
                          <a:spcPts val="0"/>
                        </a:spcAft>
                      </a:pPr>
                      <a:endParaRPr lang="en-GB" sz="1000">
                        <a:latin typeface="Arial"/>
                        <a:ea typeface="Times New Roman"/>
                        <a:cs typeface="Times New Roman"/>
                      </a:endParaRPr>
                    </a:p>
                  </a:txBody>
                  <a:tcPr marL="68580" marR="68580" marT="0" marB="0" anchor="ctr"/>
                </a:tc>
                <a:tc>
                  <a:txBody>
                    <a:bodyPr/>
                    <a:lstStyle/>
                    <a:p>
                      <a:pPr algn="l">
                        <a:lnSpc>
                          <a:spcPct val="115000"/>
                        </a:lnSpc>
                        <a:spcAft>
                          <a:spcPts val="0"/>
                        </a:spcAft>
                      </a:pPr>
                      <a:endParaRPr lang="en-GB" sz="1000">
                        <a:latin typeface="Arial"/>
                        <a:ea typeface="Times New Roman"/>
                        <a:cs typeface="Times New Roman"/>
                      </a:endParaRPr>
                    </a:p>
                  </a:txBody>
                  <a:tcPr marL="68580" marR="68580" marT="0" marB="0" anchor="ctr"/>
                </a:tc>
                <a:tc>
                  <a:txBody>
                    <a:bodyPr/>
                    <a:lstStyle/>
                    <a:p>
                      <a:pPr algn="l">
                        <a:lnSpc>
                          <a:spcPct val="115000"/>
                        </a:lnSpc>
                        <a:spcAft>
                          <a:spcPts val="0"/>
                        </a:spcAft>
                      </a:pPr>
                      <a:endParaRPr lang="en-GB" sz="1000">
                        <a:latin typeface="Arial"/>
                        <a:ea typeface="Times New Roman"/>
                        <a:cs typeface="Times New Roman"/>
                      </a:endParaRPr>
                    </a:p>
                  </a:txBody>
                  <a:tcPr marL="68580" marR="68580" marT="0" marB="0" anchor="ctr"/>
                </a:tc>
              </a:tr>
              <a:tr h="370840">
                <a:tc>
                  <a:txBody>
                    <a:bodyPr/>
                    <a:lstStyle/>
                    <a:p>
                      <a:pPr algn="l">
                        <a:lnSpc>
                          <a:spcPct val="115000"/>
                        </a:lnSpc>
                        <a:spcAft>
                          <a:spcPts val="0"/>
                        </a:spcAft>
                      </a:pPr>
                      <a:r>
                        <a:rPr lang="en-GB" sz="1000" b="1" dirty="0">
                          <a:latin typeface="Arial"/>
                          <a:ea typeface="Times New Roman"/>
                          <a:cs typeface="Times New Roman"/>
                        </a:rPr>
                        <a:t>Process Consultant</a:t>
                      </a:r>
                      <a:endParaRPr lang="de-DE" sz="1000" dirty="0">
                        <a:latin typeface="Arial"/>
                        <a:ea typeface="Times New Roman"/>
                        <a:cs typeface="Times New Roman"/>
                      </a:endParaRPr>
                    </a:p>
                    <a:p>
                      <a:pPr algn="l">
                        <a:lnSpc>
                          <a:spcPct val="115000"/>
                        </a:lnSpc>
                        <a:spcAft>
                          <a:spcPts val="0"/>
                        </a:spcAft>
                      </a:pPr>
                      <a:r>
                        <a:rPr lang="en-GB" sz="800" dirty="0">
                          <a:latin typeface="Arial"/>
                          <a:ea typeface="Times New Roman"/>
                          <a:cs typeface="Times New Roman"/>
                        </a:rPr>
                        <a:t>(if available)</a:t>
                      </a:r>
                      <a:endParaRPr lang="de-DE" sz="1000" dirty="0">
                        <a:latin typeface="Arial"/>
                        <a:ea typeface="Times New Roman"/>
                        <a:cs typeface="Times New Roman"/>
                      </a:endParaRPr>
                    </a:p>
                  </a:txBody>
                  <a:tcPr marL="68580" marR="68580" marT="0" marB="0" anchor="ctr"/>
                </a:tc>
                <a:tc>
                  <a:txBody>
                    <a:bodyPr/>
                    <a:lstStyle/>
                    <a:p>
                      <a:pPr algn="l">
                        <a:lnSpc>
                          <a:spcPct val="115000"/>
                        </a:lnSpc>
                        <a:spcAft>
                          <a:spcPts val="0"/>
                        </a:spcAft>
                      </a:pPr>
                      <a:endParaRPr lang="en-GB" sz="1000" dirty="0">
                        <a:latin typeface="Arial"/>
                        <a:ea typeface="Times New Roman"/>
                        <a:cs typeface="Times New Roman"/>
                      </a:endParaRPr>
                    </a:p>
                  </a:txBody>
                  <a:tcPr marL="68580" marR="68580" marT="0" marB="0" anchor="ctr"/>
                </a:tc>
                <a:tc>
                  <a:txBody>
                    <a:bodyPr/>
                    <a:lstStyle/>
                    <a:p>
                      <a:pPr algn="l">
                        <a:lnSpc>
                          <a:spcPct val="115000"/>
                        </a:lnSpc>
                        <a:spcAft>
                          <a:spcPts val="0"/>
                        </a:spcAft>
                      </a:pPr>
                      <a:endParaRPr lang="en-GB" sz="1000" dirty="0">
                        <a:latin typeface="Arial"/>
                        <a:ea typeface="Times New Roman"/>
                        <a:cs typeface="Times New Roman"/>
                      </a:endParaRPr>
                    </a:p>
                  </a:txBody>
                  <a:tcPr marL="68580" marR="68580" marT="0" marB="0" anchor="ctr"/>
                </a:tc>
                <a:tc>
                  <a:txBody>
                    <a:bodyPr/>
                    <a:lstStyle/>
                    <a:p>
                      <a:pPr algn="l">
                        <a:lnSpc>
                          <a:spcPct val="115000"/>
                        </a:lnSpc>
                        <a:spcAft>
                          <a:spcPts val="0"/>
                        </a:spcAft>
                      </a:pPr>
                      <a:endParaRPr lang="en-GB" sz="1000" dirty="0">
                        <a:latin typeface="Arial"/>
                        <a:ea typeface="Times New Roman"/>
                        <a:cs typeface="Times New Roman"/>
                      </a:endParaRPr>
                    </a:p>
                  </a:txBody>
                  <a:tcPr marL="68580" marR="68580" marT="0" marB="0" anchor="ctr"/>
                </a:tc>
              </a:tr>
            </a:tbl>
          </a:graphicData>
        </a:graphic>
      </p:graphicFrame>
      <p:sp>
        <p:nvSpPr>
          <p:cNvPr id="3" name="Datumsplatzhalter 2"/>
          <p:cNvSpPr>
            <a:spLocks noGrp="1"/>
          </p:cNvSpPr>
          <p:nvPr>
            <p:ph type="dt" sz="half" idx="2"/>
          </p:nvPr>
        </p:nvSpPr>
        <p:spPr/>
        <p:txBody>
          <a:bodyPr/>
          <a:lstStyle/>
          <a:p>
            <a:fld id="{BA0D1B3C-3627-458A-A135-AF7AF755E3C1}" type="datetime1">
              <a:rPr lang="de-DE" smtClean="0"/>
              <a:pPr/>
              <a:t>12.04.2017</a:t>
            </a:fld>
            <a:r>
              <a:rPr lang="de-DE" smtClean="0"/>
              <a:t>     Thema der Präsentation | Vorname Name | Org.:</a:t>
            </a:r>
            <a:endParaRPr lang="de-DE" dirty="0"/>
          </a:p>
        </p:txBody>
      </p:sp>
      <p:sp>
        <p:nvSpPr>
          <p:cNvPr id="4" name="Foliennummernplatzhalter 3"/>
          <p:cNvSpPr>
            <a:spLocks noGrp="1"/>
          </p:cNvSpPr>
          <p:nvPr>
            <p:ph type="sldNum" sz="quarter" idx="4"/>
          </p:nvPr>
        </p:nvSpPr>
        <p:spPr/>
        <p:txBody>
          <a:bodyPr/>
          <a:lstStyle/>
          <a:p>
            <a:fld id="{173FEA60-B56A-DE49-B4F9-939AB62E9280}" type="slidenum">
              <a:rPr lang="de-DE" smtClean="0"/>
              <a:pPr/>
              <a:t>5</a:t>
            </a:fld>
            <a:endParaRPr lang="de-DE" dirty="0"/>
          </a:p>
        </p:txBody>
      </p:sp>
      <p:sp>
        <p:nvSpPr>
          <p:cNvPr id="5" name="Titel 4"/>
          <p:cNvSpPr>
            <a:spLocks noGrp="1"/>
          </p:cNvSpPr>
          <p:nvPr>
            <p:ph type="title"/>
          </p:nvPr>
        </p:nvSpPr>
        <p:spPr/>
        <p:txBody>
          <a:bodyPr/>
          <a:lstStyle/>
          <a:p>
            <a:r>
              <a:rPr lang="de-DE" dirty="0" err="1" smtClean="0"/>
              <a:t>Signature</a:t>
            </a:r>
            <a:r>
              <a:rPr lang="de-DE" dirty="0" smtClean="0"/>
              <a:t> Sheet</a:t>
            </a:r>
            <a:endParaRPr lang="de-DE" dirty="0"/>
          </a:p>
        </p:txBody>
      </p:sp>
      <p:sp>
        <p:nvSpPr>
          <p:cNvPr id="6" name="Fußzeilenplatzhalter 5"/>
          <p:cNvSpPr>
            <a:spLocks noGrp="1"/>
          </p:cNvSpPr>
          <p:nvPr>
            <p:ph type="ftr" sz="quarter" idx="3"/>
          </p:nvPr>
        </p:nvSpPr>
        <p:spPr/>
        <p:txBody>
          <a:bodyPr/>
          <a:lstStyle/>
          <a:p>
            <a:r>
              <a:rPr lang="en-US" sz="600" smtClean="0"/>
              <a:t>Internal: All rights reserved. Distribution within DRÄXLMAIER Group, customer and partners.</a:t>
            </a:r>
            <a:endParaRPr lang="de-DE" dirty="0"/>
          </a:p>
        </p:txBody>
      </p:sp>
      <p:sp>
        <p:nvSpPr>
          <p:cNvPr id="8" name="Inhaltsplatzhalter 1"/>
          <p:cNvSpPr txBox="1">
            <a:spLocks/>
          </p:cNvSpPr>
          <p:nvPr/>
        </p:nvSpPr>
        <p:spPr>
          <a:xfrm>
            <a:off x="368135" y="1263651"/>
            <a:ext cx="8443356" cy="1956172"/>
          </a:xfrm>
          <a:prstGeom prst="rect">
            <a:avLst/>
          </a:prstGeom>
        </p:spPr>
        <p:txBody>
          <a:bodyPr vert="horz" lIns="0" tIns="0" rIns="0" bIns="0" rtlCol="0">
            <a:normAutofit/>
          </a:bodyPr>
          <a:lstStyle/>
          <a:p>
            <a:pPr marL="176213" marR="0" lvl="0" indent="-176213" algn="l" defTabSz="914400" rtl="0" eaLnBrk="1" fontAlgn="auto" latinLnBrk="0" hangingPunct="1">
              <a:lnSpc>
                <a:spcPct val="100000"/>
              </a:lnSpc>
              <a:spcBef>
                <a:spcPts val="600"/>
              </a:spcBef>
              <a:spcAft>
                <a:spcPts val="0"/>
              </a:spcAft>
              <a:buClr>
                <a:schemeClr val="accent1"/>
              </a:buClr>
              <a:buSzPct val="100000"/>
              <a:buFont typeface="Arial" pitchFamily="34" charset="0"/>
              <a:buChar char="•"/>
              <a:tabLst>
                <a:tab pos="176213" algn="l"/>
              </a:tabLst>
              <a:defRPr/>
            </a:pPr>
            <a:r>
              <a:rPr kumimoji="0" lang="en-GB" sz="1050" b="0" i="0" u="none" strike="noStrike" kern="1200" cap="none" spc="0" normalizeH="0" baseline="0" noProof="0" dirty="0" smtClean="0">
                <a:ln>
                  <a:noFill/>
                </a:ln>
                <a:solidFill>
                  <a:srgbClr val="020B13"/>
                </a:solidFill>
                <a:effectLst/>
                <a:uLnTx/>
                <a:uFillTx/>
                <a:latin typeface="+mn-lt"/>
                <a:ea typeface="+mn-ea"/>
                <a:cs typeface="+mn-cs"/>
              </a:rPr>
              <a:t>The ordering person and the person responsible for technical implementation accept with their legally binding signatures below the complete contents of this functional specification. They will oblige to comply and to consider the contents of the functional specification in the implementation of the project.</a:t>
            </a:r>
            <a:endParaRPr kumimoji="0" lang="de-DE" sz="1050" b="0" i="0" u="none" strike="noStrike" kern="1200" cap="none" spc="0" normalizeH="0" baseline="0" noProof="0" dirty="0" smtClean="0">
              <a:ln>
                <a:noFill/>
              </a:ln>
              <a:solidFill>
                <a:srgbClr val="020B13"/>
              </a:solidFill>
              <a:effectLst/>
              <a:uLnTx/>
              <a:uFillTx/>
              <a:latin typeface="+mn-lt"/>
              <a:ea typeface="+mn-ea"/>
              <a:cs typeface="+mn-cs"/>
            </a:endParaRPr>
          </a:p>
          <a:p>
            <a:pPr marL="176213" marR="0" lvl="0" indent="-176213" algn="l" defTabSz="914400" rtl="0" eaLnBrk="1" fontAlgn="auto" latinLnBrk="0" hangingPunct="1">
              <a:lnSpc>
                <a:spcPct val="100000"/>
              </a:lnSpc>
              <a:spcBef>
                <a:spcPts val="600"/>
              </a:spcBef>
              <a:spcAft>
                <a:spcPts val="0"/>
              </a:spcAft>
              <a:buClr>
                <a:schemeClr val="accent1"/>
              </a:buClr>
              <a:buSzPct val="100000"/>
              <a:buFont typeface="Arial" pitchFamily="34" charset="0"/>
              <a:buChar char="•"/>
              <a:tabLst>
                <a:tab pos="176213" algn="l"/>
              </a:tabLst>
              <a:defRPr/>
            </a:pPr>
            <a:r>
              <a:rPr kumimoji="0" lang="en-GB" sz="1050" b="0" i="0" u="none" strike="noStrike" kern="1200" cap="none" spc="0" normalizeH="0" baseline="0" noProof="0" dirty="0" smtClean="0">
                <a:ln>
                  <a:noFill/>
                </a:ln>
                <a:solidFill>
                  <a:srgbClr val="020B13"/>
                </a:solidFill>
                <a:effectLst/>
                <a:uLnTx/>
                <a:uFillTx/>
                <a:latin typeface="+mn-lt"/>
                <a:ea typeface="+mn-ea"/>
                <a:cs typeface="+mn-cs"/>
              </a:rPr>
              <a:t>If the ordering person and the person responsible for technical implementation should have change requests in several topics, they have to communicate it detailed in written form. The document for the change request has to refer to the according topic in the requirement or functional specification. The project manager has to decide in coordination with the ordering person, if the change request will be accepted.</a:t>
            </a:r>
            <a:endParaRPr kumimoji="0" lang="de-DE" sz="1050" b="0" i="0" u="none" strike="noStrike" kern="1200" cap="none" spc="0" normalizeH="0" baseline="0" noProof="0" dirty="0" smtClean="0">
              <a:ln>
                <a:noFill/>
              </a:ln>
              <a:solidFill>
                <a:srgbClr val="020B13"/>
              </a:solidFill>
              <a:effectLst/>
              <a:uLnTx/>
              <a:uFillTx/>
              <a:latin typeface="+mn-lt"/>
              <a:ea typeface="+mn-ea"/>
              <a:cs typeface="+mn-cs"/>
            </a:endParaRPr>
          </a:p>
          <a:p>
            <a:pPr marL="176213" marR="0" lvl="0" indent="-176213" algn="l" defTabSz="914400" rtl="0" eaLnBrk="1" fontAlgn="auto" latinLnBrk="0" hangingPunct="1">
              <a:lnSpc>
                <a:spcPct val="100000"/>
              </a:lnSpc>
              <a:spcBef>
                <a:spcPts val="600"/>
              </a:spcBef>
              <a:spcAft>
                <a:spcPts val="0"/>
              </a:spcAft>
              <a:buClr>
                <a:schemeClr val="accent1"/>
              </a:buClr>
              <a:buSzPct val="100000"/>
              <a:buFont typeface="Arial" pitchFamily="34" charset="0"/>
              <a:buChar char="•"/>
              <a:tabLst>
                <a:tab pos="176213" algn="l"/>
              </a:tabLst>
              <a:defRPr/>
            </a:pPr>
            <a:r>
              <a:rPr kumimoji="0" lang="en-GB" sz="1050" b="0" i="0" u="none" strike="noStrike" kern="1200" cap="none" spc="0" normalizeH="0" baseline="0" noProof="0" dirty="0" smtClean="0">
                <a:ln>
                  <a:noFill/>
                </a:ln>
                <a:solidFill>
                  <a:srgbClr val="020B13"/>
                </a:solidFill>
                <a:effectLst/>
                <a:uLnTx/>
                <a:uFillTx/>
                <a:latin typeface="+mn-lt"/>
                <a:ea typeface="+mn-ea"/>
                <a:cs typeface="+mn-cs"/>
              </a:rPr>
              <a:t>Each accepted change request has to be documented as attachment of the functional specification. The change request must refer to the according section the requirements and functional specification.</a:t>
            </a:r>
            <a:endParaRPr kumimoji="0" lang="de-DE" sz="1050" b="0" i="0" u="none" strike="noStrike" kern="1200" cap="none" spc="0" normalizeH="0" baseline="0" noProof="0" dirty="0" smtClean="0">
              <a:ln>
                <a:noFill/>
              </a:ln>
              <a:solidFill>
                <a:srgbClr val="020B13"/>
              </a:solidFill>
              <a:effectLst/>
              <a:uLnTx/>
              <a:uFillTx/>
              <a:latin typeface="+mn-lt"/>
              <a:ea typeface="+mn-ea"/>
              <a:cs typeface="+mn-cs"/>
            </a:endParaRPr>
          </a:p>
          <a:p>
            <a:pPr marL="176213" marR="0" lvl="0" indent="-176213" algn="l" defTabSz="914400" rtl="0" eaLnBrk="1" fontAlgn="auto" latinLnBrk="0" hangingPunct="1">
              <a:lnSpc>
                <a:spcPct val="100000"/>
              </a:lnSpc>
              <a:spcBef>
                <a:spcPts val="600"/>
              </a:spcBef>
              <a:spcAft>
                <a:spcPts val="0"/>
              </a:spcAft>
              <a:buClr>
                <a:schemeClr val="accent1"/>
              </a:buClr>
              <a:buSzPct val="100000"/>
              <a:buFontTx/>
              <a:buNone/>
              <a:tabLst>
                <a:tab pos="176213" algn="l"/>
              </a:tabLst>
              <a:defRPr/>
            </a:pPr>
            <a:endParaRPr kumimoji="0" lang="de-DE" sz="1050" b="0" i="0" u="none" strike="noStrike" kern="1200" cap="none" spc="0" normalizeH="0" baseline="0" noProof="0" dirty="0">
              <a:ln>
                <a:noFill/>
              </a:ln>
              <a:solidFill>
                <a:srgbClr val="020B13"/>
              </a:solidFill>
              <a:effectLst/>
              <a:uLnTx/>
              <a:uFillTx/>
              <a:latin typeface="+mn-lt"/>
              <a:ea typeface="+mn-ea"/>
              <a:cs typeface="+mn-cs"/>
            </a:endParaRPr>
          </a:p>
        </p:txBody>
      </p:sp>
    </p:spTree>
    <p:extLst>
      <p:ext uri="{BB962C8B-B14F-4D97-AF65-F5344CB8AC3E}">
        <p14:creationId xmlns:p14="http://schemas.microsoft.com/office/powerpoint/2010/main" xmlns="" val="287456936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Untertitel 2"/>
          <p:cNvSpPr>
            <a:spLocks noGrp="1"/>
          </p:cNvSpPr>
          <p:nvPr>
            <p:ph type="subTitle" idx="1"/>
          </p:nvPr>
        </p:nvSpPr>
        <p:spPr>
          <a:xfrm>
            <a:off x="365348" y="4065352"/>
            <a:ext cx="2915856" cy="585448"/>
          </a:xfrm>
        </p:spPr>
        <p:txBody>
          <a:bodyPr/>
          <a:lstStyle/>
          <a:p>
            <a:pPr>
              <a:spcBef>
                <a:spcPts val="100"/>
              </a:spcBef>
            </a:pPr>
            <a:r>
              <a:rPr lang="de-DE" sz="900" b="1" dirty="0" smtClean="0"/>
              <a:t>DRÄXLMAIER Group</a:t>
            </a:r>
          </a:p>
          <a:p>
            <a:pPr>
              <a:spcBef>
                <a:spcPts val="100"/>
              </a:spcBef>
            </a:pPr>
            <a:r>
              <a:rPr lang="de-DE" sz="900" dirty="0" smtClean="0"/>
              <a:t>Gesellschaft</a:t>
            </a:r>
          </a:p>
          <a:p>
            <a:pPr>
              <a:spcBef>
                <a:spcPts val="100"/>
              </a:spcBef>
            </a:pPr>
            <a:r>
              <a:rPr lang="de-DE" sz="900" dirty="0"/>
              <a:t>Landshuter </a:t>
            </a:r>
            <a:r>
              <a:rPr lang="de-DE" sz="900" dirty="0" smtClean="0"/>
              <a:t>Straße 100</a:t>
            </a:r>
          </a:p>
          <a:p>
            <a:pPr>
              <a:spcBef>
                <a:spcPts val="100"/>
              </a:spcBef>
            </a:pPr>
            <a:r>
              <a:rPr lang="de-DE" sz="900" dirty="0" smtClean="0"/>
              <a:t>84137 </a:t>
            </a:r>
            <a:r>
              <a:rPr lang="de-DE" sz="900" dirty="0" err="1" smtClean="0"/>
              <a:t>Vilsbiburg</a:t>
            </a:r>
            <a:endParaRPr lang="de-DE" sz="900" dirty="0"/>
          </a:p>
          <a:p>
            <a:pPr>
              <a:spcBef>
                <a:spcPts val="100"/>
              </a:spcBef>
            </a:pPr>
            <a:endParaRPr lang="de-DE" sz="1200" dirty="0" smtClean="0"/>
          </a:p>
          <a:p>
            <a:pPr>
              <a:spcBef>
                <a:spcPts val="100"/>
              </a:spcBef>
            </a:pPr>
            <a:endParaRPr lang="de-DE" sz="1200" dirty="0"/>
          </a:p>
        </p:txBody>
      </p:sp>
      <p:sp>
        <p:nvSpPr>
          <p:cNvPr id="9" name="Untertitel 2"/>
          <p:cNvSpPr txBox="1">
            <a:spLocks/>
          </p:cNvSpPr>
          <p:nvPr/>
        </p:nvSpPr>
        <p:spPr>
          <a:xfrm>
            <a:off x="3419873" y="4067912"/>
            <a:ext cx="2915856" cy="576064"/>
          </a:xfrm>
          <a:prstGeom prst="rect">
            <a:avLst/>
          </a:prstGeom>
        </p:spPr>
        <p:txBody>
          <a:bodyPr vert="horz" lIns="0" tIns="0" rIns="0" bIns="0">
            <a:noAutofit/>
          </a:bodyPr>
          <a:lstStyle>
            <a:lvl1pPr marL="0" indent="0" algn="l" rtl="0" eaLnBrk="1" latinLnBrk="0" hangingPunct="1">
              <a:spcBef>
                <a:spcPts val="600"/>
              </a:spcBef>
              <a:buClr>
                <a:schemeClr val="accent1"/>
              </a:buClr>
              <a:buSzPct val="76000"/>
              <a:buFont typeface="Wingdings 3"/>
              <a:buNone/>
              <a:defRPr kumimoji="0" sz="1600" kern="1200">
                <a:solidFill>
                  <a:schemeClr val="tx2"/>
                </a:solidFill>
                <a:latin typeface="+mj-lt"/>
                <a:ea typeface="+mj-ea"/>
                <a:cs typeface="+mj-cs"/>
              </a:defRPr>
            </a:lvl1pPr>
            <a:lvl2pPr marL="457200" indent="0" algn="ctr" rtl="0" eaLnBrk="1" latinLnBrk="0" hangingPunct="1">
              <a:spcBef>
                <a:spcPts val="500"/>
              </a:spcBef>
              <a:buClr>
                <a:schemeClr val="accent1"/>
              </a:buClr>
              <a:buSzPct val="100000"/>
              <a:buFont typeface="Arial"/>
              <a:buNone/>
              <a:defRPr kumimoji="0" sz="1400" kern="1200">
                <a:solidFill>
                  <a:srgbClr val="020B13"/>
                </a:solidFill>
                <a:latin typeface="+mn-lt"/>
                <a:ea typeface="+mn-ea"/>
                <a:cs typeface="+mn-cs"/>
              </a:defRPr>
            </a:lvl2pPr>
            <a:lvl3pPr marL="914400" indent="0" algn="ctr" rtl="0" eaLnBrk="1" latinLnBrk="0" hangingPunct="1">
              <a:spcBef>
                <a:spcPts val="500"/>
              </a:spcBef>
              <a:buClr>
                <a:schemeClr val="accent1"/>
              </a:buClr>
              <a:buSzPct val="100000"/>
              <a:buFont typeface="Arial"/>
              <a:buNone/>
              <a:defRPr kumimoji="0" sz="1400" kern="1200">
                <a:solidFill>
                  <a:srgbClr val="020B13"/>
                </a:solidFill>
                <a:latin typeface="+mn-lt"/>
                <a:ea typeface="+mn-ea"/>
                <a:cs typeface="+mn-cs"/>
              </a:defRPr>
            </a:lvl3pPr>
            <a:lvl4pPr marL="1371600" indent="0" algn="ctr" rtl="0" eaLnBrk="1" latinLnBrk="0" hangingPunct="1">
              <a:spcBef>
                <a:spcPts val="400"/>
              </a:spcBef>
              <a:buClr>
                <a:schemeClr val="accent1"/>
              </a:buClr>
              <a:buSzPct val="100000"/>
              <a:buFont typeface="Arial"/>
              <a:buNone/>
              <a:defRPr kumimoji="0" sz="1400" kern="1200">
                <a:solidFill>
                  <a:srgbClr val="020B13"/>
                </a:solidFill>
                <a:latin typeface="+mn-lt"/>
                <a:ea typeface="+mn-ea"/>
                <a:cs typeface="+mn-cs"/>
              </a:defRPr>
            </a:lvl4pPr>
            <a:lvl5pPr marL="1828800" indent="0" algn="ctr" rtl="0" eaLnBrk="1" latinLnBrk="0" hangingPunct="1">
              <a:spcBef>
                <a:spcPts val="300"/>
              </a:spcBef>
              <a:buClr>
                <a:schemeClr val="accent1"/>
              </a:buClr>
              <a:buSzPct val="100000"/>
              <a:buFont typeface="Arial"/>
              <a:buNone/>
              <a:defRPr kumimoji="0" sz="1400" kern="1200">
                <a:solidFill>
                  <a:srgbClr val="020B13"/>
                </a:solidFill>
                <a:latin typeface="+mn-lt"/>
                <a:ea typeface="+mn-ea"/>
                <a:cs typeface="+mn-cs"/>
              </a:defRPr>
            </a:lvl5pPr>
            <a:lvl6pPr marL="2286000" indent="0" algn="ctr" rtl="0" eaLnBrk="1" latinLnBrk="0" hangingPunct="1">
              <a:spcBef>
                <a:spcPts val="300"/>
              </a:spcBef>
              <a:buClr>
                <a:srgbClr val="9FB8CD">
                  <a:shade val="75000"/>
                </a:srgbClr>
              </a:buClr>
              <a:buSzPct val="75000"/>
              <a:buFont typeface="Wingdings 3"/>
              <a:buNone/>
              <a:defRPr kumimoji="0" lang="en-US" sz="1600" kern="1200" smtClean="0">
                <a:solidFill>
                  <a:schemeClr val="tx1"/>
                </a:solidFill>
                <a:latin typeface="+mn-lt"/>
                <a:ea typeface="+mn-ea"/>
                <a:cs typeface="+mn-cs"/>
              </a:defRPr>
            </a:lvl6pPr>
            <a:lvl7pPr marL="2743200" indent="0" algn="ctr" rtl="0" eaLnBrk="1" latinLnBrk="0" hangingPunct="1">
              <a:spcBef>
                <a:spcPts val="300"/>
              </a:spcBef>
              <a:buClr>
                <a:srgbClr val="727CA3">
                  <a:shade val="75000"/>
                </a:srgbClr>
              </a:buClr>
              <a:buSzPct val="75000"/>
              <a:buFont typeface="Wingdings 3"/>
              <a:buNone/>
              <a:defRPr kumimoji="0" lang="en-US" sz="1400" kern="1200" smtClean="0">
                <a:solidFill>
                  <a:schemeClr val="tx1"/>
                </a:solidFill>
                <a:latin typeface="+mn-lt"/>
                <a:ea typeface="+mn-ea"/>
                <a:cs typeface="+mn-cs"/>
              </a:defRPr>
            </a:lvl7pPr>
            <a:lvl8pPr marL="3200400" indent="0" algn="ctr" rtl="0" eaLnBrk="1" latinLnBrk="0" hangingPunct="1">
              <a:spcBef>
                <a:spcPts val="300"/>
              </a:spcBef>
              <a:buClr>
                <a:prstClr val="white">
                  <a:shade val="50000"/>
                </a:prstClr>
              </a:buClr>
              <a:buSzPct val="75000"/>
              <a:buFont typeface="Wingdings 3"/>
              <a:buNone/>
              <a:defRPr kumimoji="0" lang="en-US" sz="1400" kern="1200" smtClean="0">
                <a:solidFill>
                  <a:schemeClr val="tx1"/>
                </a:solidFill>
                <a:latin typeface="+mn-lt"/>
                <a:ea typeface="+mn-ea"/>
                <a:cs typeface="+mn-cs"/>
              </a:defRPr>
            </a:lvl8pPr>
            <a:lvl9pPr marL="3657600" indent="0" algn="ctr" rtl="0" eaLnBrk="1" latinLnBrk="0" hangingPunct="1">
              <a:spcBef>
                <a:spcPts val="300"/>
              </a:spcBef>
              <a:buClr>
                <a:srgbClr val="9FB8CD"/>
              </a:buClr>
              <a:buSzPct val="75000"/>
              <a:buFont typeface="Wingdings 3"/>
              <a:buNone/>
              <a:defRPr kumimoji="0" lang="en-US" sz="1200" kern="1200" smtClean="0">
                <a:solidFill>
                  <a:schemeClr val="tx1"/>
                </a:solidFill>
                <a:latin typeface="+mn-lt"/>
                <a:ea typeface="+mn-ea"/>
                <a:cs typeface="+mn-cs"/>
              </a:defRPr>
            </a:lvl9pPr>
          </a:lstStyle>
          <a:p>
            <a:pPr>
              <a:spcBef>
                <a:spcPts val="100"/>
              </a:spcBef>
            </a:pPr>
            <a:r>
              <a:rPr lang="de-DE" sz="900" b="1" dirty="0" smtClean="0"/>
              <a:t>Vorname Name</a:t>
            </a:r>
          </a:p>
          <a:p>
            <a:pPr>
              <a:spcBef>
                <a:spcPts val="100"/>
              </a:spcBef>
            </a:pPr>
            <a:r>
              <a:rPr lang="de-DE" sz="900" dirty="0" smtClean="0"/>
              <a:t>Position</a:t>
            </a:r>
          </a:p>
          <a:p>
            <a:pPr>
              <a:spcBef>
                <a:spcPts val="100"/>
              </a:spcBef>
            </a:pPr>
            <a:r>
              <a:rPr lang="de-DE" sz="900" dirty="0" smtClean="0"/>
              <a:t>T +</a:t>
            </a:r>
            <a:r>
              <a:rPr lang="de-DE" sz="900" dirty="0"/>
              <a:t>49 8741 123 - </a:t>
            </a:r>
            <a:r>
              <a:rPr lang="de-DE" sz="900" dirty="0" smtClean="0"/>
              <a:t>456</a:t>
            </a:r>
          </a:p>
          <a:p>
            <a:pPr>
              <a:spcBef>
                <a:spcPts val="100"/>
              </a:spcBef>
            </a:pPr>
            <a:r>
              <a:rPr lang="de-DE" sz="900" dirty="0" err="1" smtClean="0"/>
              <a:t>vorname.name@draexlmaier.com</a:t>
            </a:r>
            <a:endParaRPr lang="de-DE" sz="900" dirty="0"/>
          </a:p>
          <a:p>
            <a:pPr>
              <a:spcBef>
                <a:spcPts val="100"/>
              </a:spcBef>
            </a:pPr>
            <a:endParaRPr lang="de-DE" sz="1200" dirty="0" smtClean="0"/>
          </a:p>
          <a:p>
            <a:pPr>
              <a:spcBef>
                <a:spcPts val="100"/>
              </a:spcBef>
            </a:pPr>
            <a:endParaRPr lang="de-DE" sz="1200" dirty="0"/>
          </a:p>
        </p:txBody>
      </p:sp>
      <p:cxnSp>
        <p:nvCxnSpPr>
          <p:cNvPr id="15" name="Gerade Verbindung 14"/>
          <p:cNvCxnSpPr/>
          <p:nvPr/>
        </p:nvCxnSpPr>
        <p:spPr>
          <a:xfrm>
            <a:off x="368344" y="4096104"/>
            <a:ext cx="0" cy="66321"/>
          </a:xfrm>
          <a:prstGeom prst="line">
            <a:avLst/>
          </a:prstGeom>
        </p:spPr>
        <p:style>
          <a:lnRef idx="1">
            <a:schemeClr val="accent1"/>
          </a:lnRef>
          <a:fillRef idx="0">
            <a:schemeClr val="accent1"/>
          </a:fillRef>
          <a:effectRef idx="0">
            <a:schemeClr val="accent1"/>
          </a:effectRef>
          <a:fontRef idx="minor">
            <a:schemeClr val="tx1"/>
          </a:fontRef>
        </p:style>
      </p:cxnSp>
      <p:sp>
        <p:nvSpPr>
          <p:cNvPr id="17" name="Titel 1"/>
          <p:cNvSpPr txBox="1">
            <a:spLocks/>
          </p:cNvSpPr>
          <p:nvPr/>
        </p:nvSpPr>
        <p:spPr>
          <a:xfrm>
            <a:off x="180000" y="3467100"/>
            <a:ext cx="8784000" cy="1244766"/>
          </a:xfrm>
          <a:prstGeom prst="rect">
            <a:avLst/>
          </a:prstGeom>
          <a:solidFill>
            <a:schemeClr val="bg1"/>
          </a:solidFill>
          <a:effectLst/>
        </p:spPr>
        <p:txBody>
          <a:bodyPr vert="horz" lIns="180000" tIns="36000" rIns="180000" bIns="540000" anchor="t" anchorCtr="0">
            <a:noAutofit/>
          </a:bodyPr>
          <a:lstStyle/>
          <a:p>
            <a:pPr lvl="0">
              <a:spcBef>
                <a:spcPct val="0"/>
              </a:spcBef>
              <a:spcAft>
                <a:spcPts val="600"/>
              </a:spcAft>
              <a:defRPr/>
            </a:pPr>
            <a:r>
              <a:rPr lang="en-US" sz="3000" b="1" dirty="0" smtClean="0">
                <a:solidFill>
                  <a:srgbClr val="0097AC"/>
                </a:solidFill>
              </a:rPr>
              <a:t>Thank you for your attention!</a:t>
            </a:r>
            <a:endParaRPr lang="de-DE" sz="3000" b="1" dirty="0">
              <a:solidFill>
                <a:schemeClr val="accent1"/>
              </a:solidFill>
            </a:endParaRPr>
          </a:p>
        </p:txBody>
      </p:sp>
      <p:sp>
        <p:nvSpPr>
          <p:cNvPr id="18" name="Untertitel 2"/>
          <p:cNvSpPr txBox="1">
            <a:spLocks/>
          </p:cNvSpPr>
          <p:nvPr/>
        </p:nvSpPr>
        <p:spPr>
          <a:xfrm>
            <a:off x="367125" y="3991812"/>
            <a:ext cx="2915856" cy="603232"/>
          </a:xfrm>
          <a:prstGeom prst="rect">
            <a:avLst/>
          </a:prstGeom>
        </p:spPr>
        <p:txBody>
          <a:bodyPr vert="horz" lIns="0" tIns="0" rIns="0" bIns="0" rtlCol="0">
            <a:noAutofit/>
          </a:bodyPr>
          <a:lstStyle/>
          <a:p>
            <a:pPr lvl="0">
              <a:spcBef>
                <a:spcPts val="100"/>
              </a:spcBef>
              <a:buClr>
                <a:schemeClr val="accent1"/>
              </a:buClr>
              <a:buSzPct val="100000"/>
              <a:defRPr/>
            </a:pPr>
            <a:r>
              <a:rPr lang="de-DE" sz="900" b="1" dirty="0" smtClean="0">
                <a:solidFill>
                  <a:schemeClr val="tx2"/>
                </a:solidFill>
              </a:rPr>
              <a:t>DRÄXLMAIER Group</a:t>
            </a:r>
          </a:p>
          <a:p>
            <a:pPr lvl="0">
              <a:spcBef>
                <a:spcPts val="100"/>
              </a:spcBef>
              <a:buClr>
                <a:schemeClr val="accent1"/>
              </a:buClr>
              <a:buSzPct val="100000"/>
              <a:defRPr/>
            </a:pPr>
            <a:r>
              <a:rPr lang="de-DE" sz="900" dirty="0" smtClean="0"/>
              <a:t>Company</a:t>
            </a:r>
            <a:endParaRPr lang="de-DE" sz="900" dirty="0" smtClean="0">
              <a:solidFill>
                <a:schemeClr val="tx2"/>
              </a:solidFill>
            </a:endParaRPr>
          </a:p>
          <a:p>
            <a:pPr lvl="0">
              <a:spcBef>
                <a:spcPts val="100"/>
              </a:spcBef>
              <a:buClr>
                <a:schemeClr val="accent1"/>
              </a:buClr>
              <a:buSzPct val="100000"/>
              <a:defRPr/>
            </a:pPr>
            <a:r>
              <a:rPr lang="de-DE" sz="900" dirty="0" smtClean="0">
                <a:solidFill>
                  <a:schemeClr val="tx2"/>
                </a:solidFill>
              </a:rPr>
              <a:t>Landshuter Straße 100</a:t>
            </a:r>
          </a:p>
          <a:p>
            <a:pPr lvl="0">
              <a:spcBef>
                <a:spcPts val="100"/>
              </a:spcBef>
              <a:buClr>
                <a:schemeClr val="accent1"/>
              </a:buClr>
              <a:buSzPct val="100000"/>
              <a:defRPr/>
            </a:pPr>
            <a:r>
              <a:rPr lang="de-DE" sz="900" dirty="0" smtClean="0">
                <a:solidFill>
                  <a:schemeClr val="tx2"/>
                </a:solidFill>
              </a:rPr>
              <a:t>84137 </a:t>
            </a:r>
            <a:r>
              <a:rPr lang="de-DE" sz="900" dirty="0" err="1" smtClean="0">
                <a:solidFill>
                  <a:schemeClr val="tx2"/>
                </a:solidFill>
              </a:rPr>
              <a:t>Vilsbiburg</a:t>
            </a:r>
            <a:endParaRPr kumimoji="0" lang="de-DE" sz="1200" b="0" i="0" u="none" strike="noStrike" kern="1200" cap="none" spc="0" normalizeH="0" baseline="0" noProof="0" dirty="0" smtClean="0">
              <a:ln>
                <a:noFill/>
              </a:ln>
              <a:solidFill>
                <a:schemeClr val="tx2"/>
              </a:solidFill>
              <a:effectLst/>
              <a:uLnTx/>
              <a:uFillTx/>
              <a:latin typeface="+mj-lt"/>
              <a:ea typeface="+mj-ea"/>
              <a:cs typeface="+mj-cs"/>
            </a:endParaRPr>
          </a:p>
        </p:txBody>
      </p:sp>
      <p:sp>
        <p:nvSpPr>
          <p:cNvPr id="19" name="Untertitel 2"/>
          <p:cNvSpPr txBox="1">
            <a:spLocks/>
          </p:cNvSpPr>
          <p:nvPr/>
        </p:nvSpPr>
        <p:spPr>
          <a:xfrm>
            <a:off x="3420716" y="3988750"/>
            <a:ext cx="2915856" cy="585448"/>
          </a:xfrm>
          <a:prstGeom prst="rect">
            <a:avLst/>
          </a:prstGeom>
        </p:spPr>
        <p:txBody>
          <a:bodyPr vert="horz" lIns="0" tIns="0" rIns="0" bIns="0">
            <a:noAutofit/>
          </a:bodyPr>
          <a:lstStyle>
            <a:lvl1pPr marL="0" indent="0" algn="l" rtl="0" eaLnBrk="1" latinLnBrk="0" hangingPunct="1">
              <a:spcBef>
                <a:spcPts val="600"/>
              </a:spcBef>
              <a:buClr>
                <a:schemeClr val="accent1"/>
              </a:buClr>
              <a:buSzPct val="76000"/>
              <a:buFont typeface="Wingdings 3"/>
              <a:buNone/>
              <a:defRPr kumimoji="0" sz="1600" kern="1200">
                <a:solidFill>
                  <a:schemeClr val="tx2"/>
                </a:solidFill>
                <a:latin typeface="+mj-lt"/>
                <a:ea typeface="+mj-ea"/>
                <a:cs typeface="+mj-cs"/>
              </a:defRPr>
            </a:lvl1pPr>
            <a:lvl2pPr marL="457200" indent="0" algn="ctr" rtl="0" eaLnBrk="1" latinLnBrk="0" hangingPunct="1">
              <a:spcBef>
                <a:spcPts val="500"/>
              </a:spcBef>
              <a:buClr>
                <a:schemeClr val="accent1"/>
              </a:buClr>
              <a:buSzPct val="100000"/>
              <a:buFont typeface="Arial"/>
              <a:buNone/>
              <a:defRPr kumimoji="0" sz="1400" kern="1200">
                <a:solidFill>
                  <a:srgbClr val="020B13"/>
                </a:solidFill>
                <a:latin typeface="+mn-lt"/>
                <a:ea typeface="+mn-ea"/>
                <a:cs typeface="+mn-cs"/>
              </a:defRPr>
            </a:lvl2pPr>
            <a:lvl3pPr marL="914400" indent="0" algn="ctr" rtl="0" eaLnBrk="1" latinLnBrk="0" hangingPunct="1">
              <a:spcBef>
                <a:spcPts val="500"/>
              </a:spcBef>
              <a:buClr>
                <a:schemeClr val="accent1"/>
              </a:buClr>
              <a:buSzPct val="100000"/>
              <a:buFont typeface="Arial"/>
              <a:buNone/>
              <a:defRPr kumimoji="0" sz="1400" kern="1200">
                <a:solidFill>
                  <a:srgbClr val="020B13"/>
                </a:solidFill>
                <a:latin typeface="+mn-lt"/>
                <a:ea typeface="+mn-ea"/>
                <a:cs typeface="+mn-cs"/>
              </a:defRPr>
            </a:lvl3pPr>
            <a:lvl4pPr marL="1371600" indent="0" algn="ctr" rtl="0" eaLnBrk="1" latinLnBrk="0" hangingPunct="1">
              <a:spcBef>
                <a:spcPts val="400"/>
              </a:spcBef>
              <a:buClr>
                <a:schemeClr val="accent1"/>
              </a:buClr>
              <a:buSzPct val="100000"/>
              <a:buFont typeface="Arial"/>
              <a:buNone/>
              <a:defRPr kumimoji="0" sz="1400" kern="1200">
                <a:solidFill>
                  <a:srgbClr val="020B13"/>
                </a:solidFill>
                <a:latin typeface="+mn-lt"/>
                <a:ea typeface="+mn-ea"/>
                <a:cs typeface="+mn-cs"/>
              </a:defRPr>
            </a:lvl4pPr>
            <a:lvl5pPr marL="1828800" indent="0" algn="ctr" rtl="0" eaLnBrk="1" latinLnBrk="0" hangingPunct="1">
              <a:spcBef>
                <a:spcPts val="300"/>
              </a:spcBef>
              <a:buClr>
                <a:schemeClr val="accent1"/>
              </a:buClr>
              <a:buSzPct val="100000"/>
              <a:buFont typeface="Arial"/>
              <a:buNone/>
              <a:defRPr kumimoji="0" sz="1400" kern="1200">
                <a:solidFill>
                  <a:srgbClr val="020B13"/>
                </a:solidFill>
                <a:latin typeface="+mn-lt"/>
                <a:ea typeface="+mn-ea"/>
                <a:cs typeface="+mn-cs"/>
              </a:defRPr>
            </a:lvl5pPr>
            <a:lvl6pPr marL="2286000" indent="0" algn="ctr" rtl="0" eaLnBrk="1" latinLnBrk="0" hangingPunct="1">
              <a:spcBef>
                <a:spcPts val="300"/>
              </a:spcBef>
              <a:buClr>
                <a:srgbClr val="9FB8CD">
                  <a:shade val="75000"/>
                </a:srgbClr>
              </a:buClr>
              <a:buSzPct val="75000"/>
              <a:buFont typeface="Wingdings 3"/>
              <a:buNone/>
              <a:defRPr kumimoji="0" lang="en-US" sz="1600" kern="1200" smtClean="0">
                <a:solidFill>
                  <a:schemeClr val="tx1"/>
                </a:solidFill>
                <a:latin typeface="+mn-lt"/>
                <a:ea typeface="+mn-ea"/>
                <a:cs typeface="+mn-cs"/>
              </a:defRPr>
            </a:lvl6pPr>
            <a:lvl7pPr marL="2743200" indent="0" algn="ctr" rtl="0" eaLnBrk="1" latinLnBrk="0" hangingPunct="1">
              <a:spcBef>
                <a:spcPts val="300"/>
              </a:spcBef>
              <a:buClr>
                <a:srgbClr val="727CA3">
                  <a:shade val="75000"/>
                </a:srgbClr>
              </a:buClr>
              <a:buSzPct val="75000"/>
              <a:buFont typeface="Wingdings 3"/>
              <a:buNone/>
              <a:defRPr kumimoji="0" lang="en-US" sz="1400" kern="1200" smtClean="0">
                <a:solidFill>
                  <a:schemeClr val="tx1"/>
                </a:solidFill>
                <a:latin typeface="+mn-lt"/>
                <a:ea typeface="+mn-ea"/>
                <a:cs typeface="+mn-cs"/>
              </a:defRPr>
            </a:lvl7pPr>
            <a:lvl8pPr marL="3200400" indent="0" algn="ctr" rtl="0" eaLnBrk="1" latinLnBrk="0" hangingPunct="1">
              <a:spcBef>
                <a:spcPts val="300"/>
              </a:spcBef>
              <a:buClr>
                <a:prstClr val="white">
                  <a:shade val="50000"/>
                </a:prstClr>
              </a:buClr>
              <a:buSzPct val="75000"/>
              <a:buFont typeface="Wingdings 3"/>
              <a:buNone/>
              <a:defRPr kumimoji="0" lang="en-US" sz="1400" kern="1200" smtClean="0">
                <a:solidFill>
                  <a:schemeClr val="tx1"/>
                </a:solidFill>
                <a:latin typeface="+mn-lt"/>
                <a:ea typeface="+mn-ea"/>
                <a:cs typeface="+mn-cs"/>
              </a:defRPr>
            </a:lvl8pPr>
            <a:lvl9pPr marL="3657600" indent="0" algn="ctr" rtl="0" eaLnBrk="1" latinLnBrk="0" hangingPunct="1">
              <a:spcBef>
                <a:spcPts val="300"/>
              </a:spcBef>
              <a:buClr>
                <a:srgbClr val="9FB8CD"/>
              </a:buClr>
              <a:buSzPct val="75000"/>
              <a:buFont typeface="Wingdings 3"/>
              <a:buNone/>
              <a:defRPr kumimoji="0" lang="en-US" sz="1200" kern="1200" smtClean="0">
                <a:solidFill>
                  <a:schemeClr val="tx1"/>
                </a:solidFill>
                <a:latin typeface="+mn-lt"/>
                <a:ea typeface="+mn-ea"/>
                <a:cs typeface="+mn-cs"/>
              </a:defRPr>
            </a:lvl9pPr>
          </a:lstStyle>
          <a:p>
            <a:pPr>
              <a:spcBef>
                <a:spcPts val="100"/>
              </a:spcBef>
            </a:pPr>
            <a:r>
              <a:rPr lang="en-US" sz="900" b="1" dirty="0" smtClean="0"/>
              <a:t>First Name Last Name</a:t>
            </a:r>
          </a:p>
          <a:p>
            <a:pPr>
              <a:spcBef>
                <a:spcPts val="100"/>
              </a:spcBef>
            </a:pPr>
            <a:r>
              <a:rPr lang="en-US" sz="900" dirty="0" smtClean="0"/>
              <a:t>Position</a:t>
            </a:r>
          </a:p>
          <a:p>
            <a:pPr>
              <a:spcBef>
                <a:spcPts val="100"/>
              </a:spcBef>
            </a:pPr>
            <a:r>
              <a:rPr lang="de-DE" sz="900" dirty="0" smtClean="0"/>
              <a:t>T +49 8741 47-0</a:t>
            </a:r>
          </a:p>
          <a:p>
            <a:pPr>
              <a:spcBef>
                <a:spcPts val="100"/>
              </a:spcBef>
            </a:pPr>
            <a:r>
              <a:rPr lang="en-US" sz="900" dirty="0" smtClean="0"/>
              <a:t>firstname.name</a:t>
            </a:r>
            <a:r>
              <a:rPr lang="de-DE" sz="900" dirty="0" smtClean="0"/>
              <a:t>@</a:t>
            </a:r>
            <a:r>
              <a:rPr lang="de-DE" sz="900" dirty="0" err="1" smtClean="0"/>
              <a:t>draexlmaier.com</a:t>
            </a:r>
            <a:endParaRPr lang="en-US" sz="1200" dirty="0" smtClean="0"/>
          </a:p>
          <a:p>
            <a:pPr>
              <a:spcBef>
                <a:spcPts val="100"/>
              </a:spcBef>
            </a:pPr>
            <a:endParaRPr lang="en-US" sz="1200" dirty="0" smtClean="0"/>
          </a:p>
          <a:p>
            <a:pPr>
              <a:spcBef>
                <a:spcPts val="100"/>
              </a:spcBef>
            </a:pPr>
            <a:endParaRPr lang="de-DE" sz="1200" dirty="0"/>
          </a:p>
        </p:txBody>
      </p:sp>
      <p:cxnSp>
        <p:nvCxnSpPr>
          <p:cNvPr id="20" name="Gerade Verbindung 19"/>
          <p:cNvCxnSpPr/>
          <p:nvPr/>
        </p:nvCxnSpPr>
        <p:spPr>
          <a:xfrm>
            <a:off x="179708" y="4649382"/>
            <a:ext cx="8784583"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Fußzeilenplatzhalter 9"/>
          <p:cNvSpPr txBox="1">
            <a:spLocks/>
          </p:cNvSpPr>
          <p:nvPr/>
        </p:nvSpPr>
        <p:spPr>
          <a:xfrm>
            <a:off x="371475" y="4750091"/>
            <a:ext cx="6886751" cy="197923"/>
          </a:xfrm>
          <a:prstGeom prst="rect">
            <a:avLst/>
          </a:prstGeom>
        </p:spPr>
        <p:txBody>
          <a:bodyPr lIns="0"/>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dirty="0" smtClean="0">
                <a:solidFill>
                  <a:schemeClr val="accent2"/>
                </a:solidFill>
              </a:rPr>
              <a:t>Internal: All rights reserved. Distribution within DRÄXLMAIER Group, customer and partners.</a:t>
            </a:r>
            <a:endParaRPr lang="de-DE" sz="600" dirty="0" smtClean="0">
              <a:solidFill>
                <a:schemeClr val="accent2"/>
              </a:solidFill>
            </a:endParaRPr>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SFOXDOCUMENTCLASSIFICATIONVERSION" val="1"/>
  <p:tag name="ISFOXLABELINGONTITLEPAGESET" val="True"/>
  <p:tag name="ISFOXPRESENTATIONISLABELED" val="Internal: All rights reserved. Distribution within DRÄXLMAIER Group, customer and partners."/>
  <p:tag name="A71660D270C64F5BBB8F27F5E85BE6370" val="DOMFGDVB\pf26857;d4c75f49-f1ee-485c-aa75-2c54e2ab5223;Internal;2016-03-04T10:11:26;;DRX|"/>
  <p:tag name="A71660D270C64F5BBB8F27F5E85BE630" val="1"/>
  <p:tag name="THINKCELLUNDODONOTDELETE" val="0"/>
  <p:tag name="ISFOXLABELUSERINTERACTION" val="True"/>
  <p:tag name="ISFOXOLDCLASSIFICATIONID" val="00000000-0000-0000-0000-000000000000"/>
  <p:tag name="ISFOXCLASSIFICATIONID" val="d4c75f49-f1ee-485c-aa75-2c54e2ab5223"/>
  <p:tag name="ISFOXCLASSIFICATIONNAME" val="Internal"/>
  <p:tag name="ISFOXPREFIX" val="DRX"/>
  <p:tag name="ISFOXSHOWCLASSIFICATIONREQUESTDIALOG" val="False"/>
  <p:tag name="ISFOXCLASSIFICATIONINKEYWORDS" val="Internal"/>
  <p:tag name="ISFOXDOVERSIONINGONSAVE" val="0"/>
</p:tagLst>
</file>

<file path=ppt/tags/tag2.xml><?xml version="1.0" encoding="utf-8"?>
<p:tagLst xmlns:a="http://schemas.openxmlformats.org/drawingml/2006/main" xmlns:r="http://schemas.openxmlformats.org/officeDocument/2006/relationships" xmlns:p="http://schemas.openxmlformats.org/presentationml/2006/main">
  <p:tag name="COLORSETCLASSNAME" val="ColorSet1"/>
  <p:tag name="MLI" val="1"/>
  <p:tag name="SHAPESETGROUPCLASSNAME" val="ShapeSetGroup1"/>
  <p:tag name="SHAPESETCLASSNAME" val="TitleText"/>
  <p:tag name="COLORSETGROUPCLASSNAME" val="ColorSetGroup1"/>
  <p:tag name="FONTSETGROUPCLASSNAME" val="FontSetGroup1"/>
  <p:tag name="SHAPECLASSNAME" val="TextBox"/>
  <p:tag name="SHAPECLASSPROTECTIONTYPE" val="0"/>
  <p:tag name="COLORS" val="-2;-2;-2;-2;-1;-2"/>
</p:tagLst>
</file>

<file path=ppt/tags/tag3.xml><?xml version="1.0" encoding="utf-8"?>
<p:tagLst xmlns:a="http://schemas.openxmlformats.org/drawingml/2006/main" xmlns:r="http://schemas.openxmlformats.org/officeDocument/2006/relationships" xmlns:p="http://schemas.openxmlformats.org/presentationml/2006/main">
  <p:tag name="COLORSETCLASSNAME" val="ColorSet1"/>
  <p:tag name="COLORS" val="Blue3;White;-2;-2;-1;-2"/>
</p:tagLst>
</file>

<file path=ppt/tags/tag4.xml><?xml version="1.0" encoding="utf-8"?>
<p:tagLst xmlns:a="http://schemas.openxmlformats.org/drawingml/2006/main" xmlns:r="http://schemas.openxmlformats.org/officeDocument/2006/relationships" xmlns:p="http://schemas.openxmlformats.org/presentationml/2006/main">
  <p:tag name="COLORSETCLASSNAME" val="ColorSet1"/>
  <p:tag name="COLORS" val="Blue1;White;-2;-2;White;-2"/>
</p:tagLst>
</file>

<file path=ppt/tags/tag5.xml><?xml version="1.0" encoding="utf-8"?>
<p:tagLst xmlns:a="http://schemas.openxmlformats.org/drawingml/2006/main" xmlns:r="http://schemas.openxmlformats.org/officeDocument/2006/relationships" xmlns:p="http://schemas.openxmlformats.org/presentationml/2006/main">
  <p:tag name="COLORSETCLASSNAME" val="ColorSet1"/>
  <p:tag name="MLI" val="1"/>
  <p:tag name="SHAPESETGROUPCLASSNAME" val="ShapeSetGroup1"/>
  <p:tag name="SHAPESETCLASSNAME" val="TitleText"/>
  <p:tag name="COLORSETGROUPCLASSNAME" val="ColorSetGroup1"/>
  <p:tag name="FONTSETGROUPCLASSNAME" val="FontSetGroup1"/>
  <p:tag name="SHAPECLASSNAME" val="TextBox"/>
  <p:tag name="SHAPECLASSPROTECTIONTYPE" val="0"/>
  <p:tag name="COLORS" val="-2;-2;-2;-2;-1;-2"/>
</p:tagLst>
</file>

<file path=ppt/tags/tag6.xml><?xml version="1.0" encoding="utf-8"?>
<p:tagLst xmlns:a="http://schemas.openxmlformats.org/drawingml/2006/main" xmlns:r="http://schemas.openxmlformats.org/officeDocument/2006/relationships" xmlns:p="http://schemas.openxmlformats.org/presentationml/2006/main">
  <p:tag name="COLORSETCLASSNAME" val="ColorSet1"/>
  <p:tag name="MLI" val="1"/>
  <p:tag name="SHAPESETGROUPCLASSNAME" val="ShapeSetGroup1"/>
  <p:tag name="SHAPESETCLASSNAME" val="TitleText"/>
  <p:tag name="COLORSETGROUPCLASSNAME" val="ColorSetGroup1"/>
  <p:tag name="FONTSETGROUPCLASSNAME" val="FontSetGroup1"/>
  <p:tag name="SHAPECLASSNAME" val="TextBox"/>
  <p:tag name="SHAPECLASSPROTECTIONTYPE" val="0"/>
  <p:tag name="COLORS" val="-2;-2;-2;-2;-1;-2"/>
</p:tagLst>
</file>

<file path=ppt/tags/tag7.xml><?xml version="1.0" encoding="utf-8"?>
<p:tagLst xmlns:a="http://schemas.openxmlformats.org/drawingml/2006/main" xmlns:r="http://schemas.openxmlformats.org/officeDocument/2006/relationships" xmlns:p="http://schemas.openxmlformats.org/presentationml/2006/main">
  <p:tag name="COLORSETCLASSNAME" val="ColorSet1"/>
  <p:tag name="MLI" val="1"/>
  <p:tag name="SHAPESETGROUPCLASSNAME" val="ShapeSetGroup1"/>
  <p:tag name="SHAPESETCLASSNAME" val="TitleText"/>
  <p:tag name="COLORSETGROUPCLASSNAME" val="ColorSetGroup1"/>
  <p:tag name="FONTSETGROUPCLASSNAME" val="FontSetGroup1"/>
  <p:tag name="SHAPECLASSNAME" val="TextBox"/>
  <p:tag name="SHAPECLASSPROTECTIONTYPE" val="0"/>
  <p:tag name="COLORS" val="-2;-2;-2;-2;-1;-2"/>
</p:tagLst>
</file>

<file path=ppt/tags/tag8.xml><?xml version="1.0" encoding="utf-8"?>
<p:tagLst xmlns:a="http://schemas.openxmlformats.org/drawingml/2006/main" xmlns:r="http://schemas.openxmlformats.org/officeDocument/2006/relationships" xmlns:p="http://schemas.openxmlformats.org/presentationml/2006/main">
  <p:tag name="COLORSETCLASSNAME" val="ColorSet1"/>
  <p:tag name="COLORS" val="Blue1;White;-2;-2;White;-2"/>
</p:tagLst>
</file>

<file path=ppt/tags/tag9.xml><?xml version="1.0" encoding="utf-8"?>
<p:tagLst xmlns:a="http://schemas.openxmlformats.org/drawingml/2006/main" xmlns:r="http://schemas.openxmlformats.org/officeDocument/2006/relationships" xmlns:p="http://schemas.openxmlformats.org/presentationml/2006/main">
  <p:tag name="COLORSETCLASSNAME" val="ColorSet1"/>
  <p:tag name="COLORS" val="Blue1;White;-2;-2;White;-2"/>
</p:tagLst>
</file>

<file path=ppt/tags/tag10.xml><?xml version="1.0" encoding="utf-8"?>
<p:tagLst xmlns:a="http://schemas.openxmlformats.org/drawingml/2006/main" xmlns:r="http://schemas.openxmlformats.org/officeDocument/2006/relationships" xmlns:p="http://schemas.openxmlformats.org/presentationml/2006/main">
  <p:tag name="COLORSETCLASSNAME" val="ColorSet1"/>
  <p:tag name="COLORS" val="Blue1;White;-2;-2;White;-2"/>
</p:tagLst>
</file>

<file path=ppt/tags/tag11.xml><?xml version="1.0" encoding="utf-8"?>
<p:tagLst xmlns:a="http://schemas.openxmlformats.org/drawingml/2006/main" xmlns:r="http://schemas.openxmlformats.org/officeDocument/2006/relationships" xmlns:p="http://schemas.openxmlformats.org/presentationml/2006/main">
  <p:tag name="COLORSETCLASSNAME" val="ColorSet1"/>
  <p:tag name="COLORS" val="-1;-1;-1;White;-1;-2"/>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raft_Synapsis_PowerPoint_Template_16-9_DT">
  <a:themeElements>
    <a:clrScheme name="DRX 3">
      <a:dk1>
        <a:srgbClr val="000000"/>
      </a:dk1>
      <a:lt1>
        <a:sysClr val="window" lastClr="FFFFFF"/>
      </a:lt1>
      <a:dk2>
        <a:srgbClr val="000000"/>
      </a:dk2>
      <a:lt2>
        <a:srgbClr val="FFFFFF"/>
      </a:lt2>
      <a:accent1>
        <a:srgbClr val="0097AC"/>
      </a:accent1>
      <a:accent2>
        <a:srgbClr val="888E95"/>
      </a:accent2>
      <a:accent3>
        <a:srgbClr val="F8DA00"/>
      </a:accent3>
      <a:accent4>
        <a:srgbClr val="F28B00"/>
      </a:accent4>
      <a:accent5>
        <a:srgbClr val="E72D34"/>
      </a:accent5>
      <a:accent6>
        <a:srgbClr val="5EB342"/>
      </a:accent6>
      <a:hlink>
        <a:srgbClr val="0097AC"/>
      </a:hlink>
      <a:folHlink>
        <a:srgbClr val="888E95"/>
      </a:folHlink>
    </a:clrScheme>
    <a:fontScheme name="DRX">
      <a:majorFont>
        <a:latin typeface="Arial"/>
        <a:ea typeface=""/>
        <a:cs typeface=""/>
      </a:majorFont>
      <a:minorFont>
        <a:latin typeface="Arial"/>
        <a:ea typeface=""/>
        <a:cs typeface=""/>
      </a:minorFont>
    </a:fontScheme>
    <a:fmtScheme name="DRX">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spDef>
      <a:spPr>
        <a:ln>
          <a:solidFill>
            <a:schemeClr val="accent1"/>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ea60d57e-af5b-4752-ac57-3e4f28ca11dc}" enabled="1" method="Standard" siteId="{36da45f1-dd2c-4d1f-af13-5abe46b99921}" contentBits="0" removed="0"/>
</clbl:labelList>
</file>

<file path=docProps/app.xml><?xml version="1.0" encoding="utf-8"?>
<Properties xmlns="http://schemas.openxmlformats.org/officeDocument/2006/extended-properties" xmlns:vt="http://schemas.openxmlformats.org/officeDocument/2006/docPropsVTypes">
  <Template>Draft_Synapsis_PowerPoint_Template_16-9_DT</Template>
  <TotalTime>0</TotalTime>
  <Words>865</Words>
  <Application>Microsoft Office PowerPoint</Application>
  <PresentationFormat>Bildschirmpräsentation (16:9)</PresentationFormat>
  <Paragraphs>117</Paragraphs>
  <Slides>6</Slides>
  <Notes>2</Notes>
  <HiddenSlides>0</HiddenSlides>
  <MMClips>0</MMClips>
  <ScaleCrop>false</ScaleCrop>
  <HeadingPairs>
    <vt:vector size="6" baseType="variant">
      <vt:variant>
        <vt:lpstr>Design</vt:lpstr>
      </vt:variant>
      <vt:variant>
        <vt:i4>1</vt:i4>
      </vt:variant>
      <vt:variant>
        <vt:lpstr>Eingebettete OLE-Server</vt:lpstr>
      </vt:variant>
      <vt:variant>
        <vt:i4>1</vt:i4>
      </vt:variant>
      <vt:variant>
        <vt:lpstr>Folientitel</vt:lpstr>
      </vt:variant>
      <vt:variant>
        <vt:i4>6</vt:i4>
      </vt:variant>
    </vt:vector>
  </HeadingPairs>
  <TitlesOfParts>
    <vt:vector size="8" baseType="lpstr">
      <vt:lpstr>Draft_Synapsis_PowerPoint_Template_16-9_DT</vt:lpstr>
      <vt:lpstr>think-cell Folie</vt:lpstr>
      <vt:lpstr>KDD19 - SAP SCM Supply Network Planning (SCM planning across locations and company codes)</vt:lpstr>
      <vt:lpstr>Document History</vt:lpstr>
      <vt:lpstr>Management Summary </vt:lpstr>
      <vt:lpstr>Solution Alternatives and Recommendation </vt:lpstr>
      <vt:lpstr>Signature Sheet</vt:lpstr>
      <vt:lpstr>Folie 6</vt:lpstr>
    </vt:vector>
  </TitlesOfParts>
  <Company>Draexlmaier Group</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Titel</dc:title>
  <dc:creator>Stummreiter Karina KHF-MK4</dc:creator>
  <cp:keywords>Internal;</cp:keywords>
  <cp:lastModifiedBy>Veit Michael KBE-IP</cp:lastModifiedBy>
  <cp:revision>406</cp:revision>
  <cp:lastPrinted>2016-06-22T13:43:20Z</cp:lastPrinted>
  <dcterms:created xsi:type="dcterms:W3CDTF">2016-04-21T12:49:46Z</dcterms:created>
  <dcterms:modified xsi:type="dcterms:W3CDTF">2017-04-12T11:07:13Z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71660d270c64f5bbb8f27ffa23">
    <vt:bool>false</vt:bool>
  </property>
  <property fmtid="{D5CDD505-2E9C-101B-9397-08002B2CF9AE}" pid="3" name="Classification">
    <vt:lpwstr>Internal</vt:lpwstr>
  </property>
</Properties>
</file>