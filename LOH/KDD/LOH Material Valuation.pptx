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78" r:id="rId4"/>
  </p:sldMasterIdLst>
  <p:notesMasterIdLst>
    <p:notesMasterId r:id="rId6"/>
  </p:notesMasterIdLst>
  <p:handoutMasterIdLst>
    <p:handoutMasterId r:id="rId7"/>
  </p:handoutMasterIdLst>
  <p:sldIdLst>
    <p:sldId id="4925" r:id="rId5"/>
  </p:sldIdLst>
  <p:sldSz cx="12192000" cy="6858000"/>
  <p:notesSz cx="7099300" cy="10234613"/>
  <p:custDataLst>
    <p:tags r:id="rId8"/>
  </p:custDataLst>
  <p:defaultTextStyle>
    <a:defPPr>
      <a:defRPr lang="de-DE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MS PGothic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MS PGothic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MS PGothic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MS PGothic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MS PGothic" pitchFamily="34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pitchFamily="34" charset="0"/>
        <a:ea typeface="MS PGothic" pitchFamily="34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pitchFamily="34" charset="0"/>
        <a:ea typeface="MS PGothic" pitchFamily="34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pitchFamily="34" charset="0"/>
        <a:ea typeface="MS PGothic" pitchFamily="34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pitchFamily="34" charset="0"/>
        <a:ea typeface="MS PGothic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90" userDrawn="1">
          <p15:clr>
            <a:srgbClr val="A4A3A4"/>
          </p15:clr>
        </p15:guide>
        <p15:guide id="2" orient="horz" pos="4201" userDrawn="1">
          <p15:clr>
            <a:srgbClr val="A4A3A4"/>
          </p15:clr>
        </p15:guide>
        <p15:guide id="3" orient="horz" pos="2160" userDrawn="1">
          <p15:clr>
            <a:srgbClr val="A4A3A4"/>
          </p15:clr>
        </p15:guide>
        <p15:guide id="4" orient="horz" pos="3840" userDrawn="1">
          <p15:clr>
            <a:srgbClr val="A4A3A4"/>
          </p15:clr>
        </p15:guide>
        <p15:guide id="5" orient="horz" pos="3432" userDrawn="1">
          <p15:clr>
            <a:srgbClr val="A4A3A4"/>
          </p15:clr>
        </p15:guide>
        <p15:guide id="6" orient="horz" pos="1120" userDrawn="1">
          <p15:clr>
            <a:srgbClr val="A4A3A4"/>
          </p15:clr>
        </p15:guide>
        <p15:guide id="7" pos="6832" userDrawn="1">
          <p15:clr>
            <a:srgbClr val="A4A3A4"/>
          </p15:clr>
        </p15:guide>
        <p15:guide id="8" pos="328" userDrawn="1">
          <p15:clr>
            <a:srgbClr val="A4A3A4"/>
          </p15:clr>
        </p15:guide>
        <p15:guide id="9" pos="7472" userDrawn="1">
          <p15:clr>
            <a:srgbClr val="A4A3A4"/>
          </p15:clr>
        </p15:guide>
        <p15:guide id="10" pos="1527" userDrawn="1">
          <p15:clr>
            <a:srgbClr val="A4A3A4"/>
          </p15:clr>
        </p15:guide>
        <p15:guide id="11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40043"/>
    <a:srgbClr val="000000"/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F200FDF-CA5B-B9AC-77F8-A963A9FCA26B}" v="933" dt="2026-10-05T09:45:58.409"/>
    <p1510:client id="{571B7783-770E-427D-BA2D-AE9FB6257E0A}" v="738" dt="2026-10-05T12:45:47.335"/>
    <p1510:client id="{59AB03DD-7494-4AE3-AF47-AB6CC7D1B05D}" v="176" dt="2026-10-05T12:08:30.627"/>
    <p1510:client id="{BE99532C-7970-6BEA-A9CF-F6049B4C6781}" v="240" dt="2026-10-05T07:52:36.187"/>
  </p1510:revLst>
</p1510:revInfo>
</file>

<file path=ppt/tableStyles.xml><?xml version="1.0" encoding="utf-8"?>
<a:tblStyleLst xmlns:a="http://schemas.openxmlformats.org/drawingml/2006/main" def="{5C22544A-7EE6-4342-B048-85BDC9FD1C3A}"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57" d="100"/>
          <a:sy n="57" d="100"/>
        </p:scale>
        <p:origin x="1651" y="691"/>
      </p:cViewPr>
      <p:guideLst>
        <p:guide orient="horz" pos="890"/>
        <p:guide orient="horz" pos="4201"/>
        <p:guide orient="horz" pos="2160"/>
        <p:guide orient="horz" pos="3840"/>
        <p:guide orient="horz" pos="3432"/>
        <p:guide orient="horz" pos="1120"/>
        <p:guide pos="6832"/>
        <p:guide pos="328"/>
        <p:guide pos="7472"/>
        <p:guide pos="1527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gs" Target="tags/tag1.xml"/><Relationship Id="rId13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76917" cy="511406"/>
          </a:xfrm>
          <a:prstGeom prst="rect">
            <a:avLst/>
          </a:prstGeom>
        </p:spPr>
        <p:txBody>
          <a:bodyPr vert="horz" lIns="94330" tIns="47165" rIns="94330" bIns="47165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4020725" y="1"/>
            <a:ext cx="3076917" cy="511406"/>
          </a:xfrm>
          <a:prstGeom prst="rect">
            <a:avLst/>
          </a:prstGeom>
        </p:spPr>
        <p:txBody>
          <a:bodyPr vert="horz" lIns="94330" tIns="47165" rIns="94330" bIns="47165" rtlCol="0"/>
          <a:lstStyle>
            <a:lvl1pPr algn="r">
              <a:defRPr sz="1200"/>
            </a:lvl1pPr>
          </a:lstStyle>
          <a:p>
            <a:fld id="{18273A9F-F4CA-4D45-8EF0-529742FEA3B8}" type="datetimeFigureOut">
              <a:rPr lang="en-GB"/>
              <a:t>15/10/2026</a:t>
            </a:fld>
            <a:endParaRPr lang="en-GB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9721584"/>
            <a:ext cx="3076917" cy="511406"/>
          </a:xfrm>
          <a:prstGeom prst="rect">
            <a:avLst/>
          </a:prstGeom>
        </p:spPr>
        <p:txBody>
          <a:bodyPr vert="horz" lIns="94330" tIns="47165" rIns="94330" bIns="47165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4020725" y="9721584"/>
            <a:ext cx="3076917" cy="511406"/>
          </a:xfrm>
          <a:prstGeom prst="rect">
            <a:avLst/>
          </a:prstGeom>
        </p:spPr>
        <p:txBody>
          <a:bodyPr vert="horz" lIns="94330" tIns="47165" rIns="94330" bIns="47165" rtlCol="0" anchor="b"/>
          <a:lstStyle>
            <a:lvl1pPr algn="r">
              <a:defRPr sz="1200"/>
            </a:lvl1pPr>
          </a:lstStyle>
          <a:p>
            <a:fld id="{2B16465A-0984-44B7-B81D-0B02927AFA2E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95003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1"/>
            <a:ext cx="3076917" cy="511406"/>
          </a:xfrm>
          <a:prstGeom prst="rect">
            <a:avLst/>
          </a:prstGeom>
          <a:noFill/>
          <a:ln>
            <a:noFill/>
          </a:ln>
        </p:spPr>
        <p:txBody>
          <a:bodyPr vert="horz" wrap="square" lIns="94330" tIns="47165" rIns="94330" bIns="47165" numCol="1" anchor="t" anchorCtr="0" compatLnSpc="1">
            <a:prstTxWarp prst="textNoShape">
              <a:avLst/>
            </a:prstTxWarp>
          </a:bodyPr>
          <a:lstStyle>
            <a:lvl1pPr eaLnBrk="0" hangingPunct="0">
              <a:defRPr sz="1200">
                <a:latin typeface="Arial" pitchFamily="34" charset="0"/>
                <a:ea typeface="ＭＳ Ｐゴシック" charset="-128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2384" y="1"/>
            <a:ext cx="3076916" cy="511406"/>
          </a:xfrm>
          <a:prstGeom prst="rect">
            <a:avLst/>
          </a:prstGeom>
          <a:noFill/>
          <a:ln>
            <a:noFill/>
          </a:ln>
        </p:spPr>
        <p:txBody>
          <a:bodyPr vert="horz" wrap="square" lIns="94330" tIns="47165" rIns="94330" bIns="47165" numCol="1" anchor="t" anchorCtr="0" compatLnSpc="1">
            <a:prstTxWarp prst="textNoShape">
              <a:avLst/>
            </a:prstTxWarp>
          </a:bodyPr>
          <a:lstStyle>
            <a:lvl1pPr algn="r" eaLnBrk="0" hangingPunct="0">
              <a:defRPr sz="1200">
                <a:latin typeface="Arial" pitchFamily="34" charset="0"/>
                <a:ea typeface="ＭＳ Ｐゴシック" charset="-128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1024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39700" y="768350"/>
            <a:ext cx="6819900" cy="38369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de-DE"/>
          </a:p>
        </p:txBody>
      </p:sp>
      <p:sp>
        <p:nvSpPr>
          <p:cNvPr id="512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47127" y="4860792"/>
            <a:ext cx="5205048" cy="4605901"/>
          </a:xfrm>
          <a:prstGeom prst="rect">
            <a:avLst/>
          </a:prstGeom>
          <a:noFill/>
          <a:ln>
            <a:noFill/>
          </a:ln>
        </p:spPr>
        <p:txBody>
          <a:bodyPr vert="horz" wrap="square" lIns="94330" tIns="47165" rIns="94330" bIns="47165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/>
              <a:t>Mastertextformat bearbeiten</a:t>
            </a:r>
          </a:p>
          <a:p>
            <a:pPr lvl="0"/>
            <a:r>
              <a:rPr lang="de-DE" noProof="0"/>
              <a:t>Zweite Ebene</a:t>
            </a:r>
          </a:p>
          <a:p>
            <a:pPr lvl="0"/>
            <a:r>
              <a:rPr lang="de-DE" noProof="0"/>
              <a:t>Dritte Ebene</a:t>
            </a:r>
          </a:p>
          <a:p>
            <a:pPr lvl="0"/>
            <a:r>
              <a:rPr lang="de-DE" noProof="0"/>
              <a:t>Vierte Ebene</a:t>
            </a:r>
          </a:p>
          <a:p>
            <a:pPr lvl="0"/>
            <a:r>
              <a:rPr lang="de-DE" noProof="0"/>
              <a:t>Fünfte Ebene</a:t>
            </a:r>
          </a:p>
        </p:txBody>
      </p:sp>
      <p:sp>
        <p:nvSpPr>
          <p:cNvPr id="512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3208"/>
            <a:ext cx="3076917" cy="511405"/>
          </a:xfrm>
          <a:prstGeom prst="rect">
            <a:avLst/>
          </a:prstGeom>
          <a:noFill/>
          <a:ln>
            <a:noFill/>
          </a:ln>
        </p:spPr>
        <p:txBody>
          <a:bodyPr vert="horz" wrap="square" lIns="94330" tIns="47165" rIns="94330" bIns="47165" numCol="1" anchor="b" anchorCtr="0" compatLnSpc="1">
            <a:prstTxWarp prst="textNoShape">
              <a:avLst/>
            </a:prstTxWarp>
          </a:bodyPr>
          <a:lstStyle>
            <a:lvl1pPr eaLnBrk="0" hangingPunct="0">
              <a:defRPr sz="1200">
                <a:latin typeface="Arial" pitchFamily="34" charset="0"/>
                <a:ea typeface="ＭＳ Ｐゴシック" charset="-128"/>
                <a:cs typeface="+mn-cs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512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2384" y="9723208"/>
            <a:ext cx="3076916" cy="511405"/>
          </a:xfrm>
          <a:prstGeom prst="rect">
            <a:avLst/>
          </a:prstGeom>
          <a:noFill/>
          <a:ln>
            <a:noFill/>
          </a:ln>
        </p:spPr>
        <p:txBody>
          <a:bodyPr vert="horz" wrap="square" lIns="94330" tIns="47165" rIns="94330" bIns="47165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sz="1200">
                <a:latin typeface="Arial" pitchFamily="34" charset="0"/>
                <a:ea typeface="ＭＳ Ｐゴシック" charset="-128"/>
                <a:cs typeface="+mn-cs"/>
              </a:defRPr>
            </a:lvl1pPr>
          </a:lstStyle>
          <a:p>
            <a:pPr>
              <a:defRPr/>
            </a:pPr>
            <a:fld id="{F84A5EC6-76D5-4FA1-B322-DD8F8E08B4A3}" type="slidenum">
              <a:rPr lang="de-DE"/>
              <a:pPr>
                <a:defRPr/>
              </a:pPr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67433233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MS PGothic" pitchFamily="34" charset="-128"/>
        <a:cs typeface="+mn-cs"/>
      </a:defRPr>
    </a:lvl1pPr>
    <a:lvl2pPr marL="742950" indent="-28575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MS PGothic" pitchFamily="34" charset="-128"/>
        <a:cs typeface="+mn-cs"/>
      </a:defRPr>
    </a:lvl2pPr>
    <a:lvl3pPr marL="11430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MS PGothic" pitchFamily="34" charset="-128"/>
        <a:cs typeface="+mn-cs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MS PGothic" pitchFamily="34" charset="-128"/>
        <a:cs typeface="+mn-cs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itchFamily="34" charset="0"/>
        <a:ea typeface="MS PGothic" pitchFamily="34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3223" userDrawn="1">
          <p15:clr>
            <a:srgbClr val="F26B43"/>
          </p15:clr>
        </p15:guide>
        <p15:guide id="2" pos="2236" userDrawn="1">
          <p15:clr>
            <a:srgbClr val="F26B43"/>
          </p15:clr>
        </p15:guide>
      </p15:sldGuideLst>
    </p:ext>
  </p:extLst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5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6" Type="http://schemas.openxmlformats.org/officeDocument/2006/relationships/image" Target="../media/image1.png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6.xml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slideMaster" Target="../slideMasters/slideMaster1.xml"/><Relationship Id="rId3" Type="http://schemas.openxmlformats.org/officeDocument/2006/relationships/tags" Target="../tags/tag9.xml"/><Relationship Id="rId7" Type="http://schemas.openxmlformats.org/officeDocument/2006/relationships/tags" Target="../tags/tag13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tags" Target="../tags/tag12.xml"/><Relationship Id="rId5" Type="http://schemas.openxmlformats.org/officeDocument/2006/relationships/tags" Target="../tags/tag11.xml"/><Relationship Id="rId4" Type="http://schemas.openxmlformats.org/officeDocument/2006/relationships/tags" Target="../tags/tag10.xml"/><Relationship Id="rId9" Type="http://schemas.openxmlformats.org/officeDocument/2006/relationships/image" Target="../media/image1.png"/></Relationships>
</file>

<file path=ppt/slideLayouts/_rels/slideLayout3.xml.rels><?xml version="1.0" encoding="UTF-8" standalone="yes"?>
<Relationships xmlns="http://schemas.openxmlformats.org/package/2006/relationships"><Relationship Id="rId8" Type="http://schemas.openxmlformats.org/officeDocument/2006/relationships/tags" Target="../tags/tag21.xml"/><Relationship Id="rId3" Type="http://schemas.openxmlformats.org/officeDocument/2006/relationships/tags" Target="../tags/tag16.xml"/><Relationship Id="rId7" Type="http://schemas.openxmlformats.org/officeDocument/2006/relationships/tags" Target="../tags/tag20.xml"/><Relationship Id="rId2" Type="http://schemas.openxmlformats.org/officeDocument/2006/relationships/tags" Target="../tags/tag15.xml"/><Relationship Id="rId1" Type="http://schemas.openxmlformats.org/officeDocument/2006/relationships/tags" Target="../tags/tag14.xml"/><Relationship Id="rId6" Type="http://schemas.openxmlformats.org/officeDocument/2006/relationships/tags" Target="../tags/tag19.xml"/><Relationship Id="rId5" Type="http://schemas.openxmlformats.org/officeDocument/2006/relationships/tags" Target="../tags/tag18.xml"/><Relationship Id="rId10" Type="http://schemas.openxmlformats.org/officeDocument/2006/relationships/image" Target="../media/image1.png"/><Relationship Id="rId4" Type="http://schemas.openxmlformats.org/officeDocument/2006/relationships/tags" Target="../tags/tag17.xml"/><Relationship Id="rId9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tags" Target="../tags/tag24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23.xml"/><Relationship Id="rId1" Type="http://schemas.openxmlformats.org/officeDocument/2006/relationships/tags" Target="../tags/tag22.xml"/><Relationship Id="rId6" Type="http://schemas.openxmlformats.org/officeDocument/2006/relationships/tags" Target="../tags/tag27.xml"/><Relationship Id="rId5" Type="http://schemas.openxmlformats.org/officeDocument/2006/relationships/tags" Target="../tags/tag26.xml"/><Relationship Id="rId4" Type="http://schemas.openxmlformats.org/officeDocument/2006/relationships/tags" Target="../tags/tag25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tags" Target="../tags/tag35.xml"/><Relationship Id="rId3" Type="http://schemas.openxmlformats.org/officeDocument/2006/relationships/tags" Target="../tags/tag30.xml"/><Relationship Id="rId7" Type="http://schemas.openxmlformats.org/officeDocument/2006/relationships/tags" Target="../tags/tag34.xml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10" Type="http://schemas.openxmlformats.org/officeDocument/2006/relationships/image" Target="../media/image2.png"/><Relationship Id="rId4" Type="http://schemas.openxmlformats.org/officeDocument/2006/relationships/tags" Target="../tags/tag31.xml"/><Relationship Id="rId9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8" Type="http://schemas.openxmlformats.org/officeDocument/2006/relationships/tags" Target="../tags/tag43.xml"/><Relationship Id="rId3" Type="http://schemas.openxmlformats.org/officeDocument/2006/relationships/tags" Target="../tags/tag38.xml"/><Relationship Id="rId7" Type="http://schemas.openxmlformats.org/officeDocument/2006/relationships/tags" Target="../tags/tag42.xml"/><Relationship Id="rId2" Type="http://schemas.openxmlformats.org/officeDocument/2006/relationships/tags" Target="../tags/tag37.xml"/><Relationship Id="rId1" Type="http://schemas.openxmlformats.org/officeDocument/2006/relationships/tags" Target="../tags/tag36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10" Type="http://schemas.openxmlformats.org/officeDocument/2006/relationships/image" Target="../media/image2.png"/><Relationship Id="rId4" Type="http://schemas.openxmlformats.org/officeDocument/2006/relationships/tags" Target="../tags/tag39.xml"/><Relationship Id="rId9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tags" Target="../tags/tag46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45.xml"/><Relationship Id="rId1" Type="http://schemas.openxmlformats.org/officeDocument/2006/relationships/tags" Target="../tags/tag44.xml"/><Relationship Id="rId6" Type="http://schemas.openxmlformats.org/officeDocument/2006/relationships/tags" Target="../tags/tag49.xml"/><Relationship Id="rId5" Type="http://schemas.openxmlformats.org/officeDocument/2006/relationships/tags" Target="../tags/tag48.xml"/><Relationship Id="rId4" Type="http://schemas.openxmlformats.org/officeDocument/2006/relationships/tags" Target="../tags/tag47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52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51.xml"/><Relationship Id="rId1" Type="http://schemas.openxmlformats.org/officeDocument/2006/relationships/tags" Target="../tags/tag50.xml"/><Relationship Id="rId6" Type="http://schemas.openxmlformats.org/officeDocument/2006/relationships/tags" Target="../tags/tag55.xml"/><Relationship Id="rId5" Type="http://schemas.openxmlformats.org/officeDocument/2006/relationships/tags" Target="../tags/tag54.xml"/><Relationship Id="rId4" Type="http://schemas.openxmlformats.org/officeDocument/2006/relationships/tags" Target="../tags/tag5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D714C64F-59D1-4451-8D43-63F79D9587E6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57"/>
            <a:ext cx="12192000" cy="6856286"/>
          </a:xfrm>
          <a:prstGeom prst="rect">
            <a:avLst/>
          </a:prstGeom>
        </p:spPr>
      </p:pic>
      <p:sp>
        <p:nvSpPr>
          <p:cNvPr id="4" name="Titel 1"/>
          <p:cNvSpPr>
            <a:spLocks noGrp="1"/>
          </p:cNvSpPr>
          <p:nvPr>
            <p:ph type="title" hasCustomPrompt="1"/>
          </p:nvPr>
        </p:nvSpPr>
        <p:spPr>
          <a:xfrm>
            <a:off x="518400" y="2564904"/>
            <a:ext cx="11340000" cy="490066"/>
          </a:xfrm>
          <a:prstGeom prst="rect">
            <a:avLst/>
          </a:prstGeom>
        </p:spPr>
        <p:txBody>
          <a:bodyPr anchor="b">
            <a:noAutofit/>
          </a:bodyPr>
          <a:lstStyle>
            <a:lvl1pPr algn="ctr">
              <a:defRPr lang="de-DE" dirty="0">
                <a:solidFill>
                  <a:schemeClr val="tx1"/>
                </a:solidFill>
              </a:defRPr>
            </a:lvl1pPr>
          </a:lstStyle>
          <a:p>
            <a:r>
              <a:rPr lang="de-DE" noProof="0"/>
              <a:t>Click </a:t>
            </a:r>
            <a:r>
              <a:rPr lang="de-DE" noProof="0" err="1"/>
              <a:t>to</a:t>
            </a:r>
            <a:r>
              <a:rPr lang="de-DE" noProof="0"/>
              <a:t> </a:t>
            </a:r>
            <a:r>
              <a:rPr lang="de-DE" noProof="0" err="1"/>
              <a:t>add</a:t>
            </a:r>
            <a:r>
              <a:rPr lang="de-DE" noProof="0"/>
              <a:t> a title</a:t>
            </a:r>
          </a:p>
        </p:txBody>
      </p:sp>
      <p:sp>
        <p:nvSpPr>
          <p:cNvPr id="5" name="Textplatzhalter 8"/>
          <p:cNvSpPr>
            <a:spLocks noGrp="1"/>
          </p:cNvSpPr>
          <p:nvPr>
            <p:ph type="body" sz="quarter" idx="11" hasCustomPrompt="1"/>
          </p:nvPr>
        </p:nvSpPr>
        <p:spPr>
          <a:xfrm>
            <a:off x="518400" y="3068960"/>
            <a:ext cx="11340000" cy="43261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eaLnBrk="1" hangingPunct="1">
              <a:lnSpc>
                <a:spcPct val="90000"/>
              </a:lnSpc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/>
              <a:t>Click </a:t>
            </a:r>
            <a:r>
              <a:rPr lang="de-DE" noProof="0" err="1"/>
              <a:t>to</a:t>
            </a:r>
            <a:r>
              <a:rPr lang="de-DE" noProof="0"/>
              <a:t> </a:t>
            </a:r>
            <a:r>
              <a:rPr lang="de-DE" noProof="0" err="1"/>
              <a:t>add</a:t>
            </a:r>
            <a:r>
              <a:rPr lang="de-DE" noProof="0"/>
              <a:t> a </a:t>
            </a:r>
            <a:r>
              <a:rPr lang="de-DE" noProof="0" err="1"/>
              <a:t>subtitle</a:t>
            </a:r>
            <a:endParaRPr lang="de-DE" noProof="0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sldNum" sz="quarter" idx="13"/>
          </p:nvPr>
        </p:nvSpPr>
        <p:spPr>
          <a:xfrm>
            <a:off x="10547027" y="6568970"/>
            <a:ext cx="508000" cy="138112"/>
          </a:xfrm>
          <a:prstGeom prst="rect">
            <a:avLst/>
          </a:prstGeom>
          <a:ln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F3CC140C-FC75-438E-89D5-07005EE7987E}" type="slidenum">
              <a:rPr lang="de-DE"/>
              <a:pPr>
                <a:defRPr/>
              </a:pPr>
              <a:t>‹#›</a:t>
            </a:fld>
            <a:endParaRPr lang="de-DE"/>
          </a:p>
        </p:txBody>
      </p:sp>
      <p:sp>
        <p:nvSpPr>
          <p:cNvPr id="9" name="Logoschutz Powerline" hidden="1"/>
          <p:cNvSpPr/>
          <p:nvPr>
            <p:custDataLst>
              <p:tags r:id="rId1"/>
            </p:custDataLst>
          </p:nvPr>
        </p:nvSpPr>
        <p:spPr bwMode="auto">
          <a:xfrm>
            <a:off x="0" y="6092825"/>
            <a:ext cx="12192000" cy="401638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lIns="72000" tIns="72000" rIns="72000" bIns="72000" anchor="ctr"/>
          <a:lstStyle/>
          <a:p>
            <a:pPr algn="ctr">
              <a:defRPr/>
            </a:pPr>
            <a:endParaRPr lang="de-DE" sz="1800" b="1" kern="0">
              <a:latin typeface="Arial" charset="0"/>
              <a:ea typeface="ＭＳ Ｐゴシック" charset="-128"/>
            </a:endParaRPr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spcBef>
                <a:spcPts val="600"/>
              </a:spcBef>
              <a:buSzPct val="100000"/>
            </a:pPr>
            <a:r>
              <a:rPr lang="de-DE">
                <a:solidFill>
                  <a:srgbClr val="313131"/>
                </a:solidFill>
                <a:latin typeface="Arial"/>
              </a:rPr>
              <a:t>Moritz </a:t>
            </a:r>
            <a:r>
              <a:rPr lang="de-DE" err="1">
                <a:solidFill>
                  <a:srgbClr val="313131"/>
                </a:solidFill>
                <a:latin typeface="Arial"/>
              </a:rPr>
              <a:t>Göthel</a:t>
            </a:r>
            <a:r>
              <a:rPr lang="de-DE" b="1">
                <a:solidFill>
                  <a:srgbClr val="313131"/>
                </a:solidFill>
                <a:latin typeface="Arial"/>
              </a:rPr>
              <a:t> | </a:t>
            </a:r>
            <a:r>
              <a:rPr lang="de-DE">
                <a:solidFill>
                  <a:srgbClr val="313131"/>
                </a:solidFill>
                <a:latin typeface="Arial"/>
              </a:rPr>
              <a:t>Deloitte</a:t>
            </a:r>
            <a:r>
              <a:rPr lang="de-DE" b="1">
                <a:solidFill>
                  <a:srgbClr val="313131"/>
                </a:solidFill>
                <a:latin typeface="Arial"/>
              </a:rPr>
              <a:t> | </a:t>
            </a:r>
            <a:r>
              <a:rPr lang="de-DE">
                <a:solidFill>
                  <a:srgbClr val="313131"/>
                </a:solidFill>
              </a:rPr>
              <a:t>Finance</a:t>
            </a:r>
            <a:endParaRPr lang="de-DE">
              <a:solidFill>
                <a:srgbClr val="313131"/>
              </a:solidFill>
              <a:latin typeface="Arial"/>
            </a:endParaRPr>
          </a:p>
        </p:txBody>
      </p:sp>
      <p:sp>
        <p:nvSpPr>
          <p:cNvPr id="10" name="Logoschutz" hidden="1"/>
          <p:cNvSpPr/>
          <p:nvPr>
            <p:custDataLst>
              <p:tags r:id="rId2"/>
            </p:custDataLst>
          </p:nvPr>
        </p:nvSpPr>
        <p:spPr bwMode="auto">
          <a:xfrm>
            <a:off x="10930490" y="5461979"/>
            <a:ext cx="1098550" cy="1054800"/>
          </a:xfrm>
          <a:prstGeom prst="rect">
            <a:avLst/>
          </a:prstGeom>
          <a:solidFill>
            <a:srgbClr val="D9D9D9">
              <a:alpha val="50196"/>
            </a:srgbClr>
          </a:solidFill>
          <a:ln w="9525" algn="ctr">
            <a:noFill/>
            <a:miter lim="800000"/>
            <a:headEnd/>
            <a:tailEnd/>
          </a:ln>
        </p:spPr>
        <p:txBody>
          <a:bodyPr lIns="72000" tIns="72000" rIns="72000" bIns="72000" anchor="ctr"/>
          <a:lstStyle/>
          <a:p>
            <a:pPr algn="ctr">
              <a:defRPr/>
            </a:pPr>
            <a:endParaRPr lang="de-DE" sz="1800" b="1" kern="0">
              <a:latin typeface="Arial" charset="0"/>
              <a:ea typeface="ＭＳ Ｐゴシック" charset="-128"/>
            </a:endParaRPr>
          </a:p>
        </p:txBody>
      </p:sp>
      <p:sp>
        <p:nvSpPr>
          <p:cNvPr id="3" name="Logoschutz Fußzeile" hidden="1"/>
          <p:cNvSpPr>
            <a:spLocks/>
          </p:cNvSpPr>
          <p:nvPr>
            <p:custDataLst>
              <p:tags r:id="rId3"/>
            </p:custDataLst>
          </p:nvPr>
        </p:nvSpPr>
        <p:spPr bwMode="auto">
          <a:xfrm>
            <a:off x="0" y="6527297"/>
            <a:ext cx="12192000" cy="230831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lIns="72000" tIns="72000" rIns="72000" bIns="72000" rtlCol="0" anchor="ctr"/>
          <a:lstStyle/>
          <a:p>
            <a:pPr algn="ctr" eaLnBrk="1" hangingPunct="1"/>
            <a:endParaRPr lang="de-DE" sz="1800" b="1" kern="0">
              <a:latin typeface="Arial" charset="0"/>
              <a:ea typeface="ＭＳ Ｐゴシック" charset="-128"/>
            </a:endParaRPr>
          </a:p>
        </p:txBody>
      </p:sp>
      <p:sp>
        <p:nvSpPr>
          <p:cNvPr id="11" name="Layoutschutz Stempel" hidden="1"/>
          <p:cNvSpPr/>
          <p:nvPr>
            <p:custDataLst>
              <p:tags r:id="rId4"/>
            </p:custDataLst>
          </p:nvPr>
        </p:nvSpPr>
        <p:spPr bwMode="auto">
          <a:xfrm>
            <a:off x="480320" y="188640"/>
            <a:ext cx="11412000" cy="936104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lIns="72000" tIns="72000" rIns="72000" bIns="72000" rtlCol="0" anchor="ctr"/>
          <a:lstStyle/>
          <a:p>
            <a:pPr algn="ctr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GB" sz="1800" b="1" i="0" u="none" kern="0" baseline="0">
              <a:solidFill>
                <a:srgbClr val="000000"/>
              </a:solidFill>
              <a:latin typeface="Arial" panose="020B0604020202020204" pitchFamily="34" charset="0"/>
              <a:ea typeface="ＭＳ Ｐゴシック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00926189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werline, Titel,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2E386FDA-B446-48C7-AA34-6404BE216D14}"/>
              </a:ext>
            </a:extLst>
          </p:cNvPr>
          <p:cNvPicPr>
            <a:picLocks noChangeAspect="1"/>
          </p:cNvPicPr>
          <p:nvPr userDrawn="1"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57"/>
            <a:ext cx="12192000" cy="6856286"/>
          </a:xfrm>
          <a:prstGeom prst="rect">
            <a:avLst/>
          </a:prstGeom>
        </p:spPr>
      </p:pic>
      <p:sp>
        <p:nvSpPr>
          <p:cNvPr id="5" name="Layoutschutz" hidden="1"/>
          <p:cNvSpPr>
            <a:spLocks/>
          </p:cNvSpPr>
          <p:nvPr>
            <p:custDataLst>
              <p:tags r:id="rId1"/>
            </p:custDataLst>
          </p:nvPr>
        </p:nvSpPr>
        <p:spPr bwMode="auto">
          <a:xfrm>
            <a:off x="500533" y="1374021"/>
            <a:ext cx="11412000" cy="41043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72000" rIns="72000" bIns="72000" anchor="ctr"/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9pPr>
          </a:lstStyle>
          <a:p>
            <a:pPr algn="ctr" eaLnBrk="1" hangingPunct="1">
              <a:defRPr/>
            </a:pPr>
            <a:endParaRPr lang="de-DE" altLang="de-DE" sz="1800" b="1">
              <a:cs typeface="Arial" pitchFamily="34" charset="0"/>
            </a:endParaRPr>
          </a:p>
        </p:txBody>
      </p:sp>
      <p:sp>
        <p:nvSpPr>
          <p:cNvPr id="8" name="Logoschutz Powerline" hidden="1"/>
          <p:cNvSpPr/>
          <p:nvPr>
            <p:custDataLst>
              <p:tags r:id="rId2"/>
            </p:custDataLst>
          </p:nvPr>
        </p:nvSpPr>
        <p:spPr bwMode="auto">
          <a:xfrm>
            <a:off x="0" y="6123706"/>
            <a:ext cx="12192000" cy="401638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lIns="72000" tIns="72000" rIns="72000" bIns="72000" anchor="ctr"/>
          <a:lstStyle/>
          <a:p>
            <a:pPr algn="ctr">
              <a:defRPr/>
            </a:pPr>
            <a:endParaRPr lang="de-DE" sz="1800" b="1" kern="0">
              <a:latin typeface="Arial" charset="0"/>
              <a:ea typeface="ＭＳ Ｐゴシック" charset="-128"/>
            </a:endParaRPr>
          </a:p>
        </p:txBody>
      </p:sp>
      <p:sp>
        <p:nvSpPr>
          <p:cNvPr id="2" name="Haupttitel"/>
          <p:cNvSpPr>
            <a:spLocks noGrp="1"/>
          </p:cNvSpPr>
          <p:nvPr>
            <p:ph type="title" hasCustomPrompt="1"/>
          </p:nvPr>
        </p:nvSpPr>
        <p:spPr>
          <a:xfrm>
            <a:off x="518400" y="284163"/>
            <a:ext cx="11340000" cy="481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de-DE"/>
              <a:t>Click </a:t>
            </a:r>
            <a:r>
              <a:rPr lang="de-DE" err="1"/>
              <a:t>to</a:t>
            </a:r>
            <a:r>
              <a:rPr lang="de-DE"/>
              <a:t> </a:t>
            </a:r>
            <a:r>
              <a:rPr lang="de-DE" err="1"/>
              <a:t>add</a:t>
            </a:r>
            <a:r>
              <a:rPr lang="de-DE"/>
              <a:t> a title</a:t>
            </a:r>
          </a:p>
        </p:txBody>
      </p:sp>
      <p:sp>
        <p:nvSpPr>
          <p:cNvPr id="12" name="Fußzeilenplatzhalte"/>
          <p:cNvSpPr>
            <a:spLocks noGrp="1"/>
          </p:cNvSpPr>
          <p:nvPr>
            <p:ph type="ftr" sz="quarter" idx="14"/>
          </p:nvPr>
        </p:nvSpPr>
        <p:spPr>
          <a:xfrm>
            <a:off x="0" y="6527297"/>
            <a:ext cx="12192000" cy="230832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defRPr b="0"/>
            </a:lvl1pPr>
          </a:lstStyle>
          <a:p>
            <a:pPr>
              <a:spcBef>
                <a:spcPts val="600"/>
              </a:spcBef>
              <a:buSzPct val="100000"/>
            </a:pPr>
            <a:r>
              <a:rPr lang="de-DE">
                <a:solidFill>
                  <a:srgbClr val="313131"/>
                </a:solidFill>
                <a:latin typeface="Arial"/>
              </a:rPr>
              <a:t>Moritz </a:t>
            </a:r>
            <a:r>
              <a:rPr lang="de-DE" err="1">
                <a:solidFill>
                  <a:srgbClr val="313131"/>
                </a:solidFill>
                <a:latin typeface="Arial"/>
              </a:rPr>
              <a:t>Göthel</a:t>
            </a:r>
            <a:r>
              <a:rPr lang="de-DE" b="1">
                <a:solidFill>
                  <a:srgbClr val="313131"/>
                </a:solidFill>
                <a:latin typeface="Arial"/>
              </a:rPr>
              <a:t> | </a:t>
            </a:r>
            <a:r>
              <a:rPr lang="de-DE">
                <a:solidFill>
                  <a:srgbClr val="313131"/>
                </a:solidFill>
                <a:latin typeface="Arial"/>
              </a:rPr>
              <a:t>Deloitte</a:t>
            </a:r>
            <a:r>
              <a:rPr lang="de-DE" b="1">
                <a:solidFill>
                  <a:srgbClr val="313131"/>
                </a:solidFill>
                <a:latin typeface="Arial"/>
              </a:rPr>
              <a:t> | </a:t>
            </a:r>
            <a:r>
              <a:rPr lang="de-DE">
                <a:solidFill>
                  <a:srgbClr val="313131"/>
                </a:solidFill>
              </a:rPr>
              <a:t>Finance</a:t>
            </a:r>
            <a:endParaRPr lang="de-DE">
              <a:solidFill>
                <a:srgbClr val="313131"/>
              </a:solidFill>
              <a:latin typeface="Arial"/>
            </a:endParaRPr>
          </a:p>
        </p:txBody>
      </p:sp>
      <p:sp>
        <p:nvSpPr>
          <p:cNvPr id="13" name="Foliennummerplatzhalter"/>
          <p:cNvSpPr>
            <a:spLocks noGrp="1" noChangeArrowheads="1"/>
          </p:cNvSpPr>
          <p:nvPr>
            <p:ph type="sldNum" sz="quarter" idx="15"/>
          </p:nvPr>
        </p:nvSpPr>
        <p:spPr>
          <a:xfrm>
            <a:off x="10547027" y="6568970"/>
            <a:ext cx="508000" cy="138112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3CC140C-FC75-438E-89D5-07005EE7987E}" type="slidenum">
              <a:rPr lang="en-GB"/>
              <a:pPr>
                <a:defRPr/>
              </a:pPr>
              <a:t>‹#›</a:t>
            </a:fld>
            <a:endParaRPr lang="en-GB"/>
          </a:p>
        </p:txBody>
      </p:sp>
      <p:sp>
        <p:nvSpPr>
          <p:cNvPr id="3" name="Layoutschutz unten" hidden="1"/>
          <p:cNvSpPr>
            <a:spLocks/>
          </p:cNvSpPr>
          <p:nvPr>
            <p:custDataLst>
              <p:tags r:id="rId3"/>
            </p:custDataLst>
          </p:nvPr>
        </p:nvSpPr>
        <p:spPr bwMode="auto">
          <a:xfrm>
            <a:off x="516467" y="5442969"/>
            <a:ext cx="10403946" cy="645794"/>
          </a:xfrm>
          <a:prstGeom prst="rect">
            <a:avLst/>
          </a:prstGeom>
          <a:solidFill>
            <a:schemeClr val="accent3"/>
          </a:solidFill>
          <a:ln w="9525" algn="ctr">
            <a:noFill/>
            <a:miter lim="800000"/>
            <a:headEnd/>
            <a:tailEnd/>
          </a:ln>
        </p:spPr>
        <p:txBody>
          <a:bodyPr lIns="72000" tIns="72000" rIns="72000" bIns="72000" rtlCol="0" anchor="ctr"/>
          <a:lstStyle/>
          <a:p>
            <a:pPr algn="ctr" eaLnBrk="1" hangingPunct="1"/>
            <a:endParaRPr lang="de-DE" sz="1800" b="1" kern="0">
              <a:latin typeface="Arial" charset="0"/>
              <a:ea typeface="ＭＳ Ｐゴシック" charset="-128"/>
            </a:endParaRPr>
          </a:p>
        </p:txBody>
      </p:sp>
      <p:sp>
        <p:nvSpPr>
          <p:cNvPr id="14" name="Logoschutz" hidden="1"/>
          <p:cNvSpPr/>
          <p:nvPr>
            <p:custDataLst>
              <p:tags r:id="rId4"/>
            </p:custDataLst>
          </p:nvPr>
        </p:nvSpPr>
        <p:spPr bwMode="auto">
          <a:xfrm>
            <a:off x="10930490" y="5461979"/>
            <a:ext cx="1098550" cy="1054800"/>
          </a:xfrm>
          <a:prstGeom prst="rect">
            <a:avLst/>
          </a:prstGeom>
          <a:solidFill>
            <a:srgbClr val="D9D9D9">
              <a:alpha val="50196"/>
            </a:srgbClr>
          </a:solidFill>
          <a:ln w="9525" algn="ctr">
            <a:noFill/>
            <a:miter lim="800000"/>
            <a:headEnd/>
            <a:tailEnd/>
          </a:ln>
        </p:spPr>
        <p:txBody>
          <a:bodyPr lIns="72000" tIns="72000" rIns="72000" bIns="72000" anchor="ctr"/>
          <a:lstStyle/>
          <a:p>
            <a:pPr algn="ctr">
              <a:defRPr/>
            </a:pPr>
            <a:endParaRPr lang="de-DE" sz="1800" b="1" kern="0">
              <a:latin typeface="Arial" charset="0"/>
              <a:ea typeface="ＭＳ Ｐゴシック" charset="-128"/>
            </a:endParaRPr>
          </a:p>
        </p:txBody>
      </p:sp>
      <p:sp>
        <p:nvSpPr>
          <p:cNvPr id="15" name="Logoschutz Fußzeile" hidden="1"/>
          <p:cNvSpPr>
            <a:spLocks/>
          </p:cNvSpPr>
          <p:nvPr>
            <p:custDataLst>
              <p:tags r:id="rId5"/>
            </p:custDataLst>
          </p:nvPr>
        </p:nvSpPr>
        <p:spPr bwMode="auto">
          <a:xfrm>
            <a:off x="0" y="6527297"/>
            <a:ext cx="12192000" cy="230831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lIns="72000" tIns="72000" rIns="72000" bIns="72000" rtlCol="0" anchor="ctr"/>
          <a:lstStyle/>
          <a:p>
            <a:pPr algn="ctr" eaLnBrk="1" hangingPunct="1"/>
            <a:endParaRPr lang="de-DE" sz="1800" b="1" kern="0">
              <a:latin typeface="Arial" charset="0"/>
              <a:ea typeface="ＭＳ Ｐゴシック" charset="-128"/>
            </a:endParaRPr>
          </a:p>
        </p:txBody>
      </p:sp>
      <p:sp>
        <p:nvSpPr>
          <p:cNvPr id="17" name="Layoutschutz Untertitel" hidden="1"/>
          <p:cNvSpPr>
            <a:spLocks/>
          </p:cNvSpPr>
          <p:nvPr>
            <p:custDataLst>
              <p:tags r:id="rId6"/>
            </p:custDataLst>
          </p:nvPr>
        </p:nvSpPr>
        <p:spPr bwMode="auto">
          <a:xfrm>
            <a:off x="479376" y="764704"/>
            <a:ext cx="11412000" cy="36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lIns="72000" tIns="72000" rIns="72000" bIns="72000" anchor="ctr"/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9pPr>
          </a:lstStyle>
          <a:p>
            <a:pPr algn="ctr" eaLnBrk="1" hangingPunct="1">
              <a:defRPr/>
            </a:pPr>
            <a:endParaRPr lang="de-DE" altLang="de-DE" sz="1800" b="1">
              <a:cs typeface="Arial" pitchFamily="34" charset="0"/>
            </a:endParaRPr>
          </a:p>
        </p:txBody>
      </p:sp>
      <p:sp>
        <p:nvSpPr>
          <p:cNvPr id="18" name="Layoutschutz Haupttitel" hidden="1"/>
          <p:cNvSpPr>
            <a:spLocks/>
          </p:cNvSpPr>
          <p:nvPr>
            <p:custDataLst>
              <p:tags r:id="rId7"/>
            </p:custDataLst>
          </p:nvPr>
        </p:nvSpPr>
        <p:spPr bwMode="auto">
          <a:xfrm>
            <a:off x="479376" y="249584"/>
            <a:ext cx="11412000" cy="5405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lIns="72000" tIns="72000" rIns="72000" bIns="72000" anchor="ctr"/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9pPr>
          </a:lstStyle>
          <a:p>
            <a:pPr algn="ctr" eaLnBrk="1" hangingPunct="1">
              <a:defRPr/>
            </a:pPr>
            <a:endParaRPr lang="de-DE" altLang="de-DE" sz="1800" b="1">
              <a:cs typeface="Arial" pitchFamily="34" charset="0"/>
            </a:endParaRPr>
          </a:p>
        </p:txBody>
      </p:sp>
      <p:sp>
        <p:nvSpPr>
          <p:cNvPr id="22" name="Textplatzhalter 21"/>
          <p:cNvSpPr>
            <a:spLocks noGrp="1"/>
          </p:cNvSpPr>
          <p:nvPr>
            <p:ph type="body" sz="quarter" idx="17" hasCustomPrompt="1"/>
          </p:nvPr>
        </p:nvSpPr>
        <p:spPr>
          <a:xfrm>
            <a:off x="518400" y="731708"/>
            <a:ext cx="11340000" cy="273600"/>
          </a:xfrm>
        </p:spPr>
        <p:txBody>
          <a:bodyPr tIns="0" anchor="t">
            <a:no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de-DE"/>
              <a:t>Click </a:t>
            </a:r>
            <a:r>
              <a:rPr lang="de-DE" err="1"/>
              <a:t>to</a:t>
            </a:r>
            <a:r>
              <a:rPr lang="de-DE"/>
              <a:t> </a:t>
            </a:r>
            <a:r>
              <a:rPr lang="de-DE" err="1"/>
              <a:t>add</a:t>
            </a:r>
            <a:r>
              <a:rPr lang="de-DE"/>
              <a:t> a </a:t>
            </a:r>
            <a:r>
              <a:rPr lang="de-DE" err="1"/>
              <a:t>subtitle</a:t>
            </a:r>
            <a:endParaRPr lang="de-DE"/>
          </a:p>
        </p:txBody>
      </p:sp>
      <p:sp>
        <p:nvSpPr>
          <p:cNvPr id="19" name="Inhaltsplatzhalter 2"/>
          <p:cNvSpPr>
            <a:spLocks noGrp="1"/>
          </p:cNvSpPr>
          <p:nvPr>
            <p:ph sz="quarter" idx="19" hasCustomPrompt="1"/>
          </p:nvPr>
        </p:nvSpPr>
        <p:spPr>
          <a:xfrm>
            <a:off x="515938" y="1411200"/>
            <a:ext cx="11341099" cy="4032250"/>
          </a:xfrm>
          <a:prstGeom prst="rect">
            <a:avLst/>
          </a:prstGeom>
        </p:spPr>
        <p:txBody>
          <a:bodyPr/>
          <a:lstStyle>
            <a:lvl1pPr>
              <a:defRPr/>
            </a:lvl1pPr>
            <a:lvl2pPr>
              <a:defRPr/>
            </a:lvl2pPr>
            <a:lvl4pPr>
              <a:defRPr/>
            </a:lvl4pPr>
            <a:lvl5pPr marL="712788" indent="-169863">
              <a:buFont typeface="Symbol" panose="05050102010706020507" pitchFamily="18" charset="2"/>
              <a:buChar char="-"/>
              <a:defRPr/>
            </a:lvl5pPr>
          </a:lstStyle>
          <a:p>
            <a:pPr lvl="0"/>
            <a:r>
              <a:rPr lang="de-DE"/>
              <a:t>Click </a:t>
            </a:r>
            <a:r>
              <a:rPr lang="de-DE" err="1"/>
              <a:t>to</a:t>
            </a:r>
            <a:r>
              <a:rPr lang="de-DE"/>
              <a:t> </a:t>
            </a:r>
            <a:r>
              <a:rPr lang="de-DE" err="1"/>
              <a:t>add</a:t>
            </a:r>
            <a:r>
              <a:rPr lang="de-DE"/>
              <a:t> a </a:t>
            </a:r>
            <a:r>
              <a:rPr lang="de-DE" err="1"/>
              <a:t>text</a:t>
            </a:r>
            <a:endParaRPr lang="de-DE"/>
          </a:p>
          <a:p>
            <a:pPr lvl="1"/>
            <a:r>
              <a:rPr lang="de-DE"/>
              <a:t>Second </a:t>
            </a:r>
            <a:r>
              <a:rPr lang="de-DE" err="1"/>
              <a:t>layer</a:t>
            </a:r>
            <a:endParaRPr lang="de-DE"/>
          </a:p>
          <a:p>
            <a:pPr lvl="2"/>
            <a:r>
              <a:rPr lang="de-DE"/>
              <a:t>Third </a:t>
            </a:r>
            <a:r>
              <a:rPr lang="de-DE" err="1"/>
              <a:t>layer</a:t>
            </a:r>
            <a:endParaRPr lang="de-DE"/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layer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37896532"/>
      </p:ext>
    </p:extLst>
  </p:cSld>
  <p:clrMapOvr>
    <a:masterClrMapping/>
  </p:clrMapOvr>
  <p:hf hdr="0" dt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werline,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E29D5672-E783-4DFA-9157-EEBCC03E220B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57"/>
            <a:ext cx="12192000" cy="6856286"/>
          </a:xfrm>
          <a:prstGeom prst="rect">
            <a:avLst/>
          </a:prstGeom>
        </p:spPr>
      </p:pic>
      <p:sp>
        <p:nvSpPr>
          <p:cNvPr id="7" name="Logoschutz Powerline" hidden="1"/>
          <p:cNvSpPr/>
          <p:nvPr>
            <p:custDataLst>
              <p:tags r:id="rId1"/>
            </p:custDataLst>
          </p:nvPr>
        </p:nvSpPr>
        <p:spPr bwMode="auto">
          <a:xfrm>
            <a:off x="0" y="6092825"/>
            <a:ext cx="12192000" cy="401638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lIns="72000" tIns="72000" rIns="72000" bIns="72000" anchor="ctr"/>
          <a:lstStyle/>
          <a:p>
            <a:pPr algn="ctr">
              <a:defRPr/>
            </a:pPr>
            <a:endParaRPr lang="de-DE" sz="1800" b="1" kern="0">
              <a:latin typeface="Arial" charset="0"/>
              <a:ea typeface="ＭＳ Ｐゴシック" charset="-128"/>
            </a:endParaRPr>
          </a:p>
        </p:txBody>
      </p:sp>
      <p:sp>
        <p:nvSpPr>
          <p:cNvPr id="11" name="Logoschutz Titel" hidden="1"/>
          <p:cNvSpPr>
            <a:spLocks/>
          </p:cNvSpPr>
          <p:nvPr>
            <p:custDataLst>
              <p:tags r:id="rId2"/>
            </p:custDataLst>
          </p:nvPr>
        </p:nvSpPr>
        <p:spPr bwMode="auto">
          <a:xfrm>
            <a:off x="462980" y="249584"/>
            <a:ext cx="11338240" cy="5405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72000" rIns="72000" bIns="72000" anchor="ctr"/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9pPr>
          </a:lstStyle>
          <a:p>
            <a:pPr algn="ctr" eaLnBrk="1" hangingPunct="1">
              <a:defRPr/>
            </a:pPr>
            <a:endParaRPr lang="de-DE" altLang="de-DE" sz="1800" b="1">
              <a:cs typeface="Arial" pitchFamily="34" charset="0"/>
            </a:endParaRPr>
          </a:p>
        </p:txBody>
      </p:sp>
      <p:sp>
        <p:nvSpPr>
          <p:cNvPr id="14" name="Rectangle 5"/>
          <p:cNvSpPr>
            <a:spLocks noGrp="1" noChangeArrowheads="1"/>
          </p:cNvSpPr>
          <p:nvPr>
            <p:ph type="sldNum" sz="quarter" idx="14"/>
          </p:nvPr>
        </p:nvSpPr>
        <p:spPr>
          <a:xfrm>
            <a:off x="10547027" y="6568970"/>
            <a:ext cx="508000" cy="138112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3CC140C-FC75-438E-89D5-07005EE7987E}" type="slidenum">
              <a:rPr lang="en-GB"/>
              <a:pPr>
                <a:defRPr/>
              </a:pPr>
              <a:t>‹#›</a:t>
            </a:fld>
            <a:endParaRPr lang="en-GB"/>
          </a:p>
        </p:txBody>
      </p:sp>
      <p:sp>
        <p:nvSpPr>
          <p:cNvPr id="16" name="Layoutschutz" hidden="1"/>
          <p:cNvSpPr>
            <a:spLocks/>
          </p:cNvSpPr>
          <p:nvPr>
            <p:custDataLst>
              <p:tags r:id="rId3"/>
            </p:custDataLst>
          </p:nvPr>
        </p:nvSpPr>
        <p:spPr bwMode="auto">
          <a:xfrm>
            <a:off x="500532" y="1374021"/>
            <a:ext cx="11412000" cy="41043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72000" rIns="72000" bIns="72000" anchor="ctr"/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9pPr>
          </a:lstStyle>
          <a:p>
            <a:pPr algn="ctr" eaLnBrk="1" hangingPunct="1">
              <a:defRPr/>
            </a:pPr>
            <a:endParaRPr lang="de-DE" altLang="de-DE" sz="1800" b="1">
              <a:cs typeface="Arial" pitchFamily="34" charset="0"/>
            </a:endParaRPr>
          </a:p>
        </p:txBody>
      </p:sp>
      <p:sp>
        <p:nvSpPr>
          <p:cNvPr id="15" name="Logoschutz" hidden="1"/>
          <p:cNvSpPr/>
          <p:nvPr>
            <p:custDataLst>
              <p:tags r:id="rId4"/>
            </p:custDataLst>
          </p:nvPr>
        </p:nvSpPr>
        <p:spPr bwMode="auto">
          <a:xfrm>
            <a:off x="10930490" y="5461979"/>
            <a:ext cx="1098550" cy="1018735"/>
          </a:xfrm>
          <a:prstGeom prst="rect">
            <a:avLst/>
          </a:prstGeom>
          <a:solidFill>
            <a:srgbClr val="D9D9D9">
              <a:alpha val="50196"/>
            </a:srgbClr>
          </a:solidFill>
          <a:ln w="9525" algn="ctr">
            <a:noFill/>
            <a:miter lim="800000"/>
            <a:headEnd/>
            <a:tailEnd/>
          </a:ln>
        </p:spPr>
        <p:txBody>
          <a:bodyPr lIns="72000" tIns="72000" rIns="72000" bIns="72000" anchor="ctr"/>
          <a:lstStyle/>
          <a:p>
            <a:pPr algn="ctr">
              <a:defRPr/>
            </a:pPr>
            <a:endParaRPr lang="de-DE" sz="1800" b="1" kern="0">
              <a:latin typeface="Arial" charset="0"/>
              <a:ea typeface="ＭＳ Ｐゴシック" charset="-128"/>
            </a:endParaRP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spcBef>
                <a:spcPts val="600"/>
              </a:spcBef>
              <a:buSzPct val="100000"/>
            </a:pPr>
            <a:r>
              <a:rPr lang="de-DE">
                <a:solidFill>
                  <a:srgbClr val="313131"/>
                </a:solidFill>
                <a:latin typeface="Arial"/>
              </a:rPr>
              <a:t>Moritz </a:t>
            </a:r>
            <a:r>
              <a:rPr lang="de-DE" err="1">
                <a:solidFill>
                  <a:srgbClr val="313131"/>
                </a:solidFill>
                <a:latin typeface="Arial"/>
              </a:rPr>
              <a:t>Göthel</a:t>
            </a:r>
            <a:r>
              <a:rPr lang="de-DE" b="1">
                <a:solidFill>
                  <a:srgbClr val="313131"/>
                </a:solidFill>
                <a:latin typeface="Arial"/>
              </a:rPr>
              <a:t> | </a:t>
            </a:r>
            <a:r>
              <a:rPr lang="de-DE">
                <a:solidFill>
                  <a:srgbClr val="313131"/>
                </a:solidFill>
                <a:latin typeface="Arial"/>
              </a:rPr>
              <a:t>Deloitte</a:t>
            </a:r>
            <a:r>
              <a:rPr lang="de-DE" b="1">
                <a:solidFill>
                  <a:srgbClr val="313131"/>
                </a:solidFill>
                <a:latin typeface="Arial"/>
              </a:rPr>
              <a:t> | </a:t>
            </a:r>
            <a:r>
              <a:rPr lang="de-DE">
                <a:solidFill>
                  <a:srgbClr val="313131"/>
                </a:solidFill>
              </a:rPr>
              <a:t>Finance</a:t>
            </a:r>
            <a:endParaRPr lang="de-DE">
              <a:solidFill>
                <a:srgbClr val="313131"/>
              </a:solidFill>
              <a:latin typeface="Arial"/>
            </a:endParaRPr>
          </a:p>
        </p:txBody>
      </p:sp>
      <p:sp>
        <p:nvSpPr>
          <p:cNvPr id="13" name="Layoutschutz unten" hidden="1"/>
          <p:cNvSpPr/>
          <p:nvPr>
            <p:custDataLst>
              <p:tags r:id="rId5"/>
            </p:custDataLst>
          </p:nvPr>
        </p:nvSpPr>
        <p:spPr bwMode="auto">
          <a:xfrm>
            <a:off x="516468" y="5442969"/>
            <a:ext cx="10332060" cy="640117"/>
          </a:xfrm>
          <a:prstGeom prst="rect">
            <a:avLst/>
          </a:prstGeom>
          <a:solidFill>
            <a:schemeClr val="accent3"/>
          </a:solidFill>
          <a:ln w="9525" algn="ctr">
            <a:noFill/>
            <a:miter lim="800000"/>
            <a:headEnd/>
            <a:tailEnd/>
          </a:ln>
        </p:spPr>
        <p:txBody>
          <a:bodyPr lIns="72000" tIns="72000" rIns="72000" bIns="72000" rtlCol="0" anchor="ctr"/>
          <a:lstStyle/>
          <a:p>
            <a:pPr algn="ctr" eaLnBrk="1" hangingPunct="1"/>
            <a:endParaRPr lang="de-DE" sz="1800" b="1" kern="0">
              <a:latin typeface="Arial" charset="0"/>
              <a:ea typeface="ＭＳ Ｐゴシック" charset="-128"/>
            </a:endParaRPr>
          </a:p>
        </p:txBody>
      </p:sp>
      <p:sp>
        <p:nvSpPr>
          <p:cNvPr id="17" name="Logoschutz Fußzeile" hidden="1"/>
          <p:cNvSpPr>
            <a:spLocks/>
          </p:cNvSpPr>
          <p:nvPr>
            <p:custDataLst>
              <p:tags r:id="rId6"/>
            </p:custDataLst>
          </p:nvPr>
        </p:nvSpPr>
        <p:spPr bwMode="auto">
          <a:xfrm>
            <a:off x="0" y="6527297"/>
            <a:ext cx="12192000" cy="230831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lIns="72000" tIns="72000" rIns="72000" bIns="72000" rtlCol="0" anchor="ctr"/>
          <a:lstStyle/>
          <a:p>
            <a:pPr algn="ctr" eaLnBrk="1" hangingPunct="1"/>
            <a:endParaRPr lang="de-DE" sz="1800" b="1" kern="0">
              <a:latin typeface="Arial" charset="0"/>
              <a:ea typeface="ＭＳ Ｐゴシック" charset="-128"/>
            </a:endParaRPr>
          </a:p>
        </p:txBody>
      </p:sp>
      <p:sp>
        <p:nvSpPr>
          <p:cNvPr id="19" name="Layoutschutz Haupttitel" hidden="1"/>
          <p:cNvSpPr>
            <a:spLocks/>
          </p:cNvSpPr>
          <p:nvPr>
            <p:custDataLst>
              <p:tags r:id="rId7"/>
            </p:custDataLst>
          </p:nvPr>
        </p:nvSpPr>
        <p:spPr bwMode="auto">
          <a:xfrm>
            <a:off x="479376" y="249584"/>
            <a:ext cx="11412000" cy="5405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lIns="72000" tIns="72000" rIns="72000" bIns="72000" anchor="ctr"/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9pPr>
          </a:lstStyle>
          <a:p>
            <a:pPr algn="ctr" eaLnBrk="1" hangingPunct="1">
              <a:defRPr/>
            </a:pPr>
            <a:endParaRPr lang="de-DE" altLang="de-DE" sz="1800" b="1">
              <a:cs typeface="Arial" pitchFamily="34" charset="0"/>
            </a:endParaRPr>
          </a:p>
        </p:txBody>
      </p:sp>
      <p:sp>
        <p:nvSpPr>
          <p:cNvPr id="20" name="Layoutschutz Untertitel" hidden="1"/>
          <p:cNvSpPr>
            <a:spLocks/>
          </p:cNvSpPr>
          <p:nvPr>
            <p:custDataLst>
              <p:tags r:id="rId8"/>
            </p:custDataLst>
          </p:nvPr>
        </p:nvSpPr>
        <p:spPr bwMode="auto">
          <a:xfrm>
            <a:off x="479376" y="764704"/>
            <a:ext cx="11412000" cy="36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lIns="72000" tIns="72000" rIns="72000" bIns="72000" anchor="ctr"/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9pPr>
          </a:lstStyle>
          <a:p>
            <a:pPr algn="ctr" eaLnBrk="1" hangingPunct="1">
              <a:defRPr/>
            </a:pPr>
            <a:endParaRPr lang="de-DE" altLang="de-DE" sz="1800" b="1">
              <a:cs typeface="Arial" pitchFamily="34" charset="0"/>
            </a:endParaRPr>
          </a:p>
        </p:txBody>
      </p:sp>
      <p:sp>
        <p:nvSpPr>
          <p:cNvPr id="22" name="Haupttitel"/>
          <p:cNvSpPr>
            <a:spLocks noGrp="1"/>
          </p:cNvSpPr>
          <p:nvPr>
            <p:ph type="title" hasCustomPrompt="1"/>
          </p:nvPr>
        </p:nvSpPr>
        <p:spPr>
          <a:xfrm>
            <a:off x="518400" y="284163"/>
            <a:ext cx="11340000" cy="481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de-DE"/>
              <a:t>Click </a:t>
            </a:r>
            <a:r>
              <a:rPr lang="de-DE" err="1"/>
              <a:t>to</a:t>
            </a:r>
            <a:r>
              <a:rPr lang="de-DE"/>
              <a:t> </a:t>
            </a:r>
            <a:r>
              <a:rPr lang="de-DE" err="1"/>
              <a:t>add</a:t>
            </a:r>
            <a:r>
              <a:rPr lang="de-DE"/>
              <a:t> a title</a:t>
            </a:r>
          </a:p>
        </p:txBody>
      </p:sp>
      <p:sp>
        <p:nvSpPr>
          <p:cNvPr id="23" name="Textplatzhalter 21"/>
          <p:cNvSpPr>
            <a:spLocks noGrp="1"/>
          </p:cNvSpPr>
          <p:nvPr>
            <p:ph type="body" sz="quarter" idx="17" hasCustomPrompt="1"/>
          </p:nvPr>
        </p:nvSpPr>
        <p:spPr>
          <a:xfrm>
            <a:off x="518400" y="731708"/>
            <a:ext cx="11340000" cy="273600"/>
          </a:xfrm>
        </p:spPr>
        <p:txBody>
          <a:bodyPr tIns="0" anchor="t">
            <a:no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de-DE"/>
              <a:t>Click </a:t>
            </a:r>
            <a:r>
              <a:rPr lang="de-DE" err="1"/>
              <a:t>to</a:t>
            </a:r>
            <a:r>
              <a:rPr lang="de-DE"/>
              <a:t> </a:t>
            </a:r>
            <a:r>
              <a:rPr lang="de-DE" err="1"/>
              <a:t>add</a:t>
            </a:r>
            <a:r>
              <a:rPr lang="de-DE"/>
              <a:t> a </a:t>
            </a:r>
            <a:r>
              <a:rPr lang="de-DE" err="1"/>
              <a:t>subtitle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7017237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C21FE30-8030-440B-A445-F5F1AA66F2E7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57"/>
            <a:ext cx="12192000" cy="6856286"/>
          </a:xfrm>
          <a:prstGeom prst="rect">
            <a:avLst/>
          </a:prstGeom>
        </p:spPr>
      </p:pic>
      <p:sp>
        <p:nvSpPr>
          <p:cNvPr id="4" name="Logoschutz Powerline" hidden="1"/>
          <p:cNvSpPr/>
          <p:nvPr>
            <p:custDataLst>
              <p:tags r:id="rId1"/>
            </p:custDataLst>
          </p:nvPr>
        </p:nvSpPr>
        <p:spPr bwMode="auto">
          <a:xfrm>
            <a:off x="0" y="6092825"/>
            <a:ext cx="12192000" cy="401638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lIns="72000" tIns="72000" rIns="72000" bIns="72000" anchor="ctr"/>
          <a:lstStyle/>
          <a:p>
            <a:pPr algn="ctr">
              <a:defRPr/>
            </a:pPr>
            <a:endParaRPr lang="de-DE" sz="1800" b="1" kern="0">
              <a:latin typeface="Arial" charset="0"/>
              <a:ea typeface="ＭＳ Ｐゴシック" charset="-128"/>
            </a:endParaRPr>
          </a:p>
        </p:txBody>
      </p:sp>
      <p:sp>
        <p:nvSpPr>
          <p:cNvPr id="8" name="Rectangle 5"/>
          <p:cNvSpPr>
            <a:spLocks noGrp="1" noChangeArrowheads="1"/>
          </p:cNvSpPr>
          <p:nvPr>
            <p:ph type="sldNum" sz="quarter" idx="13"/>
          </p:nvPr>
        </p:nvSpPr>
        <p:spPr>
          <a:xfrm>
            <a:off x="10547027" y="6568970"/>
            <a:ext cx="508000" cy="138112"/>
          </a:xfrm>
          <a:prstGeom prst="rect">
            <a:avLst/>
          </a:prstGeom>
          <a:ln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F3CC140C-FC75-438E-89D5-07005EE7987E}" type="slidenum">
              <a:rPr lang="de-DE"/>
              <a:pPr>
                <a:defRPr/>
              </a:pPr>
              <a:t>‹#›</a:t>
            </a:fld>
            <a:endParaRPr lang="de-DE"/>
          </a:p>
        </p:txBody>
      </p:sp>
      <p:sp>
        <p:nvSpPr>
          <p:cNvPr id="10" name="Layoutschutz" hidden="1"/>
          <p:cNvSpPr>
            <a:spLocks/>
          </p:cNvSpPr>
          <p:nvPr>
            <p:custDataLst>
              <p:tags r:id="rId2"/>
            </p:custDataLst>
          </p:nvPr>
        </p:nvSpPr>
        <p:spPr bwMode="auto">
          <a:xfrm>
            <a:off x="500533" y="1374021"/>
            <a:ext cx="11281835" cy="41043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72000" rIns="72000" bIns="72000" anchor="ctr"/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9pPr>
          </a:lstStyle>
          <a:p>
            <a:pPr algn="ctr" eaLnBrk="1" hangingPunct="1">
              <a:defRPr/>
            </a:pPr>
            <a:endParaRPr lang="de-DE" altLang="de-DE" sz="1800" b="1">
              <a:cs typeface="Arial" pitchFamily="34" charset="0"/>
            </a:endParaRPr>
          </a:p>
        </p:txBody>
      </p:sp>
      <p:sp>
        <p:nvSpPr>
          <p:cNvPr id="9" name="Logoschutz" hidden="1"/>
          <p:cNvSpPr/>
          <p:nvPr>
            <p:custDataLst>
              <p:tags r:id="rId3"/>
            </p:custDataLst>
          </p:nvPr>
        </p:nvSpPr>
        <p:spPr bwMode="auto">
          <a:xfrm>
            <a:off x="10930490" y="5461979"/>
            <a:ext cx="1098550" cy="1018735"/>
          </a:xfrm>
          <a:prstGeom prst="rect">
            <a:avLst/>
          </a:prstGeom>
          <a:solidFill>
            <a:srgbClr val="D9D9D9">
              <a:alpha val="50196"/>
            </a:srgbClr>
          </a:solidFill>
          <a:ln w="9525" algn="ctr">
            <a:noFill/>
            <a:miter lim="800000"/>
            <a:headEnd/>
            <a:tailEnd/>
          </a:ln>
        </p:spPr>
        <p:txBody>
          <a:bodyPr lIns="72000" tIns="72000" rIns="72000" bIns="72000" anchor="ctr"/>
          <a:lstStyle/>
          <a:p>
            <a:pPr algn="ctr">
              <a:defRPr/>
            </a:pPr>
            <a:endParaRPr lang="de-DE" sz="1800" b="1" kern="0">
              <a:latin typeface="Arial" charset="0"/>
              <a:ea typeface="ＭＳ Ｐゴシック" charset="-128"/>
            </a:endParaRP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spcBef>
                <a:spcPts val="600"/>
              </a:spcBef>
              <a:buSzPct val="100000"/>
            </a:pPr>
            <a:r>
              <a:rPr lang="de-DE">
                <a:solidFill>
                  <a:srgbClr val="313131"/>
                </a:solidFill>
                <a:latin typeface="Arial"/>
              </a:rPr>
              <a:t>Moritz </a:t>
            </a:r>
            <a:r>
              <a:rPr lang="de-DE" err="1">
                <a:solidFill>
                  <a:srgbClr val="313131"/>
                </a:solidFill>
                <a:latin typeface="Arial"/>
              </a:rPr>
              <a:t>Göthel</a:t>
            </a:r>
            <a:r>
              <a:rPr lang="de-DE" b="1">
                <a:solidFill>
                  <a:srgbClr val="313131"/>
                </a:solidFill>
                <a:latin typeface="Arial"/>
              </a:rPr>
              <a:t> | </a:t>
            </a:r>
            <a:r>
              <a:rPr lang="de-DE">
                <a:solidFill>
                  <a:srgbClr val="313131"/>
                </a:solidFill>
                <a:latin typeface="Arial"/>
              </a:rPr>
              <a:t>Deloitte</a:t>
            </a:r>
            <a:r>
              <a:rPr lang="de-DE" b="1">
                <a:solidFill>
                  <a:srgbClr val="313131"/>
                </a:solidFill>
                <a:latin typeface="Arial"/>
              </a:rPr>
              <a:t> | </a:t>
            </a:r>
            <a:r>
              <a:rPr lang="de-DE">
                <a:solidFill>
                  <a:srgbClr val="313131"/>
                </a:solidFill>
              </a:rPr>
              <a:t>Finance</a:t>
            </a:r>
            <a:endParaRPr lang="de-DE">
              <a:solidFill>
                <a:srgbClr val="313131"/>
              </a:solidFill>
              <a:latin typeface="Arial"/>
            </a:endParaRPr>
          </a:p>
        </p:txBody>
      </p:sp>
      <p:sp>
        <p:nvSpPr>
          <p:cNvPr id="12" name="Logoschutz" hidden="1"/>
          <p:cNvSpPr/>
          <p:nvPr>
            <p:custDataLst>
              <p:tags r:id="rId4"/>
            </p:custDataLst>
          </p:nvPr>
        </p:nvSpPr>
        <p:spPr bwMode="auto">
          <a:xfrm>
            <a:off x="10930490" y="5461979"/>
            <a:ext cx="1098550" cy="1054800"/>
          </a:xfrm>
          <a:prstGeom prst="rect">
            <a:avLst/>
          </a:prstGeom>
          <a:solidFill>
            <a:srgbClr val="D9D9D9">
              <a:alpha val="50196"/>
            </a:srgbClr>
          </a:solidFill>
          <a:ln w="9525" algn="ctr">
            <a:noFill/>
            <a:miter lim="800000"/>
            <a:headEnd/>
            <a:tailEnd/>
          </a:ln>
        </p:spPr>
        <p:txBody>
          <a:bodyPr lIns="72000" tIns="72000" rIns="72000" bIns="72000" anchor="ctr"/>
          <a:lstStyle/>
          <a:p>
            <a:pPr algn="ctr">
              <a:defRPr/>
            </a:pPr>
            <a:endParaRPr lang="de-DE" sz="1800" b="1" kern="0">
              <a:latin typeface="Arial" charset="0"/>
              <a:ea typeface="ＭＳ Ｐゴシック" charset="-128"/>
            </a:endParaRPr>
          </a:p>
        </p:txBody>
      </p:sp>
      <p:sp>
        <p:nvSpPr>
          <p:cNvPr id="11" name="Logoschutz Fußzeile" hidden="1"/>
          <p:cNvSpPr>
            <a:spLocks/>
          </p:cNvSpPr>
          <p:nvPr>
            <p:custDataLst>
              <p:tags r:id="rId5"/>
            </p:custDataLst>
          </p:nvPr>
        </p:nvSpPr>
        <p:spPr bwMode="auto">
          <a:xfrm>
            <a:off x="0" y="6527297"/>
            <a:ext cx="12192000" cy="230831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lIns="72000" tIns="72000" rIns="72000" bIns="72000" rtlCol="0" anchor="ctr"/>
          <a:lstStyle/>
          <a:p>
            <a:pPr algn="ctr" eaLnBrk="1" hangingPunct="1"/>
            <a:endParaRPr lang="de-DE" sz="1800" b="1" kern="0">
              <a:latin typeface="Arial" charset="0"/>
              <a:ea typeface="ＭＳ Ｐゴシック" charset="-128"/>
            </a:endParaRPr>
          </a:p>
        </p:txBody>
      </p:sp>
      <p:sp>
        <p:nvSpPr>
          <p:cNvPr id="13" name="Layoutschutz Stempel" hidden="1"/>
          <p:cNvSpPr/>
          <p:nvPr>
            <p:custDataLst>
              <p:tags r:id="rId6"/>
            </p:custDataLst>
          </p:nvPr>
        </p:nvSpPr>
        <p:spPr bwMode="auto">
          <a:xfrm>
            <a:off x="480320" y="188640"/>
            <a:ext cx="11412000" cy="936104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lIns="72000" tIns="72000" rIns="72000" bIns="72000" rtlCol="0" anchor="ctr"/>
          <a:lstStyle/>
          <a:p>
            <a:pPr algn="ctr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GB" sz="1800" b="1" i="0" u="none" kern="0" baseline="0">
              <a:solidFill>
                <a:srgbClr val="000000"/>
              </a:solidFill>
              <a:latin typeface="Arial" panose="020B0604020202020204" pitchFamily="34" charset="0"/>
              <a:ea typeface="ＭＳ Ｐゴシック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82514270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werline, Titel_black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ogoschutz Powerline" hidden="1"/>
          <p:cNvSpPr/>
          <p:nvPr>
            <p:custDataLst>
              <p:tags r:id="rId1"/>
            </p:custDataLst>
          </p:nvPr>
        </p:nvSpPr>
        <p:spPr bwMode="auto">
          <a:xfrm>
            <a:off x="0" y="6092825"/>
            <a:ext cx="12192000" cy="401638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lIns="72000" tIns="72000" rIns="72000" bIns="72000" anchor="ctr"/>
          <a:lstStyle/>
          <a:p>
            <a:pPr algn="ctr">
              <a:defRPr/>
            </a:pPr>
            <a:endParaRPr lang="de-DE" sz="1800" b="1" kern="0">
              <a:latin typeface="Arial" charset="0"/>
              <a:ea typeface="ＭＳ Ｐゴシック" charset="-128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18400" y="284163"/>
            <a:ext cx="11340000" cy="481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de-DE"/>
              <a:t>Click </a:t>
            </a:r>
            <a:r>
              <a:rPr lang="de-DE" err="1"/>
              <a:t>to</a:t>
            </a:r>
            <a:r>
              <a:rPr lang="de-DE"/>
              <a:t> </a:t>
            </a:r>
            <a:r>
              <a:rPr lang="de-DE" err="1"/>
              <a:t>add</a:t>
            </a:r>
            <a:r>
              <a:rPr lang="de-DE"/>
              <a:t> a title</a:t>
            </a:r>
          </a:p>
        </p:txBody>
      </p:sp>
      <p:sp>
        <p:nvSpPr>
          <p:cNvPr id="12" name="Textplatzhalter 6"/>
          <p:cNvSpPr>
            <a:spLocks noGrp="1"/>
          </p:cNvSpPr>
          <p:nvPr>
            <p:ph type="body" sz="quarter" idx="13" hasCustomPrompt="1"/>
          </p:nvPr>
        </p:nvSpPr>
        <p:spPr>
          <a:xfrm>
            <a:off x="518400" y="735071"/>
            <a:ext cx="11340000" cy="275109"/>
          </a:xfrm>
          <a:prstGeom prst="rect">
            <a:avLst/>
          </a:prstGeom>
        </p:spPr>
        <p:txBody>
          <a:bodyPr tIns="0" bIns="72000" anchor="t">
            <a:no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de-DE"/>
              <a:t>Click </a:t>
            </a:r>
            <a:r>
              <a:rPr lang="de-DE" err="1"/>
              <a:t>to</a:t>
            </a:r>
            <a:r>
              <a:rPr lang="de-DE"/>
              <a:t> </a:t>
            </a:r>
            <a:r>
              <a:rPr lang="de-DE" err="1"/>
              <a:t>add</a:t>
            </a:r>
            <a:r>
              <a:rPr lang="de-DE"/>
              <a:t> a </a:t>
            </a:r>
            <a:r>
              <a:rPr lang="de-DE" err="1"/>
              <a:t>subtitle</a:t>
            </a:r>
            <a:endParaRPr lang="de-DE"/>
          </a:p>
        </p:txBody>
      </p:sp>
      <p:sp>
        <p:nvSpPr>
          <p:cNvPr id="11" name="Logoschutz Titel" hidden="1"/>
          <p:cNvSpPr>
            <a:spLocks/>
          </p:cNvSpPr>
          <p:nvPr>
            <p:custDataLst>
              <p:tags r:id="rId2"/>
            </p:custDataLst>
          </p:nvPr>
        </p:nvSpPr>
        <p:spPr bwMode="auto">
          <a:xfrm>
            <a:off x="462980" y="249584"/>
            <a:ext cx="11338240" cy="5405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72000" rIns="72000" bIns="72000" anchor="ctr"/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9pPr>
          </a:lstStyle>
          <a:p>
            <a:pPr algn="ctr" eaLnBrk="1" hangingPunct="1">
              <a:defRPr/>
            </a:pPr>
            <a:endParaRPr lang="de-DE" altLang="de-DE" sz="1800" b="1">
              <a:cs typeface="Arial" pitchFamily="34" charset="0"/>
            </a:endParaRPr>
          </a:p>
        </p:txBody>
      </p:sp>
      <p:sp>
        <p:nvSpPr>
          <p:cNvPr id="14" name="Rectangle 5"/>
          <p:cNvSpPr>
            <a:spLocks noGrp="1" noChangeArrowheads="1"/>
          </p:cNvSpPr>
          <p:nvPr>
            <p:ph type="sldNum" sz="quarter" idx="14"/>
          </p:nvPr>
        </p:nvSpPr>
        <p:spPr>
          <a:xfrm>
            <a:off x="10547027" y="6568970"/>
            <a:ext cx="508000" cy="138112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3CC140C-FC75-438E-89D5-07005EE7987E}" type="slidenum">
              <a:rPr lang="en-GB"/>
              <a:pPr>
                <a:defRPr/>
              </a:pPr>
              <a:t>‹#›</a:t>
            </a:fld>
            <a:endParaRPr lang="en-GB"/>
          </a:p>
        </p:txBody>
      </p:sp>
      <p:sp>
        <p:nvSpPr>
          <p:cNvPr id="16" name="Layoutschutz" hidden="1"/>
          <p:cNvSpPr>
            <a:spLocks/>
          </p:cNvSpPr>
          <p:nvPr>
            <p:custDataLst>
              <p:tags r:id="rId3"/>
            </p:custDataLst>
          </p:nvPr>
        </p:nvSpPr>
        <p:spPr bwMode="auto">
          <a:xfrm>
            <a:off x="500532" y="1374021"/>
            <a:ext cx="11412000" cy="41043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72000" rIns="72000" bIns="72000" anchor="ctr"/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9pPr>
          </a:lstStyle>
          <a:p>
            <a:pPr algn="ctr" eaLnBrk="1" hangingPunct="1">
              <a:defRPr/>
            </a:pPr>
            <a:endParaRPr lang="de-DE" altLang="de-DE" sz="1800" b="1">
              <a:cs typeface="Arial" pitchFamily="34" charset="0"/>
            </a:endParaRPr>
          </a:p>
        </p:txBody>
      </p:sp>
      <p:sp>
        <p:nvSpPr>
          <p:cNvPr id="15" name="Logoschutz" hidden="1"/>
          <p:cNvSpPr/>
          <p:nvPr>
            <p:custDataLst>
              <p:tags r:id="rId4"/>
            </p:custDataLst>
          </p:nvPr>
        </p:nvSpPr>
        <p:spPr bwMode="auto">
          <a:xfrm>
            <a:off x="10930490" y="5461979"/>
            <a:ext cx="1098550" cy="1018735"/>
          </a:xfrm>
          <a:prstGeom prst="rect">
            <a:avLst/>
          </a:prstGeom>
          <a:solidFill>
            <a:srgbClr val="D9D9D9">
              <a:alpha val="50196"/>
            </a:srgbClr>
          </a:solidFill>
          <a:ln w="9525" algn="ctr">
            <a:noFill/>
            <a:miter lim="800000"/>
            <a:headEnd/>
            <a:tailEnd/>
          </a:ln>
        </p:spPr>
        <p:txBody>
          <a:bodyPr lIns="72000" tIns="72000" rIns="72000" bIns="72000" anchor="ctr"/>
          <a:lstStyle/>
          <a:p>
            <a:pPr algn="ctr">
              <a:defRPr/>
            </a:pPr>
            <a:endParaRPr lang="de-DE" sz="1800" b="1" kern="0">
              <a:latin typeface="Arial" charset="0"/>
              <a:ea typeface="ＭＳ Ｐゴシック" charset="-128"/>
            </a:endParaRP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GB"/>
              <a:t>Department | Name | Date</a:t>
            </a:r>
          </a:p>
        </p:txBody>
      </p:sp>
      <p:sp>
        <p:nvSpPr>
          <p:cNvPr id="13" name="Layoutschutz unten" hidden="1"/>
          <p:cNvSpPr/>
          <p:nvPr>
            <p:custDataLst>
              <p:tags r:id="rId5"/>
            </p:custDataLst>
          </p:nvPr>
        </p:nvSpPr>
        <p:spPr bwMode="auto">
          <a:xfrm>
            <a:off x="516468" y="5442969"/>
            <a:ext cx="10332060" cy="640117"/>
          </a:xfrm>
          <a:prstGeom prst="rect">
            <a:avLst/>
          </a:prstGeom>
          <a:solidFill>
            <a:schemeClr val="accent3"/>
          </a:solidFill>
          <a:ln w="9525" algn="ctr">
            <a:noFill/>
            <a:miter lim="800000"/>
            <a:headEnd/>
            <a:tailEnd/>
          </a:ln>
        </p:spPr>
        <p:txBody>
          <a:bodyPr lIns="72000" tIns="72000" rIns="72000" bIns="72000" rtlCol="0" anchor="ctr"/>
          <a:lstStyle/>
          <a:p>
            <a:pPr algn="ctr" eaLnBrk="1" hangingPunct="1"/>
            <a:endParaRPr lang="de-DE" sz="1800" b="1" kern="0">
              <a:latin typeface="Arial" charset="0"/>
              <a:ea typeface="ＭＳ Ｐゴシック" charset="-128"/>
            </a:endParaRPr>
          </a:p>
        </p:txBody>
      </p:sp>
      <p:sp>
        <p:nvSpPr>
          <p:cNvPr id="17" name="Logoschutz Fußzeile" hidden="1"/>
          <p:cNvSpPr>
            <a:spLocks/>
          </p:cNvSpPr>
          <p:nvPr>
            <p:custDataLst>
              <p:tags r:id="rId6"/>
            </p:custDataLst>
          </p:nvPr>
        </p:nvSpPr>
        <p:spPr bwMode="auto">
          <a:xfrm>
            <a:off x="0" y="6527297"/>
            <a:ext cx="12192000" cy="230831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lIns="72000" tIns="72000" rIns="72000" bIns="72000" rtlCol="0" anchor="ctr"/>
          <a:lstStyle/>
          <a:p>
            <a:pPr algn="ctr" eaLnBrk="1" hangingPunct="1"/>
            <a:endParaRPr lang="de-DE" sz="1800" b="1" kern="0">
              <a:latin typeface="Arial" charset="0"/>
              <a:ea typeface="ＭＳ Ｐゴシック" charset="-128"/>
            </a:endParaRPr>
          </a:p>
        </p:txBody>
      </p:sp>
      <p:sp>
        <p:nvSpPr>
          <p:cNvPr id="19" name="Layoutschutz Haupttitel" hidden="1"/>
          <p:cNvSpPr>
            <a:spLocks/>
          </p:cNvSpPr>
          <p:nvPr>
            <p:custDataLst>
              <p:tags r:id="rId7"/>
            </p:custDataLst>
          </p:nvPr>
        </p:nvSpPr>
        <p:spPr bwMode="auto">
          <a:xfrm>
            <a:off x="479376" y="249584"/>
            <a:ext cx="11412000" cy="5405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lIns="72000" tIns="72000" rIns="72000" bIns="72000" anchor="ctr"/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9pPr>
          </a:lstStyle>
          <a:p>
            <a:pPr algn="ctr" eaLnBrk="1" hangingPunct="1">
              <a:defRPr/>
            </a:pPr>
            <a:endParaRPr lang="de-DE" altLang="de-DE" sz="1800" b="1">
              <a:cs typeface="Arial" pitchFamily="34" charset="0"/>
            </a:endParaRPr>
          </a:p>
        </p:txBody>
      </p:sp>
      <p:sp>
        <p:nvSpPr>
          <p:cNvPr id="20" name="Layoutschutz Untertitel" hidden="1"/>
          <p:cNvSpPr>
            <a:spLocks/>
          </p:cNvSpPr>
          <p:nvPr>
            <p:custDataLst>
              <p:tags r:id="rId8"/>
            </p:custDataLst>
          </p:nvPr>
        </p:nvSpPr>
        <p:spPr bwMode="auto">
          <a:xfrm>
            <a:off x="479376" y="764704"/>
            <a:ext cx="11412000" cy="36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lIns="72000" tIns="72000" rIns="72000" bIns="72000" anchor="ctr"/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9pPr>
          </a:lstStyle>
          <a:p>
            <a:pPr algn="ctr" eaLnBrk="1" hangingPunct="1">
              <a:defRPr/>
            </a:pPr>
            <a:endParaRPr lang="de-DE" altLang="de-DE" sz="1800" b="1">
              <a:cs typeface="Arial" pitchFamily="34" charset="0"/>
            </a:endParaRPr>
          </a:p>
        </p:txBody>
      </p:sp>
      <p:pic>
        <p:nvPicPr>
          <p:cNvPr id="5" name="Grafik 4" descr="Ein Bild, das Text enthält.&#10;&#10;Automatisch generierte Beschreibung">
            <a:extLst>
              <a:ext uri="{FF2B5EF4-FFF2-40B4-BE49-F238E27FC236}">
                <a16:creationId xmlns:a16="http://schemas.microsoft.com/office/drawing/2014/main" id="{BBFD6318-8B20-4BB8-9BDD-F4AD9952A6A3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57"/>
            <a:ext cx="12192000" cy="6856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016727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werline, Titel, Inhalt, black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ogoschutz Powerline" hidden="1"/>
          <p:cNvSpPr/>
          <p:nvPr>
            <p:custDataLst>
              <p:tags r:id="rId1"/>
            </p:custDataLst>
          </p:nvPr>
        </p:nvSpPr>
        <p:spPr bwMode="auto">
          <a:xfrm>
            <a:off x="0" y="6092825"/>
            <a:ext cx="12192000" cy="401638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lIns="72000" tIns="72000" rIns="72000" bIns="72000" anchor="ctr"/>
          <a:lstStyle/>
          <a:p>
            <a:pPr algn="ctr">
              <a:defRPr/>
            </a:pPr>
            <a:endParaRPr lang="de-DE" sz="1800" b="1" kern="0">
              <a:latin typeface="Arial" charset="0"/>
              <a:ea typeface="ＭＳ Ｐゴシック" charset="-128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18400" y="284163"/>
            <a:ext cx="11340000" cy="481012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de-DE"/>
              <a:t>Click </a:t>
            </a:r>
            <a:r>
              <a:rPr lang="de-DE" err="1"/>
              <a:t>to</a:t>
            </a:r>
            <a:r>
              <a:rPr lang="de-DE"/>
              <a:t> </a:t>
            </a:r>
            <a:r>
              <a:rPr lang="de-DE" err="1"/>
              <a:t>add</a:t>
            </a:r>
            <a:r>
              <a:rPr lang="de-DE"/>
              <a:t> a title</a:t>
            </a:r>
          </a:p>
        </p:txBody>
      </p:sp>
      <p:sp>
        <p:nvSpPr>
          <p:cNvPr id="12" name="Textplatzhalter 6"/>
          <p:cNvSpPr>
            <a:spLocks noGrp="1"/>
          </p:cNvSpPr>
          <p:nvPr>
            <p:ph type="body" sz="quarter" idx="13" hasCustomPrompt="1"/>
          </p:nvPr>
        </p:nvSpPr>
        <p:spPr>
          <a:xfrm>
            <a:off x="518400" y="735071"/>
            <a:ext cx="11340000" cy="275109"/>
          </a:xfrm>
          <a:prstGeom prst="rect">
            <a:avLst/>
          </a:prstGeom>
        </p:spPr>
        <p:txBody>
          <a:bodyPr tIns="0" bIns="72000" anchor="t">
            <a:no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de-DE"/>
              <a:t>Click </a:t>
            </a:r>
            <a:r>
              <a:rPr lang="de-DE" err="1"/>
              <a:t>to</a:t>
            </a:r>
            <a:r>
              <a:rPr lang="de-DE"/>
              <a:t> </a:t>
            </a:r>
            <a:r>
              <a:rPr lang="de-DE" err="1"/>
              <a:t>add</a:t>
            </a:r>
            <a:r>
              <a:rPr lang="de-DE"/>
              <a:t> a </a:t>
            </a:r>
            <a:r>
              <a:rPr lang="de-DE" err="1"/>
              <a:t>subtitle</a:t>
            </a:r>
            <a:endParaRPr lang="de-DE"/>
          </a:p>
        </p:txBody>
      </p:sp>
      <p:sp>
        <p:nvSpPr>
          <p:cNvPr id="11" name="Logoschutz Titel" hidden="1"/>
          <p:cNvSpPr>
            <a:spLocks/>
          </p:cNvSpPr>
          <p:nvPr>
            <p:custDataLst>
              <p:tags r:id="rId2"/>
            </p:custDataLst>
          </p:nvPr>
        </p:nvSpPr>
        <p:spPr bwMode="auto">
          <a:xfrm>
            <a:off x="462980" y="249584"/>
            <a:ext cx="11338240" cy="5405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72000" rIns="72000" bIns="72000" anchor="ctr"/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9pPr>
          </a:lstStyle>
          <a:p>
            <a:pPr algn="ctr" eaLnBrk="1" hangingPunct="1">
              <a:defRPr/>
            </a:pPr>
            <a:endParaRPr lang="de-DE" altLang="de-DE" sz="1800" b="1">
              <a:cs typeface="Arial" pitchFamily="34" charset="0"/>
            </a:endParaRPr>
          </a:p>
        </p:txBody>
      </p:sp>
      <p:sp>
        <p:nvSpPr>
          <p:cNvPr id="14" name="Rectangle 5"/>
          <p:cNvSpPr>
            <a:spLocks noGrp="1" noChangeArrowheads="1"/>
          </p:cNvSpPr>
          <p:nvPr>
            <p:ph type="sldNum" sz="quarter" idx="14"/>
          </p:nvPr>
        </p:nvSpPr>
        <p:spPr>
          <a:xfrm>
            <a:off x="10547027" y="6568970"/>
            <a:ext cx="508000" cy="138112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3CC140C-FC75-438E-89D5-07005EE7987E}" type="slidenum">
              <a:rPr lang="de-DE"/>
              <a:pPr>
                <a:defRPr/>
              </a:pPr>
              <a:t>‹#›</a:t>
            </a:fld>
            <a:endParaRPr lang="de-DE"/>
          </a:p>
        </p:txBody>
      </p:sp>
      <p:sp>
        <p:nvSpPr>
          <p:cNvPr id="16" name="Layoutschutz" hidden="1"/>
          <p:cNvSpPr>
            <a:spLocks/>
          </p:cNvSpPr>
          <p:nvPr>
            <p:custDataLst>
              <p:tags r:id="rId3"/>
            </p:custDataLst>
          </p:nvPr>
        </p:nvSpPr>
        <p:spPr bwMode="auto">
          <a:xfrm>
            <a:off x="500532" y="1374021"/>
            <a:ext cx="11412000" cy="41043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72000" rIns="72000" bIns="72000" anchor="ctr"/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9pPr>
          </a:lstStyle>
          <a:p>
            <a:pPr algn="ctr" eaLnBrk="1" hangingPunct="1">
              <a:defRPr/>
            </a:pPr>
            <a:endParaRPr lang="de-DE" altLang="de-DE" sz="1800" b="1">
              <a:cs typeface="Arial" pitchFamily="34" charset="0"/>
            </a:endParaRPr>
          </a:p>
        </p:txBody>
      </p:sp>
      <p:sp>
        <p:nvSpPr>
          <p:cNvPr id="15" name="Logoschutz" hidden="1"/>
          <p:cNvSpPr/>
          <p:nvPr>
            <p:custDataLst>
              <p:tags r:id="rId4"/>
            </p:custDataLst>
          </p:nvPr>
        </p:nvSpPr>
        <p:spPr bwMode="auto">
          <a:xfrm>
            <a:off x="10930490" y="5461979"/>
            <a:ext cx="1098550" cy="1018735"/>
          </a:xfrm>
          <a:prstGeom prst="rect">
            <a:avLst/>
          </a:prstGeom>
          <a:solidFill>
            <a:srgbClr val="D9D9D9">
              <a:alpha val="50196"/>
            </a:srgbClr>
          </a:solidFill>
          <a:ln w="9525" algn="ctr">
            <a:noFill/>
            <a:miter lim="800000"/>
            <a:headEnd/>
            <a:tailEnd/>
          </a:ln>
        </p:spPr>
        <p:txBody>
          <a:bodyPr lIns="72000" tIns="72000" rIns="72000" bIns="72000" anchor="ctr"/>
          <a:lstStyle/>
          <a:p>
            <a:pPr algn="ctr">
              <a:defRPr/>
            </a:pPr>
            <a:endParaRPr lang="de-DE" sz="1800" b="1" kern="0">
              <a:latin typeface="Arial" charset="0"/>
              <a:ea typeface="ＭＳ Ｐゴシック" charset="-128"/>
            </a:endParaRP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Department | Name | Date</a:t>
            </a:r>
          </a:p>
        </p:txBody>
      </p:sp>
      <p:sp>
        <p:nvSpPr>
          <p:cNvPr id="13" name="Layoutschutz unten" hidden="1"/>
          <p:cNvSpPr/>
          <p:nvPr>
            <p:custDataLst>
              <p:tags r:id="rId5"/>
            </p:custDataLst>
          </p:nvPr>
        </p:nvSpPr>
        <p:spPr bwMode="auto">
          <a:xfrm>
            <a:off x="516468" y="5442969"/>
            <a:ext cx="10332060" cy="640117"/>
          </a:xfrm>
          <a:prstGeom prst="rect">
            <a:avLst/>
          </a:prstGeom>
          <a:solidFill>
            <a:schemeClr val="accent3"/>
          </a:solidFill>
          <a:ln w="9525" algn="ctr">
            <a:noFill/>
            <a:miter lim="800000"/>
            <a:headEnd/>
            <a:tailEnd/>
          </a:ln>
        </p:spPr>
        <p:txBody>
          <a:bodyPr lIns="72000" tIns="72000" rIns="72000" bIns="72000" rtlCol="0" anchor="ctr"/>
          <a:lstStyle/>
          <a:p>
            <a:pPr algn="ctr" eaLnBrk="1" hangingPunct="1"/>
            <a:endParaRPr lang="de-DE" sz="1800" b="1" kern="0">
              <a:latin typeface="Arial" charset="0"/>
              <a:ea typeface="ＭＳ Ｐゴシック" charset="-128"/>
            </a:endParaRPr>
          </a:p>
        </p:txBody>
      </p:sp>
      <p:sp>
        <p:nvSpPr>
          <p:cNvPr id="17" name="Logoschutz Fußzeile" hidden="1"/>
          <p:cNvSpPr>
            <a:spLocks/>
          </p:cNvSpPr>
          <p:nvPr>
            <p:custDataLst>
              <p:tags r:id="rId6"/>
            </p:custDataLst>
          </p:nvPr>
        </p:nvSpPr>
        <p:spPr bwMode="auto">
          <a:xfrm>
            <a:off x="0" y="6527297"/>
            <a:ext cx="12192000" cy="230831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lIns="72000" tIns="72000" rIns="72000" bIns="72000" rtlCol="0" anchor="ctr"/>
          <a:lstStyle/>
          <a:p>
            <a:pPr algn="ctr" eaLnBrk="1" hangingPunct="1"/>
            <a:endParaRPr lang="de-DE" sz="1800" b="1" kern="0">
              <a:latin typeface="Arial" charset="0"/>
              <a:ea typeface="ＭＳ Ｐゴシック" charset="-128"/>
            </a:endParaRPr>
          </a:p>
        </p:txBody>
      </p:sp>
      <p:sp>
        <p:nvSpPr>
          <p:cNvPr id="19" name="Layoutschutz Haupttitel" hidden="1"/>
          <p:cNvSpPr>
            <a:spLocks/>
          </p:cNvSpPr>
          <p:nvPr>
            <p:custDataLst>
              <p:tags r:id="rId7"/>
            </p:custDataLst>
          </p:nvPr>
        </p:nvSpPr>
        <p:spPr bwMode="auto">
          <a:xfrm>
            <a:off x="479376" y="249584"/>
            <a:ext cx="11412000" cy="5405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lIns="72000" tIns="72000" rIns="72000" bIns="72000" anchor="ctr"/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9pPr>
          </a:lstStyle>
          <a:p>
            <a:pPr algn="ctr" eaLnBrk="1" hangingPunct="1">
              <a:defRPr/>
            </a:pPr>
            <a:endParaRPr lang="de-DE" altLang="de-DE" sz="1800" b="1">
              <a:cs typeface="Arial" pitchFamily="34" charset="0"/>
            </a:endParaRPr>
          </a:p>
        </p:txBody>
      </p:sp>
      <p:sp>
        <p:nvSpPr>
          <p:cNvPr id="20" name="Layoutschutz Untertitel" hidden="1"/>
          <p:cNvSpPr>
            <a:spLocks/>
          </p:cNvSpPr>
          <p:nvPr>
            <p:custDataLst>
              <p:tags r:id="rId8"/>
            </p:custDataLst>
          </p:nvPr>
        </p:nvSpPr>
        <p:spPr bwMode="auto">
          <a:xfrm>
            <a:off x="479376" y="764704"/>
            <a:ext cx="11412000" cy="36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lIns="72000" tIns="72000" rIns="72000" bIns="72000" anchor="ctr"/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9pPr>
          </a:lstStyle>
          <a:p>
            <a:pPr algn="ctr" eaLnBrk="1" hangingPunct="1">
              <a:defRPr/>
            </a:pPr>
            <a:endParaRPr lang="de-DE" altLang="de-DE" sz="1800" b="1">
              <a:cs typeface="Arial" pitchFamily="34" charset="0"/>
            </a:endParaRPr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9F9F80E4-59A4-73CA-0F35-8D1B3D3941B6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515938" y="1411200"/>
            <a:ext cx="11341099" cy="4032250"/>
          </a:xfrm>
          <a:prstGeom prst="rect">
            <a:avLst/>
          </a:prstGeom>
        </p:spPr>
        <p:txBody>
          <a:bodyPr/>
          <a:lstStyle>
            <a:lvl2pPr>
              <a:defRPr/>
            </a:lvl2pPr>
            <a:lvl5pPr marL="712788" indent="-169863">
              <a:buFont typeface="Symbol" panose="05050102010706020507" pitchFamily="18" charset="2"/>
              <a:buChar char="-"/>
              <a:defRPr/>
            </a:lvl5pPr>
          </a:lstStyle>
          <a:p>
            <a:pPr lvl="0"/>
            <a:r>
              <a:rPr lang="de-DE"/>
              <a:t>Click </a:t>
            </a:r>
            <a:r>
              <a:rPr lang="de-DE" err="1"/>
              <a:t>to</a:t>
            </a:r>
            <a:r>
              <a:rPr lang="de-DE"/>
              <a:t> </a:t>
            </a:r>
            <a:r>
              <a:rPr lang="de-DE" err="1"/>
              <a:t>add</a:t>
            </a:r>
            <a:r>
              <a:rPr lang="de-DE"/>
              <a:t> a </a:t>
            </a:r>
            <a:r>
              <a:rPr lang="de-DE" err="1"/>
              <a:t>text</a:t>
            </a:r>
            <a:endParaRPr lang="de-DE"/>
          </a:p>
          <a:p>
            <a:pPr lvl="1"/>
            <a:r>
              <a:rPr lang="de-DE"/>
              <a:t>Second </a:t>
            </a:r>
            <a:r>
              <a:rPr lang="de-DE" err="1"/>
              <a:t>layer</a:t>
            </a:r>
            <a:endParaRPr lang="de-DE"/>
          </a:p>
          <a:p>
            <a:pPr lvl="2"/>
            <a:r>
              <a:rPr lang="de-DE"/>
              <a:t>Third </a:t>
            </a:r>
            <a:r>
              <a:rPr lang="de-DE" err="1"/>
              <a:t>layer</a:t>
            </a:r>
            <a:endParaRPr lang="de-DE"/>
          </a:p>
          <a:p>
            <a:pPr lvl="3"/>
            <a:r>
              <a:rPr lang="de-DE" err="1"/>
              <a:t>Fourth</a:t>
            </a:r>
            <a:r>
              <a:rPr lang="de-DE"/>
              <a:t> </a:t>
            </a:r>
            <a:r>
              <a:rPr lang="de-DE" err="1"/>
              <a:t>layer</a:t>
            </a:r>
            <a:endParaRPr lang="de-DE"/>
          </a:p>
        </p:txBody>
      </p:sp>
      <p:pic>
        <p:nvPicPr>
          <p:cNvPr id="6" name="Grafik 5" descr="Ein Bild, das Text enthält.&#10;&#10;Automatisch generierte Beschreibung">
            <a:extLst>
              <a:ext uri="{FF2B5EF4-FFF2-40B4-BE49-F238E27FC236}">
                <a16:creationId xmlns:a16="http://schemas.microsoft.com/office/drawing/2014/main" id="{846DBFB2-C73A-C940-DF84-697E7BCEEB52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227" y="-818"/>
            <a:ext cx="12192000" cy="6856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01888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Nur Powerline_schwarz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ogoschutz Powerline" hidden="1"/>
          <p:cNvSpPr/>
          <p:nvPr>
            <p:custDataLst>
              <p:tags r:id="rId1"/>
            </p:custDataLst>
          </p:nvPr>
        </p:nvSpPr>
        <p:spPr bwMode="auto">
          <a:xfrm>
            <a:off x="0" y="6092825"/>
            <a:ext cx="12192000" cy="401638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lIns="72000" tIns="72000" rIns="72000" bIns="72000" anchor="ctr"/>
          <a:lstStyle/>
          <a:p>
            <a:pPr algn="ctr">
              <a:defRPr/>
            </a:pPr>
            <a:endParaRPr lang="de-DE" sz="1800" b="1" kern="0">
              <a:latin typeface="Arial" charset="0"/>
              <a:ea typeface="ＭＳ Ｐゴシック" charset="-128"/>
            </a:endParaRPr>
          </a:p>
        </p:txBody>
      </p:sp>
      <p:sp>
        <p:nvSpPr>
          <p:cNvPr id="8" name="chteck 7" hidden="1"/>
          <p:cNvSpPr>
            <a:spLocks/>
          </p:cNvSpPr>
          <p:nvPr>
            <p:custDataLst>
              <p:tags r:id="rId2"/>
            </p:custDataLst>
          </p:nvPr>
        </p:nvSpPr>
        <p:spPr bwMode="auto">
          <a:xfrm>
            <a:off x="500533" y="1374021"/>
            <a:ext cx="11281835" cy="41043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72000" rIns="72000" bIns="72000" anchor="ctr"/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9pPr>
          </a:lstStyle>
          <a:p>
            <a:pPr algn="ctr" eaLnBrk="1" hangingPunct="1">
              <a:defRPr/>
            </a:pPr>
            <a:endParaRPr lang="de-DE" altLang="de-DE" sz="1800" b="1">
              <a:cs typeface="Arial" pitchFamily="34" charset="0"/>
            </a:endParaRPr>
          </a:p>
        </p:txBody>
      </p:sp>
      <p:sp>
        <p:nvSpPr>
          <p:cNvPr id="10" name="Rectangle 5"/>
          <p:cNvSpPr>
            <a:spLocks noGrp="1" noChangeArrowheads="1"/>
          </p:cNvSpPr>
          <p:nvPr>
            <p:ph type="sldNum" sz="quarter" idx="13"/>
          </p:nvPr>
        </p:nvSpPr>
        <p:spPr>
          <a:xfrm>
            <a:off x="10547027" y="6568970"/>
            <a:ext cx="508000" cy="138112"/>
          </a:xfrm>
          <a:prstGeom prst="rect">
            <a:avLst/>
          </a:prstGeom>
          <a:ln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F3CC140C-FC75-438E-89D5-07005EE7987E}" type="slidenum">
              <a:rPr lang="en-GB"/>
              <a:pPr>
                <a:defRPr/>
              </a:pPr>
              <a:t>‹#›</a:t>
            </a:fld>
            <a:endParaRPr lang="en-GB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en-GB"/>
              <a:t>Department | Name | Date</a:t>
            </a:r>
          </a:p>
        </p:txBody>
      </p:sp>
      <p:sp>
        <p:nvSpPr>
          <p:cNvPr id="14" name="Logoschutz" hidden="1"/>
          <p:cNvSpPr/>
          <p:nvPr>
            <p:custDataLst>
              <p:tags r:id="rId3"/>
            </p:custDataLst>
          </p:nvPr>
        </p:nvSpPr>
        <p:spPr bwMode="auto">
          <a:xfrm>
            <a:off x="10930490" y="5461979"/>
            <a:ext cx="1098550" cy="1054800"/>
          </a:xfrm>
          <a:prstGeom prst="rect">
            <a:avLst/>
          </a:prstGeom>
          <a:solidFill>
            <a:srgbClr val="D9D9D9">
              <a:alpha val="50196"/>
            </a:srgbClr>
          </a:solidFill>
          <a:ln w="9525" algn="ctr">
            <a:noFill/>
            <a:miter lim="800000"/>
            <a:headEnd/>
            <a:tailEnd/>
          </a:ln>
        </p:spPr>
        <p:txBody>
          <a:bodyPr lIns="72000" tIns="72000" rIns="72000" bIns="72000" anchor="ctr"/>
          <a:lstStyle/>
          <a:p>
            <a:pPr algn="ctr">
              <a:defRPr/>
            </a:pPr>
            <a:endParaRPr lang="de-DE" sz="1800" b="1" kern="0">
              <a:latin typeface="Arial" charset="0"/>
              <a:ea typeface="ＭＳ Ｐゴシック" charset="-128"/>
            </a:endParaRPr>
          </a:p>
        </p:txBody>
      </p:sp>
      <p:sp>
        <p:nvSpPr>
          <p:cNvPr id="13" name="Layoutschutz unten" hidden="1"/>
          <p:cNvSpPr/>
          <p:nvPr>
            <p:custDataLst>
              <p:tags r:id="rId4"/>
            </p:custDataLst>
          </p:nvPr>
        </p:nvSpPr>
        <p:spPr bwMode="auto">
          <a:xfrm>
            <a:off x="668868" y="5595369"/>
            <a:ext cx="10332060" cy="640117"/>
          </a:xfrm>
          <a:prstGeom prst="rect">
            <a:avLst/>
          </a:prstGeom>
          <a:solidFill>
            <a:schemeClr val="accent3"/>
          </a:solidFill>
          <a:ln w="9525" algn="ctr">
            <a:noFill/>
            <a:miter lim="800000"/>
            <a:headEnd/>
            <a:tailEnd/>
          </a:ln>
        </p:spPr>
        <p:txBody>
          <a:bodyPr lIns="72000" tIns="72000" rIns="72000" bIns="72000" rtlCol="0" anchor="ctr"/>
          <a:lstStyle/>
          <a:p>
            <a:pPr algn="ctr" eaLnBrk="1" hangingPunct="1"/>
            <a:endParaRPr lang="de-DE" sz="1800" b="1" kern="0">
              <a:latin typeface="Arial" charset="0"/>
              <a:ea typeface="ＭＳ Ｐゴシック" charset="-128"/>
            </a:endParaRPr>
          </a:p>
        </p:txBody>
      </p:sp>
      <p:sp>
        <p:nvSpPr>
          <p:cNvPr id="15" name="Logoschutz Fußzeile" hidden="1"/>
          <p:cNvSpPr>
            <a:spLocks/>
          </p:cNvSpPr>
          <p:nvPr>
            <p:custDataLst>
              <p:tags r:id="rId5"/>
            </p:custDataLst>
          </p:nvPr>
        </p:nvSpPr>
        <p:spPr bwMode="auto">
          <a:xfrm>
            <a:off x="0" y="6527297"/>
            <a:ext cx="12192000" cy="230831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lIns="72000" tIns="72000" rIns="72000" bIns="72000" rtlCol="0" anchor="ctr"/>
          <a:lstStyle/>
          <a:p>
            <a:pPr algn="ctr" eaLnBrk="1" hangingPunct="1"/>
            <a:endParaRPr lang="de-DE" sz="1800" b="1" kern="0">
              <a:latin typeface="Arial" charset="0"/>
              <a:ea typeface="ＭＳ Ｐゴシック" charset="-128"/>
            </a:endParaRPr>
          </a:p>
        </p:txBody>
      </p:sp>
      <p:sp>
        <p:nvSpPr>
          <p:cNvPr id="12" name="Layoutschutz" hidden="1"/>
          <p:cNvSpPr>
            <a:spLocks/>
          </p:cNvSpPr>
          <p:nvPr>
            <p:custDataLst>
              <p:tags r:id="rId6"/>
            </p:custDataLst>
          </p:nvPr>
        </p:nvSpPr>
        <p:spPr bwMode="auto">
          <a:xfrm>
            <a:off x="0" y="0"/>
            <a:ext cx="12192000" cy="5475288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lIns="72000" tIns="72000" rIns="72000" bIns="72000" anchor="ctr"/>
          <a:lstStyle/>
          <a:p>
            <a:pPr algn="ctr">
              <a:defRPr/>
            </a:pPr>
            <a:endParaRPr lang="de-DE" sz="1800" b="1" kern="0">
              <a:latin typeface="Arial" charset="0"/>
              <a:ea typeface="ＭＳ Ｐゴシック" charset="-128"/>
            </a:endParaRPr>
          </a:p>
        </p:txBody>
      </p:sp>
      <p:pic>
        <p:nvPicPr>
          <p:cNvPr id="4" name="Grafik 3" descr="Ein Bild, das Text enthält.&#10;&#10;Automatisch generierte Beschreibung">
            <a:extLst>
              <a:ext uri="{FF2B5EF4-FFF2-40B4-BE49-F238E27FC236}">
                <a16:creationId xmlns:a16="http://schemas.microsoft.com/office/drawing/2014/main" id="{1F25C86F-FACD-46B2-8810-F52E9396F54F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57"/>
            <a:ext cx="12192000" cy="6856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97495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_schwarz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ogoschutz Powerline" hidden="1"/>
          <p:cNvSpPr/>
          <p:nvPr>
            <p:custDataLst>
              <p:tags r:id="rId1"/>
            </p:custDataLst>
          </p:nvPr>
        </p:nvSpPr>
        <p:spPr bwMode="auto">
          <a:xfrm>
            <a:off x="0" y="6092825"/>
            <a:ext cx="12192000" cy="401638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lIns="72000" tIns="72000" rIns="72000" bIns="72000" anchor="ctr"/>
          <a:lstStyle/>
          <a:p>
            <a:pPr algn="ctr">
              <a:defRPr/>
            </a:pPr>
            <a:endParaRPr lang="de-DE" sz="1800" b="1" kern="0">
              <a:latin typeface="Arial" charset="0"/>
              <a:ea typeface="ＭＳ Ｐゴシック" charset="-128"/>
            </a:endParaRPr>
          </a:p>
        </p:txBody>
      </p:sp>
      <p:sp>
        <p:nvSpPr>
          <p:cNvPr id="8" name="chteck 7" hidden="1"/>
          <p:cNvSpPr>
            <a:spLocks/>
          </p:cNvSpPr>
          <p:nvPr>
            <p:custDataLst>
              <p:tags r:id="rId2"/>
            </p:custDataLst>
          </p:nvPr>
        </p:nvSpPr>
        <p:spPr bwMode="auto">
          <a:xfrm>
            <a:off x="500533" y="1374021"/>
            <a:ext cx="11281835" cy="41043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2000" tIns="72000" rIns="72000" bIns="72000" anchor="ctr"/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MS PGothic" pitchFamily="34" charset="-128"/>
              </a:defRPr>
            </a:lvl9pPr>
          </a:lstStyle>
          <a:p>
            <a:pPr algn="ctr" eaLnBrk="1" hangingPunct="1">
              <a:defRPr/>
            </a:pPr>
            <a:endParaRPr lang="de-DE" altLang="de-DE" sz="1800" b="1">
              <a:cs typeface="Arial" pitchFamily="34" charset="0"/>
            </a:endParaRPr>
          </a:p>
        </p:txBody>
      </p:sp>
      <p:sp>
        <p:nvSpPr>
          <p:cNvPr id="10" name="Rectangle 5"/>
          <p:cNvSpPr>
            <a:spLocks noGrp="1" noChangeArrowheads="1"/>
          </p:cNvSpPr>
          <p:nvPr>
            <p:ph type="sldNum" sz="quarter" idx="13"/>
          </p:nvPr>
        </p:nvSpPr>
        <p:spPr>
          <a:xfrm>
            <a:off x="10547027" y="6568970"/>
            <a:ext cx="508000" cy="138112"/>
          </a:xfrm>
          <a:prstGeom prst="rect">
            <a:avLst/>
          </a:prstGeom>
          <a:ln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F3CC140C-FC75-438E-89D5-07005EE7987E}" type="slidenum">
              <a:rPr lang="en-GB"/>
              <a:pPr>
                <a:defRPr/>
              </a:pPr>
              <a:t>‹#›</a:t>
            </a:fld>
            <a:endParaRPr lang="en-GB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en-GB"/>
              <a:t>Department | Name | Date</a:t>
            </a:r>
          </a:p>
        </p:txBody>
      </p:sp>
      <p:sp>
        <p:nvSpPr>
          <p:cNvPr id="14" name="Logoschutz" hidden="1"/>
          <p:cNvSpPr/>
          <p:nvPr>
            <p:custDataLst>
              <p:tags r:id="rId3"/>
            </p:custDataLst>
          </p:nvPr>
        </p:nvSpPr>
        <p:spPr bwMode="auto">
          <a:xfrm>
            <a:off x="10930490" y="5461979"/>
            <a:ext cx="1098550" cy="1054800"/>
          </a:xfrm>
          <a:prstGeom prst="rect">
            <a:avLst/>
          </a:prstGeom>
          <a:solidFill>
            <a:srgbClr val="D9D9D9">
              <a:alpha val="50196"/>
            </a:srgbClr>
          </a:solidFill>
          <a:ln w="9525" algn="ctr">
            <a:noFill/>
            <a:miter lim="800000"/>
            <a:headEnd/>
            <a:tailEnd/>
          </a:ln>
        </p:spPr>
        <p:txBody>
          <a:bodyPr lIns="72000" tIns="72000" rIns="72000" bIns="72000" anchor="ctr"/>
          <a:lstStyle/>
          <a:p>
            <a:pPr algn="ctr">
              <a:defRPr/>
            </a:pPr>
            <a:endParaRPr lang="de-DE" sz="1800" b="1" kern="0">
              <a:latin typeface="Arial" charset="0"/>
              <a:ea typeface="ＭＳ Ｐゴシック" charset="-128"/>
            </a:endParaRPr>
          </a:p>
        </p:txBody>
      </p:sp>
      <p:sp>
        <p:nvSpPr>
          <p:cNvPr id="13" name="Layoutschutz unten" hidden="1"/>
          <p:cNvSpPr/>
          <p:nvPr>
            <p:custDataLst>
              <p:tags r:id="rId4"/>
            </p:custDataLst>
          </p:nvPr>
        </p:nvSpPr>
        <p:spPr bwMode="auto">
          <a:xfrm>
            <a:off x="668868" y="5595369"/>
            <a:ext cx="10332060" cy="640117"/>
          </a:xfrm>
          <a:prstGeom prst="rect">
            <a:avLst/>
          </a:prstGeom>
          <a:solidFill>
            <a:schemeClr val="accent3"/>
          </a:solidFill>
          <a:ln w="9525" algn="ctr">
            <a:noFill/>
            <a:miter lim="800000"/>
            <a:headEnd/>
            <a:tailEnd/>
          </a:ln>
        </p:spPr>
        <p:txBody>
          <a:bodyPr lIns="72000" tIns="72000" rIns="72000" bIns="72000" rtlCol="0" anchor="ctr"/>
          <a:lstStyle/>
          <a:p>
            <a:pPr algn="ctr" eaLnBrk="1" hangingPunct="1"/>
            <a:endParaRPr lang="de-DE" sz="1800" b="1" kern="0">
              <a:latin typeface="Arial" charset="0"/>
              <a:ea typeface="ＭＳ Ｐゴシック" charset="-128"/>
            </a:endParaRPr>
          </a:p>
        </p:txBody>
      </p:sp>
      <p:sp>
        <p:nvSpPr>
          <p:cNvPr id="15" name="Logoschutz Fußzeile" hidden="1"/>
          <p:cNvSpPr>
            <a:spLocks/>
          </p:cNvSpPr>
          <p:nvPr>
            <p:custDataLst>
              <p:tags r:id="rId5"/>
            </p:custDataLst>
          </p:nvPr>
        </p:nvSpPr>
        <p:spPr bwMode="auto">
          <a:xfrm>
            <a:off x="0" y="6527297"/>
            <a:ext cx="12192000" cy="230831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lIns="72000" tIns="72000" rIns="72000" bIns="72000" rtlCol="0" anchor="ctr"/>
          <a:lstStyle/>
          <a:p>
            <a:pPr algn="ctr" eaLnBrk="1" hangingPunct="1"/>
            <a:endParaRPr lang="de-DE" sz="1800" b="1" kern="0">
              <a:latin typeface="Arial" charset="0"/>
              <a:ea typeface="ＭＳ Ｐゴシック" charset="-128"/>
            </a:endParaRPr>
          </a:p>
        </p:txBody>
      </p:sp>
      <p:sp>
        <p:nvSpPr>
          <p:cNvPr id="12" name="Layoutschutz" hidden="1"/>
          <p:cNvSpPr>
            <a:spLocks/>
          </p:cNvSpPr>
          <p:nvPr>
            <p:custDataLst>
              <p:tags r:id="rId6"/>
            </p:custDataLst>
          </p:nvPr>
        </p:nvSpPr>
        <p:spPr bwMode="auto">
          <a:xfrm>
            <a:off x="0" y="0"/>
            <a:ext cx="12192000" cy="5475288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lIns="72000" tIns="72000" rIns="72000" bIns="72000" anchor="ctr"/>
          <a:lstStyle/>
          <a:p>
            <a:pPr algn="ctr">
              <a:defRPr/>
            </a:pPr>
            <a:endParaRPr lang="de-DE" sz="1800" b="1" kern="0">
              <a:latin typeface="Arial" charset="0"/>
              <a:ea typeface="ＭＳ Ｐゴシック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37106866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hd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ags" Target="../tags/tag2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mpower - DO NOT DELETE!!!" hidden="1"/>
          <p:cNvSpPr/>
          <p:nvPr>
            <p:custDataLst>
              <p:tags r:id="rId10"/>
            </p:custDataLst>
          </p:nvPr>
        </p:nvSpPr>
        <p:spPr bwMode="auto">
          <a:xfrm>
            <a:off x="0" y="0"/>
            <a:ext cx="0" cy="0"/>
          </a:xfrm>
          <a:prstGeom prst="ellipse">
            <a:avLst/>
          </a:prstGeom>
          <a:solidFill>
            <a:schemeClr val="bg1">
              <a:lumMod val="85000"/>
            </a:schemeClr>
          </a:solidFill>
          <a:ln w="9525" algn="ctr">
            <a:noFill/>
            <a:miter lim="800000"/>
            <a:headEnd/>
            <a:tailEnd/>
          </a:ln>
        </p:spPr>
        <p:txBody>
          <a:bodyPr lIns="72000" tIns="72000" rIns="72000" bIns="72000" anchor="ctr"/>
          <a:lstStyle/>
          <a:p>
            <a:pPr lvl="0" algn="ctr">
              <a:defRPr/>
            </a:pPr>
            <a:endParaRPr lang="en-GB" sz="1800" b="1" kern="0">
              <a:latin typeface="Arial" charset="0"/>
              <a:ea typeface="ＭＳ Ｐゴシック" charset="-128"/>
            </a:endParaRPr>
          </a:p>
        </p:txBody>
      </p:sp>
      <p:sp>
        <p:nvSpPr>
          <p:cNvPr id="10" name="Fußzeilenplatzhalter 2"/>
          <p:cNvSpPr>
            <a:spLocks noGrp="1"/>
          </p:cNvSpPr>
          <p:nvPr>
            <p:ph type="ftr" sz="quarter" idx="3"/>
          </p:nvPr>
        </p:nvSpPr>
        <p:spPr>
          <a:xfrm>
            <a:off x="0" y="6527297"/>
            <a:ext cx="12192000" cy="230832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pPr>
              <a:spcBef>
                <a:spcPts val="600"/>
              </a:spcBef>
              <a:buSzPct val="100000"/>
            </a:pPr>
            <a:r>
              <a:rPr lang="de-DE">
                <a:solidFill>
                  <a:srgbClr val="313131"/>
                </a:solidFill>
                <a:latin typeface="Arial"/>
              </a:rPr>
              <a:t>Moritz </a:t>
            </a:r>
            <a:r>
              <a:rPr lang="de-DE" err="1">
                <a:solidFill>
                  <a:srgbClr val="313131"/>
                </a:solidFill>
                <a:latin typeface="Arial"/>
              </a:rPr>
              <a:t>Göthel</a:t>
            </a:r>
            <a:r>
              <a:rPr lang="de-DE" b="1">
                <a:solidFill>
                  <a:srgbClr val="313131"/>
                </a:solidFill>
                <a:latin typeface="Arial"/>
              </a:rPr>
              <a:t> | </a:t>
            </a:r>
            <a:r>
              <a:rPr lang="de-DE">
                <a:solidFill>
                  <a:srgbClr val="313131"/>
                </a:solidFill>
                <a:latin typeface="Arial"/>
              </a:rPr>
              <a:t>Deloitte</a:t>
            </a:r>
            <a:r>
              <a:rPr lang="de-DE" b="1">
                <a:solidFill>
                  <a:srgbClr val="313131"/>
                </a:solidFill>
                <a:latin typeface="Arial"/>
              </a:rPr>
              <a:t> | </a:t>
            </a:r>
            <a:r>
              <a:rPr lang="de-DE">
                <a:solidFill>
                  <a:srgbClr val="313131"/>
                </a:solidFill>
              </a:rPr>
              <a:t>Finance</a:t>
            </a:r>
            <a:endParaRPr lang="de-DE">
              <a:solidFill>
                <a:srgbClr val="313131"/>
              </a:solidFill>
              <a:latin typeface="Arial"/>
            </a:endParaRPr>
          </a:p>
        </p:txBody>
      </p:sp>
      <p:sp>
        <p:nvSpPr>
          <p:cNvPr id="12" name="Rectangle 5"/>
          <p:cNvSpPr>
            <a:spLocks noGrp="1" noChangeArrowheads="1"/>
          </p:cNvSpPr>
          <p:nvPr>
            <p:ph type="sldNum" sz="quarter" idx="4"/>
          </p:nvPr>
        </p:nvSpPr>
        <p:spPr>
          <a:xfrm>
            <a:off x="10547027" y="6568970"/>
            <a:ext cx="508000" cy="138112"/>
          </a:xfrm>
          <a:prstGeom prst="rect">
            <a:avLst/>
          </a:prstGeom>
          <a:ln/>
        </p:spPr>
        <p:txBody>
          <a:bodyPr anchor="ctr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F3CC140C-FC75-438E-89D5-07005EE7987E}" type="slidenum">
              <a:rPr lang="en-GB"/>
              <a:pPr>
                <a:defRPr/>
              </a:pPr>
              <a:t>‹#›</a:t>
            </a:fld>
            <a:endParaRPr lang="en-GB"/>
          </a:p>
        </p:txBody>
      </p:sp>
      <p:sp>
        <p:nvSpPr>
          <p:cNvPr id="3" name="Titelplatzhalter 2"/>
          <p:cNvSpPr>
            <a:spLocks noGrp="1"/>
          </p:cNvSpPr>
          <p:nvPr>
            <p:ph type="title"/>
          </p:nvPr>
        </p:nvSpPr>
        <p:spPr>
          <a:xfrm>
            <a:off x="518400" y="284400"/>
            <a:ext cx="11340000" cy="482400"/>
          </a:xfrm>
          <a:prstGeom prst="rect">
            <a:avLst/>
          </a:prstGeom>
        </p:spPr>
        <p:txBody>
          <a:bodyPr vert="horz" lIns="72000" tIns="72000" rIns="72000" bIns="72000" rtlCol="0" anchor="ctr">
            <a:normAutofit/>
          </a:bodyPr>
          <a:lstStyle/>
          <a:p>
            <a:r>
              <a:rPr lang="en-GB"/>
              <a:t>Click to add a title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idx="1"/>
          </p:nvPr>
        </p:nvSpPr>
        <p:spPr>
          <a:xfrm>
            <a:off x="518400" y="1412776"/>
            <a:ext cx="11340000" cy="4032349"/>
          </a:xfrm>
          <a:prstGeom prst="rect">
            <a:avLst/>
          </a:prstGeom>
        </p:spPr>
        <p:txBody>
          <a:bodyPr vert="horz" lIns="72000" tIns="72000" rIns="72000" bIns="72000" rtlCol="0">
            <a:noAutofit/>
          </a:bodyPr>
          <a:lstStyle/>
          <a:p>
            <a:pPr lvl="0"/>
            <a:r>
              <a:rPr lang="en-GB" altLang="de-DE" noProof="0"/>
              <a:t>Click to add a text</a:t>
            </a:r>
          </a:p>
          <a:p>
            <a:pPr lvl="1"/>
            <a:r>
              <a:rPr lang="en-GB" altLang="de-DE" noProof="0"/>
              <a:t>Second layer</a:t>
            </a:r>
          </a:p>
          <a:p>
            <a:pPr lvl="2"/>
            <a:r>
              <a:rPr lang="en-GB" altLang="de-DE" noProof="0"/>
              <a:t>Third layer</a:t>
            </a:r>
          </a:p>
          <a:p>
            <a:pPr lvl="3"/>
            <a:r>
              <a:rPr lang="en-GB" altLang="de-DE" noProof="0"/>
              <a:t>Fourth layer</a:t>
            </a:r>
          </a:p>
          <a:p>
            <a:pPr lvl="4"/>
            <a:r>
              <a:rPr lang="en-GB" altLang="de-DE" noProof="0"/>
              <a:t>Fifth layer</a:t>
            </a:r>
          </a:p>
          <a:p>
            <a:pPr lvl="5"/>
            <a:endParaRPr lang="en-GB" altLang="de-DE" noProof="0"/>
          </a:p>
        </p:txBody>
      </p:sp>
    </p:spTree>
    <p:extLst>
      <p:ext uri="{BB962C8B-B14F-4D97-AF65-F5344CB8AC3E}">
        <p14:creationId xmlns:p14="http://schemas.microsoft.com/office/powerpoint/2010/main" val="25984072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</p:sldLayoutIdLst>
  <p:hf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400" b="1" kern="1200">
          <a:solidFill>
            <a:schemeClr val="tx1"/>
          </a:solidFill>
          <a:latin typeface="Arial" pitchFamily="34" charset="0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pitchFamily="34" charset="0"/>
        </a:defRPr>
      </a:lvl9pPr>
    </p:titleStyle>
    <p:bodyStyle>
      <a:lvl1pPr marL="0" indent="0" algn="l" rtl="0" eaLnBrk="1" fontAlgn="base" hangingPunct="1">
        <a:spcBef>
          <a:spcPts val="0"/>
        </a:spcBef>
        <a:spcAft>
          <a:spcPct val="0"/>
        </a:spcAft>
        <a:buFont typeface="Wingdings" panose="05000000000000000000" pitchFamily="2" charset="2"/>
        <a:buNone/>
        <a:defRPr kern="1200">
          <a:solidFill>
            <a:schemeClr val="tx1"/>
          </a:solidFill>
          <a:latin typeface="Arial" pitchFamily="34" charset="0"/>
          <a:ea typeface="+mn-ea"/>
          <a:cs typeface="Arial" panose="020B0604020202020204" pitchFamily="34" charset="0"/>
        </a:defRPr>
      </a:lvl1pPr>
      <a:lvl2pPr marL="180975" indent="-180975" algn="l" rtl="0" eaLnBrk="1" fontAlgn="base" hangingPunct="1">
        <a:spcBef>
          <a:spcPts val="0"/>
        </a:spcBef>
        <a:spcAft>
          <a:spcPct val="0"/>
        </a:spcAft>
        <a:buFont typeface="Wingdings" pitchFamily="2" charset="2"/>
        <a:buChar char="§"/>
        <a:defRPr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361950" marR="0" indent="-180975" algn="l" defTabSz="914400" rtl="0" eaLnBrk="1" fontAlgn="base" latinLnBrk="0" hangingPunct="1">
        <a:lnSpc>
          <a:spcPct val="100000"/>
        </a:lnSpc>
        <a:spcBef>
          <a:spcPts val="0"/>
        </a:spcBef>
        <a:spcAft>
          <a:spcPct val="0"/>
        </a:spcAft>
        <a:buClrTx/>
        <a:buSzTx/>
        <a:buFont typeface="Symbol" panose="05050102010706020507" pitchFamily="18" charset="2"/>
        <a:buChar char="-"/>
        <a:tabLst/>
        <a:defRPr sz="1600" b="0" kern="120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542925" indent="-180975" algn="l" rtl="0" eaLnBrk="1" fontAlgn="base" hangingPunct="1">
        <a:spcBef>
          <a:spcPts val="0"/>
        </a:spcBef>
        <a:spcAft>
          <a:spcPct val="0"/>
        </a:spcAft>
        <a:buFont typeface="Webdings" pitchFamily="18" charset="2"/>
        <a:buChar char="4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714375" indent="-171450" algn="l" rtl="0" eaLnBrk="1" fontAlgn="base" hangingPunct="1">
        <a:spcBef>
          <a:spcPts val="0"/>
        </a:spcBef>
        <a:spcAft>
          <a:spcPct val="0"/>
        </a:spcAft>
        <a:buFont typeface="Symbol" pitchFamily="18" charset="2"/>
        <a:buChar char="-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896938" indent="0" algn="l" defTabSz="914400" rtl="0" eaLnBrk="1" latinLnBrk="0" hangingPunct="1">
        <a:spcBef>
          <a:spcPct val="20000"/>
        </a:spcBef>
        <a:buFont typeface="Arial" panose="020B0604020202020204" pitchFamily="34" charset="0"/>
        <a:buNone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820800" indent="0" algn="l" defTabSz="914400" rtl="0" eaLnBrk="1" latinLnBrk="0" hangingPunct="1">
        <a:spcBef>
          <a:spcPct val="20000"/>
        </a:spcBef>
        <a:buFont typeface="Symbol" pitchFamily="18" charset="2"/>
        <a:buNone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1220400" indent="-230400" algn="l" defTabSz="914400" rtl="0" eaLnBrk="1" latinLnBrk="0" hangingPunct="1">
        <a:spcBef>
          <a:spcPct val="20000"/>
        </a:spcBef>
        <a:buFont typeface="Symbol" pitchFamily="18" charset="2"/>
        <a:buChar char="-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389600" indent="-230400" algn="l" defTabSz="914400" rtl="0" eaLnBrk="1" latinLnBrk="0" hangingPunct="1">
        <a:spcBef>
          <a:spcPct val="20000"/>
        </a:spcBef>
        <a:buFont typeface="Symbol" pitchFamily="18" charset="2"/>
        <a:buChar char="-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25">
          <p15:clr>
            <a:srgbClr val="F26B43"/>
          </p15:clr>
        </p15:guide>
        <p15:guide id="2" pos="7469">
          <p15:clr>
            <a:srgbClr val="F26B43"/>
          </p15:clr>
        </p15:guide>
        <p15:guide id="3" orient="horz" pos="3430">
          <p15:clr>
            <a:srgbClr val="F26B43"/>
          </p15:clr>
        </p15:guide>
        <p15:guide id="4" orient="horz" pos="890">
          <p15:clr>
            <a:srgbClr val="F26B43"/>
          </p15:clr>
        </p15:guide>
        <p15:guide id="5" orient="horz" pos="3838">
          <p15:clr>
            <a:srgbClr val="F26B43"/>
          </p15:clr>
        </p15:guide>
        <p15:guide id="6" orient="horz" pos="187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tags" Target="../tags/tag58.xml"/><Relationship Id="rId7" Type="http://schemas.openxmlformats.org/officeDocument/2006/relationships/image" Target="../media/image3.png"/><Relationship Id="rId2" Type="http://schemas.openxmlformats.org/officeDocument/2006/relationships/tags" Target="../tags/tag57.xml"/><Relationship Id="rId1" Type="http://schemas.openxmlformats.org/officeDocument/2006/relationships/tags" Target="../tags/tag56.xml"/><Relationship Id="rId6" Type="http://schemas.openxmlformats.org/officeDocument/2006/relationships/slideLayout" Target="../slideLayouts/slideLayout3.xml"/><Relationship Id="rId5" Type="http://schemas.openxmlformats.org/officeDocument/2006/relationships/tags" Target="../tags/tag60.xml"/><Relationship Id="rId4" Type="http://schemas.openxmlformats.org/officeDocument/2006/relationships/tags" Target="../tags/tag5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24CCE6-6692-B865-D180-FBFA7107E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3">
            <a:extLst>
              <a:ext uri="{FF2B5EF4-FFF2-40B4-BE49-F238E27FC236}">
                <a16:creationId xmlns:a16="http://schemas.microsoft.com/office/drawing/2014/main" id="{FCCC992F-CD1F-D096-0F65-B2A406AE2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400" y="284163"/>
            <a:ext cx="11340000" cy="481012"/>
          </a:xfrm>
        </p:spPr>
        <p:txBody>
          <a:bodyPr/>
          <a:lstStyle/>
          <a:p>
            <a:r>
              <a:rPr lang="en-US" noProof="0" dirty="0"/>
              <a:t>Intercompany Business of Finished Goods</a:t>
            </a:r>
            <a:endParaRPr lang="en-US" noProof="0" dirty="0">
              <a:latin typeface="+mj-lt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5F40042-69CA-A2C1-B1BF-B9F507D3090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noProof="0" dirty="0"/>
              <a:t>Same Material Number and Type but different Material Valuations across Plants</a:t>
            </a:r>
          </a:p>
        </p:txBody>
      </p:sp>
      <p:sp>
        <p:nvSpPr>
          <p:cNvPr id="2" name="Fußzeilenplatzhalter 5">
            <a:extLst>
              <a:ext uri="{FF2B5EF4-FFF2-40B4-BE49-F238E27FC236}">
                <a16:creationId xmlns:a16="http://schemas.microsoft.com/office/drawing/2014/main" id="{231E8331-1ED5-DD29-6DB8-AD8459BC53B7}"/>
              </a:ext>
            </a:extLst>
          </p:cNvPr>
          <p:cNvSpPr txBox="1">
            <a:spLocks/>
          </p:cNvSpPr>
          <p:nvPr/>
        </p:nvSpPr>
        <p:spPr>
          <a:xfrm>
            <a:off x="0" y="6527297"/>
            <a:ext cx="12192000" cy="230832"/>
          </a:xfrm>
          <a:prstGeom prst="rect">
            <a:avLst/>
          </a:prstGeom>
          <a:ln/>
        </p:spPr>
        <p:txBody>
          <a:bodyPr anchor="ctr"/>
          <a:lstStyle>
            <a:defPPr>
              <a:defRPr lang="de-DE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900" kern="1200">
                <a:solidFill>
                  <a:schemeClr val="tx1"/>
                </a:solidFill>
                <a:latin typeface="Arial" pitchFamily="34" charset="0"/>
                <a:ea typeface="MS PGothic" pitchFamily="34" charset="-128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MS PGothic" pitchFamily="34" charset="-128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MS PGothic" pitchFamily="34" charset="-128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MS PGothic" pitchFamily="34" charset="-128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MS PGothic" pitchFamily="34" charset="-128"/>
                <a:cs typeface="+mn-cs"/>
              </a:defRPr>
            </a:lvl5pPr>
            <a:lvl6pPr marL="2286000" algn="l" defTabSz="91440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MS PGothic" pitchFamily="34" charset="-128"/>
                <a:cs typeface="+mn-cs"/>
              </a:defRPr>
            </a:lvl6pPr>
            <a:lvl7pPr marL="2743200" algn="l" defTabSz="91440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MS PGothic" pitchFamily="34" charset="-128"/>
                <a:cs typeface="+mn-cs"/>
              </a:defRPr>
            </a:lvl7pPr>
            <a:lvl8pPr marL="3200400" algn="l" defTabSz="91440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MS PGothic" pitchFamily="34" charset="-128"/>
                <a:cs typeface="+mn-cs"/>
              </a:defRPr>
            </a:lvl8pPr>
            <a:lvl9pPr marL="3657600" algn="l" defTabSz="91440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MS PGothic" pitchFamily="34" charset="-128"/>
                <a:cs typeface="+mn-cs"/>
              </a:defRPr>
            </a:lvl9pPr>
          </a:lstStyle>
          <a:p>
            <a:pPr algn="ctr">
              <a:spcBef>
                <a:spcPts val="600"/>
              </a:spcBef>
              <a:buSzPct val="100000"/>
            </a:pPr>
            <a:r>
              <a:rPr lang="en-US" sz="800" noProof="0" dirty="0">
                <a:solidFill>
                  <a:srgbClr val="313131"/>
                </a:solidFill>
                <a:latin typeface="Arial"/>
              </a:rPr>
              <a:t>Armin Turken</a:t>
            </a:r>
            <a:r>
              <a:rPr lang="en-US" sz="800" b="1" noProof="0" dirty="0">
                <a:solidFill>
                  <a:srgbClr val="313131"/>
                </a:solidFill>
                <a:latin typeface="Arial"/>
              </a:rPr>
              <a:t>| </a:t>
            </a:r>
            <a:r>
              <a:rPr lang="en-US" sz="800" noProof="0" dirty="0">
                <a:solidFill>
                  <a:srgbClr val="313131"/>
                </a:solidFill>
                <a:latin typeface="Arial"/>
              </a:rPr>
              <a:t>Deloitte</a:t>
            </a:r>
            <a:r>
              <a:rPr lang="en-US" sz="800" b="1" noProof="0" dirty="0">
                <a:solidFill>
                  <a:srgbClr val="313131"/>
                </a:solidFill>
                <a:latin typeface="Arial"/>
              </a:rPr>
              <a:t> | </a:t>
            </a:r>
            <a:r>
              <a:rPr lang="en-US" sz="800" noProof="0" dirty="0">
                <a:solidFill>
                  <a:srgbClr val="313131"/>
                </a:solidFill>
              </a:rPr>
              <a:t>Controlling</a:t>
            </a:r>
            <a:endParaRPr lang="en-US" sz="800" noProof="0" dirty="0">
              <a:solidFill>
                <a:srgbClr val="313131"/>
              </a:solidFill>
              <a:latin typeface="Arial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7F78186-D50E-12D0-DA24-B44199840680}"/>
              </a:ext>
            </a:extLst>
          </p:cNvPr>
          <p:cNvSpPr txBox="1"/>
          <p:nvPr/>
        </p:nvSpPr>
        <p:spPr bwMode="auto">
          <a:xfrm>
            <a:off x="9061551" y="3186956"/>
            <a:ext cx="3149447" cy="5254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0000" tIns="46800" rIns="90000" bIns="46800" rtlCol="0">
            <a:spAutoFit/>
          </a:bodyPr>
          <a:lstStyle/>
          <a:p>
            <a:pPr algn="ctr">
              <a:spcBef>
                <a:spcPct val="20000"/>
              </a:spcBef>
              <a:buClr>
                <a:srgbClr val="000000"/>
              </a:buClr>
              <a:buSzPts val="1600"/>
            </a:pPr>
            <a:r>
              <a:rPr lang="en-US" sz="1400" i="0" u="none" baseline="0" noProof="0" dirty="0">
                <a:solidFill>
                  <a:srgbClr val="E40043"/>
                </a:solidFill>
                <a:latin typeface="Arial" panose="020B0604020202020204" pitchFamily="34" charset="0"/>
                <a:ea typeface="ヒラギノ角ゴ Pro W3" charset="-128"/>
              </a:rPr>
              <a:t>Valuation Class can only be assigned to one </a:t>
            </a:r>
            <a:r>
              <a:rPr lang="en-US" sz="1400" noProof="0" dirty="0">
                <a:solidFill>
                  <a:srgbClr val="E40043"/>
                </a:solidFill>
                <a:ea typeface="ヒラギノ角ゴ Pro W3" charset="-128"/>
              </a:rPr>
              <a:t>Account Category Reference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01FEF67-C033-7D27-9146-C0346E06436A}"/>
              </a:ext>
            </a:extLst>
          </p:cNvPr>
          <p:cNvSpPr txBox="1"/>
          <p:nvPr/>
        </p:nvSpPr>
        <p:spPr bwMode="auto">
          <a:xfrm>
            <a:off x="9061552" y="4556382"/>
            <a:ext cx="3101708" cy="956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0000" tIns="46800" rIns="90000" bIns="46800" rtlCol="0">
            <a:spAutoFit/>
          </a:bodyPr>
          <a:lstStyle/>
          <a:p>
            <a:pPr algn="ctr">
              <a:spcBef>
                <a:spcPct val="20000"/>
              </a:spcBef>
              <a:buClr>
                <a:srgbClr val="000000"/>
              </a:buClr>
              <a:buSzPts val="1600"/>
            </a:pPr>
            <a:r>
              <a:rPr lang="en-US" sz="1400" i="0" u="none" baseline="0" noProof="0" dirty="0">
                <a:solidFill>
                  <a:srgbClr val="E40043"/>
                </a:solidFill>
                <a:latin typeface="Arial" panose="020B0604020202020204" pitchFamily="34" charset="0"/>
                <a:ea typeface="ヒラギノ角ゴ Pro W3" charset="-128"/>
              </a:rPr>
              <a:t>Valuation </a:t>
            </a:r>
            <a:r>
              <a:rPr lang="en-US" sz="1400" noProof="0" dirty="0">
                <a:solidFill>
                  <a:srgbClr val="E40043"/>
                </a:solidFill>
                <a:ea typeface="ヒラギノ角ゴ Pro W3" charset="-128"/>
              </a:rPr>
              <a:t>C</a:t>
            </a:r>
            <a:r>
              <a:rPr lang="en-US" sz="1400" i="0" u="none" baseline="0" noProof="0" dirty="0">
                <a:solidFill>
                  <a:srgbClr val="E40043"/>
                </a:solidFill>
                <a:latin typeface="Arial" panose="020B0604020202020204" pitchFamily="34" charset="0"/>
                <a:ea typeface="ヒラギノ角ゴ Pro W3" charset="-128"/>
              </a:rPr>
              <a:t>lasses are assigned in the Material </a:t>
            </a:r>
            <a:r>
              <a:rPr lang="en-US" sz="1400" noProof="0" dirty="0">
                <a:solidFill>
                  <a:srgbClr val="E40043"/>
                </a:solidFill>
                <a:ea typeface="ヒラギノ角ゴ Pro W3" charset="-128"/>
              </a:rPr>
              <a:t>M</a:t>
            </a:r>
            <a:r>
              <a:rPr lang="en-US" sz="1400" i="0" u="none" baseline="0" noProof="0" dirty="0">
                <a:solidFill>
                  <a:srgbClr val="E40043"/>
                </a:solidFill>
                <a:latin typeface="Arial" panose="020B0604020202020204" pitchFamily="34" charset="0"/>
                <a:ea typeface="ヒラギノ角ゴ Pro W3" charset="-128"/>
              </a:rPr>
              <a:t>aster at the Plant level (= different Valuation Classes per plant are possible)</a:t>
            </a:r>
            <a:endParaRPr lang="en-US" sz="1400" noProof="0" dirty="0">
              <a:solidFill>
                <a:srgbClr val="E40043"/>
              </a:solidFill>
              <a:ea typeface="ヒラギノ角ゴ Pro W3" charset="-128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C056883-34E0-F849-F5E4-0601D9FA6D64}"/>
              </a:ext>
            </a:extLst>
          </p:cNvPr>
          <p:cNvSpPr txBox="1"/>
          <p:nvPr/>
        </p:nvSpPr>
        <p:spPr bwMode="auto">
          <a:xfrm>
            <a:off x="9109292" y="1431144"/>
            <a:ext cx="3053967" cy="956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0000" tIns="46800" rIns="90000" bIns="46800" rtlCol="0">
            <a:spAutoFit/>
          </a:bodyPr>
          <a:lstStyle/>
          <a:p>
            <a:pPr algn="ctr">
              <a:spcBef>
                <a:spcPct val="20000"/>
              </a:spcBef>
              <a:buClr>
                <a:srgbClr val="000000"/>
              </a:buClr>
              <a:buSzPts val="1600"/>
            </a:pPr>
            <a:r>
              <a:rPr lang="en-US" sz="1400" i="0" u="none" baseline="0" noProof="0" dirty="0">
                <a:solidFill>
                  <a:srgbClr val="E40043"/>
                </a:solidFill>
                <a:latin typeface="Arial" panose="020B0604020202020204" pitchFamily="34" charset="0"/>
                <a:ea typeface="ヒラギノ角ゴ Pro W3" charset="-128"/>
              </a:rPr>
              <a:t>A material type applies across all company codes, which is why a material number can be assigned to a material type only once.</a:t>
            </a:r>
            <a:endParaRPr lang="en-US" sz="1400" noProof="0" dirty="0">
              <a:solidFill>
                <a:srgbClr val="E40043"/>
              </a:solidFill>
              <a:ea typeface="ヒラギノ角ゴ Pro W3" charset="-128"/>
            </a:endParaRPr>
          </a:p>
        </p:txBody>
      </p: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F989C0C1-E176-0296-9918-1BD824918D0D}"/>
              </a:ext>
            </a:extLst>
          </p:cNvPr>
          <p:cNvGrpSpPr/>
          <p:nvPr/>
        </p:nvGrpSpPr>
        <p:grpSpPr>
          <a:xfrm>
            <a:off x="354133" y="1599219"/>
            <a:ext cx="8243020" cy="3814321"/>
            <a:chOff x="506533" y="1452851"/>
            <a:chExt cx="8243020" cy="3814321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41BA6659-0C5F-5221-5C60-EB5F007C93E4}"/>
                </a:ext>
              </a:extLst>
            </p:cNvPr>
            <p:cNvGrpSpPr/>
            <p:nvPr/>
          </p:nvGrpSpPr>
          <p:grpSpPr>
            <a:xfrm>
              <a:off x="506533" y="1452851"/>
              <a:ext cx="8243020" cy="3806586"/>
              <a:chOff x="505841" y="1452851"/>
              <a:chExt cx="8723853" cy="4183066"/>
            </a:xfrm>
          </p:grpSpPr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A01AD0A2-2952-7179-2E89-EDE633B18A32}"/>
                  </a:ext>
                </a:extLst>
              </p:cNvPr>
              <p:cNvSpPr txBox="1"/>
              <p:nvPr/>
            </p:nvSpPr>
            <p:spPr bwMode="auto">
              <a:xfrm>
                <a:off x="518400" y="1452851"/>
                <a:ext cx="1479357" cy="34073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none" lIns="90000" tIns="46800" rIns="90000" bIns="46800" rtlCol="0">
                <a:spAutoFit/>
              </a:bodyPr>
              <a:lstStyle/>
              <a:p>
                <a:pPr algn="l" rtl="0" eaLnBrk="1" fontAlgn="base" hangingPunct="1">
                  <a:lnSpc>
                    <a:spcPct val="100000"/>
                  </a:lnSpc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SzPts val="1600"/>
                </a:pPr>
                <a:r>
                  <a:rPr lang="en-US" sz="1600" b="1" noProof="0" dirty="0">
                    <a:solidFill>
                      <a:srgbClr val="E40043"/>
                    </a:solidFill>
                    <a:ea typeface="ヒラギノ角ゴ Pro W3" charset="-128"/>
                  </a:rPr>
                  <a:t>Material Type</a:t>
                </a:r>
                <a:endParaRPr lang="en-US" sz="1600" b="1" i="0" u="none" baseline="0" noProof="0" dirty="0">
                  <a:solidFill>
                    <a:srgbClr val="E40043"/>
                  </a:solidFill>
                  <a:latin typeface="Arial" panose="020B0604020202020204" pitchFamily="34" charset="0"/>
                  <a:ea typeface="ヒラギノ角ゴ Pro W3" charset="-128"/>
                </a:endParaRPr>
              </a:p>
            </p:txBody>
          </p:sp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FB5C8517-9016-E979-2F7B-178E38D3F83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855024" y="1891013"/>
                <a:ext cx="3" cy="454650"/>
              </a:xfrm>
              <a:prstGeom prst="straightConnector1">
                <a:avLst/>
              </a:prstGeom>
              <a:ln w="19050">
                <a:solidFill>
                  <a:srgbClr val="0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753AB92-DD6D-76AB-70C8-D07909B5CF06}"/>
                  </a:ext>
                </a:extLst>
              </p:cNvPr>
              <p:cNvSpPr txBox="1"/>
              <p:nvPr/>
            </p:nvSpPr>
            <p:spPr bwMode="auto">
              <a:xfrm>
                <a:off x="2632390" y="1452853"/>
                <a:ext cx="2461228" cy="34073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none" lIns="90000" tIns="46800" rIns="90000" bIns="46800" rtlCol="0">
                <a:spAutoFit/>
              </a:bodyPr>
              <a:lstStyle/>
              <a:p>
                <a:pPr algn="l" rtl="0" eaLnBrk="1" fontAlgn="base" hangingPunct="1">
                  <a:lnSpc>
                    <a:spcPct val="100000"/>
                  </a:lnSpc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SzPts val="1600"/>
                </a:pPr>
                <a:r>
                  <a:rPr lang="en-US" sz="1600" b="1" noProof="0" dirty="0">
                    <a:solidFill>
                      <a:srgbClr val="000000"/>
                    </a:solidFill>
                    <a:ea typeface="ヒラギノ角ゴ Pro W3" charset="-128"/>
                  </a:rPr>
                  <a:t>Finished Goods (FERT)</a:t>
                </a:r>
                <a:endParaRPr lang="en-US" sz="1600" b="1" i="0" u="none" baseline="0" noProof="0" dirty="0">
                  <a:solidFill>
                    <a:srgbClr val="000000"/>
                  </a:solidFill>
                  <a:latin typeface="Arial" panose="020B0604020202020204" pitchFamily="34" charset="0"/>
                  <a:ea typeface="ヒラギノ角ゴ Pro W3" charset="-128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1AC8BBD-9803-1BD5-F76E-AB93440A7654}"/>
                  </a:ext>
                </a:extLst>
              </p:cNvPr>
              <p:cNvSpPr txBox="1"/>
              <p:nvPr/>
            </p:nvSpPr>
            <p:spPr bwMode="auto">
              <a:xfrm>
                <a:off x="6791293" y="1456875"/>
                <a:ext cx="2438401" cy="34073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none" lIns="90000" tIns="46800" rIns="90000" bIns="46800" rtlCol="0">
                <a:spAutoFit/>
              </a:bodyPr>
              <a:lstStyle/>
              <a:p>
                <a:pPr algn="l" rtl="0" eaLnBrk="1" fontAlgn="base" hangingPunct="1">
                  <a:lnSpc>
                    <a:spcPct val="100000"/>
                  </a:lnSpc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SzPts val="1600"/>
                </a:pPr>
                <a:r>
                  <a:rPr lang="en-US" sz="1600" b="1" noProof="0" dirty="0">
                    <a:solidFill>
                      <a:srgbClr val="000000"/>
                    </a:solidFill>
                    <a:ea typeface="ヒラギノ角ゴ Pro W3" charset="-128"/>
                  </a:rPr>
                  <a:t>Trading Goods (HAWA)</a:t>
                </a:r>
                <a:endParaRPr lang="en-US" sz="1600" b="1" i="0" u="none" baseline="0" noProof="0" dirty="0">
                  <a:solidFill>
                    <a:srgbClr val="000000"/>
                  </a:solidFill>
                  <a:latin typeface="Arial" panose="020B0604020202020204" pitchFamily="34" charset="0"/>
                  <a:ea typeface="ヒラギノ角ゴ Pro W3" charset="-128"/>
                </a:endParaRP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FFAED56-9306-3FBF-5419-709D224ECDF3}"/>
                  </a:ext>
                </a:extLst>
              </p:cNvPr>
              <p:cNvSpPr txBox="1"/>
              <p:nvPr/>
            </p:nvSpPr>
            <p:spPr bwMode="auto">
              <a:xfrm>
                <a:off x="518398" y="2337348"/>
                <a:ext cx="2113987" cy="63928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0000" tIns="46800" rIns="90000" bIns="46800" rtlCol="0">
                <a:spAutoFit/>
              </a:bodyPr>
              <a:lstStyle/>
              <a:p>
                <a:pPr rtl="0" eaLnBrk="1" fontAlgn="base" hangingPunct="1">
                  <a:lnSpc>
                    <a:spcPct val="100000"/>
                  </a:lnSpc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SzPts val="1600"/>
                </a:pPr>
                <a:r>
                  <a:rPr lang="en-US" sz="1600" b="1" noProof="0" dirty="0">
                    <a:solidFill>
                      <a:srgbClr val="E40043"/>
                    </a:solidFill>
                    <a:ea typeface="ヒラギノ角ゴ Pro W3" charset="-128"/>
                  </a:rPr>
                  <a:t>Account Category Reference</a:t>
                </a:r>
                <a:endParaRPr lang="en-US" sz="1600" b="1" i="0" u="none" baseline="0" noProof="0" dirty="0">
                  <a:solidFill>
                    <a:srgbClr val="E40043"/>
                  </a:solidFill>
                  <a:latin typeface="Arial" panose="020B0604020202020204" pitchFamily="34" charset="0"/>
                  <a:ea typeface="ヒラギノ角ゴ Pro W3" charset="-128"/>
                </a:endParaRP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1EC300C-278E-A1F5-F2AC-0C1272B0A3B5}"/>
                  </a:ext>
                </a:extLst>
              </p:cNvPr>
              <p:cNvSpPr txBox="1"/>
              <p:nvPr/>
            </p:nvSpPr>
            <p:spPr bwMode="auto">
              <a:xfrm>
                <a:off x="3536518" y="2434929"/>
                <a:ext cx="637011" cy="34073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none" lIns="90000" tIns="46800" rIns="90000" bIns="46800" rtlCol="0">
                <a:spAutoFit/>
              </a:bodyPr>
              <a:lstStyle/>
              <a:p>
                <a:pPr algn="l" rtl="0" eaLnBrk="1" fontAlgn="base" hangingPunct="1">
                  <a:lnSpc>
                    <a:spcPct val="100000"/>
                  </a:lnSpc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SzPts val="1600"/>
                </a:pPr>
                <a:r>
                  <a:rPr lang="en-US" sz="1600" b="1" noProof="0" dirty="0">
                    <a:solidFill>
                      <a:srgbClr val="000000"/>
                    </a:solidFill>
                    <a:ea typeface="ヒラギノ角ゴ Pro W3" charset="-128"/>
                  </a:rPr>
                  <a:t>0009</a:t>
                </a:r>
                <a:endParaRPr lang="en-US" sz="1600" b="1" i="0" u="none" baseline="0" noProof="0" dirty="0">
                  <a:solidFill>
                    <a:srgbClr val="000000"/>
                  </a:solidFill>
                  <a:latin typeface="Arial" panose="020B0604020202020204" pitchFamily="34" charset="0"/>
                  <a:ea typeface="ヒラギノ角ゴ Pro W3" charset="-128"/>
                </a:endParaRP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DCDB97B-F37F-BD53-46C5-DD11E738B3E9}"/>
                  </a:ext>
                </a:extLst>
              </p:cNvPr>
              <p:cNvSpPr txBox="1"/>
              <p:nvPr/>
            </p:nvSpPr>
            <p:spPr bwMode="auto">
              <a:xfrm>
                <a:off x="7691985" y="3322139"/>
                <a:ext cx="716066" cy="36873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r>
                  <a:rPr lang="en-US" sz="1600" b="1" i="0" noProof="0" dirty="0">
                    <a:solidFill>
                      <a:schemeClr val="tx1"/>
                    </a:solidFill>
                    <a:effectLst/>
                    <a:latin typeface="Arial" pitchFamily="34" charset="0"/>
                  </a:rPr>
                  <a:t>3100</a:t>
                </a:r>
                <a:endParaRPr lang="en-US" sz="1600" b="1" noProof="0" dirty="0"/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3FDE4A4-8531-5180-F257-FA81ADE62B68}"/>
                  </a:ext>
                </a:extLst>
              </p:cNvPr>
              <p:cNvSpPr txBox="1"/>
              <p:nvPr/>
            </p:nvSpPr>
            <p:spPr bwMode="auto">
              <a:xfrm>
                <a:off x="7691987" y="2447114"/>
                <a:ext cx="637011" cy="34073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none" lIns="90000" tIns="46800" rIns="90000" bIns="46800" rtlCol="0">
                <a:spAutoFit/>
              </a:bodyPr>
              <a:lstStyle/>
              <a:p>
                <a:pPr algn="l" rtl="0" eaLnBrk="1" fontAlgn="base" hangingPunct="1">
                  <a:lnSpc>
                    <a:spcPct val="100000"/>
                  </a:lnSpc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SzPts val="1600"/>
                </a:pPr>
                <a:r>
                  <a:rPr lang="en-US" sz="1600" b="1" noProof="0" dirty="0">
                    <a:solidFill>
                      <a:srgbClr val="000000"/>
                    </a:solidFill>
                    <a:ea typeface="ヒラギノ角ゴ Pro W3" charset="-128"/>
                  </a:rPr>
                  <a:t>0005</a:t>
                </a:r>
                <a:endParaRPr lang="en-US" sz="1600" b="1" i="0" u="none" baseline="0" noProof="0" dirty="0">
                  <a:solidFill>
                    <a:srgbClr val="000000"/>
                  </a:solidFill>
                  <a:latin typeface="Arial" panose="020B0604020202020204" pitchFamily="34" charset="0"/>
                  <a:ea typeface="ヒラギノ角ゴ Pro W3" charset="-128"/>
                </a:endParaRP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D08C871A-A878-E3CC-B4AD-8999FE9347DD}"/>
                  </a:ext>
                </a:extLst>
              </p:cNvPr>
              <p:cNvSpPr txBox="1"/>
              <p:nvPr/>
            </p:nvSpPr>
            <p:spPr bwMode="auto">
              <a:xfrm>
                <a:off x="518399" y="3315934"/>
                <a:ext cx="1967348" cy="34073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0000" tIns="46800" rIns="90000" bIns="46800" rtlCol="0">
                <a:spAutoFit/>
              </a:bodyPr>
              <a:lstStyle/>
              <a:p>
                <a:pPr algn="l" rtl="0" eaLnBrk="1" fontAlgn="base" hangingPunct="1">
                  <a:lnSpc>
                    <a:spcPct val="100000"/>
                  </a:lnSpc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SzPts val="1600"/>
                </a:pPr>
                <a:r>
                  <a:rPr lang="en-US" sz="1600" b="1" noProof="0" dirty="0">
                    <a:solidFill>
                      <a:srgbClr val="E40043"/>
                    </a:solidFill>
                    <a:ea typeface="ヒラギノ角ゴ Pro W3" charset="-128"/>
                  </a:rPr>
                  <a:t>Valuation Class</a:t>
                </a:r>
                <a:endParaRPr lang="en-US" sz="1600" b="1" i="0" u="none" baseline="0" noProof="0" dirty="0">
                  <a:solidFill>
                    <a:srgbClr val="E40043"/>
                  </a:solidFill>
                  <a:latin typeface="Arial" panose="020B0604020202020204" pitchFamily="34" charset="0"/>
                  <a:ea typeface="ヒラギノ角ゴ Pro W3" charset="-128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35D9B45-F18A-0777-9270-B688125CCD61}"/>
                  </a:ext>
                </a:extLst>
              </p:cNvPr>
              <p:cNvSpPr txBox="1"/>
              <p:nvPr/>
            </p:nvSpPr>
            <p:spPr bwMode="auto">
              <a:xfrm>
                <a:off x="3544498" y="3336766"/>
                <a:ext cx="637011" cy="34073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none" lIns="90000" tIns="46800" rIns="90000" bIns="46800" rtlCol="0">
                <a:spAutoFit/>
              </a:bodyPr>
              <a:lstStyle/>
              <a:p>
                <a:pPr algn="l" rtl="0" eaLnBrk="1" fontAlgn="base" hangingPunct="1">
                  <a:lnSpc>
                    <a:spcPct val="100000"/>
                  </a:lnSpc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SzPts val="1600"/>
                </a:pPr>
                <a:r>
                  <a:rPr lang="en-US" sz="1600" b="1" noProof="0" dirty="0">
                    <a:solidFill>
                      <a:srgbClr val="000000"/>
                    </a:solidFill>
                    <a:ea typeface="ヒラギノ角ゴ Pro W3" charset="-128"/>
                  </a:rPr>
                  <a:t>7920</a:t>
                </a:r>
                <a:endParaRPr lang="en-US" sz="1600" b="1" i="0" u="none" baseline="0" noProof="0" dirty="0">
                  <a:solidFill>
                    <a:srgbClr val="000000"/>
                  </a:solidFill>
                  <a:latin typeface="Arial" panose="020B0604020202020204" pitchFamily="34" charset="0"/>
                  <a:ea typeface="ヒラギノ角ゴ Pro W3" charset="-128"/>
                </a:endParaRPr>
              </a:p>
            </p:txBody>
          </p: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238D650-3197-53DF-8EAB-27653ED85C8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863004" y="2862334"/>
                <a:ext cx="1969488" cy="7510"/>
              </a:xfrm>
              <a:prstGeom prst="line">
                <a:avLst/>
              </a:prstGeom>
              <a:ln w="19050">
                <a:solidFill>
                  <a:srgbClr val="0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57969323-6CF0-E7D3-BDC1-ACFABC64BA07}"/>
                  </a:ext>
                </a:extLst>
              </p:cNvPr>
              <p:cNvSpPr txBox="1"/>
              <p:nvPr/>
            </p:nvSpPr>
            <p:spPr bwMode="auto">
              <a:xfrm>
                <a:off x="4525176" y="3333637"/>
                <a:ext cx="2759551" cy="37443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0000" tIns="46800" rIns="90000" bIns="46800" rtlCol="0">
                <a:spAutoFit/>
              </a:bodyPr>
              <a:lstStyle/>
              <a:p>
                <a:pPr algn="ctr" rtl="0" eaLnBrk="1" fontAlgn="base" hangingPunct="1">
                  <a:lnSpc>
                    <a:spcPct val="100000"/>
                  </a:lnSpc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SzPts val="1600"/>
                </a:pPr>
                <a:r>
                  <a:rPr lang="en-US" sz="1600" b="1" noProof="0" dirty="0">
                    <a:solidFill>
                      <a:schemeClr val="accent3"/>
                    </a:solidFill>
                    <a:ea typeface="ヒラギノ角ゴ Pro W3" charset="-128"/>
                  </a:rPr>
                  <a:t>Custom Valuation Class</a:t>
                </a:r>
                <a:endParaRPr lang="en-US" sz="1600" b="1" i="0" u="none" baseline="0" noProof="0" dirty="0">
                  <a:solidFill>
                    <a:schemeClr val="accent3"/>
                  </a:solidFill>
                  <a:latin typeface="Arial" panose="020B0604020202020204" pitchFamily="34" charset="0"/>
                  <a:ea typeface="ヒラギノ角ゴ Pro W3" charset="-128"/>
                </a:endParaRP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96A11F71-0CC2-6F0E-4DCF-FE5631F15D43}"/>
                  </a:ext>
                </a:extLst>
              </p:cNvPr>
              <p:cNvSpPr txBox="1"/>
              <p:nvPr/>
            </p:nvSpPr>
            <p:spPr bwMode="auto">
              <a:xfrm>
                <a:off x="505841" y="5122326"/>
                <a:ext cx="879080" cy="34073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0000" tIns="46800" rIns="90000" bIns="46800" rtlCol="0">
                <a:spAutoFit/>
              </a:bodyPr>
              <a:lstStyle/>
              <a:p>
                <a:pPr algn="l" rtl="0" eaLnBrk="1" fontAlgn="base" hangingPunct="1">
                  <a:lnSpc>
                    <a:spcPct val="100000"/>
                  </a:lnSpc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SzPts val="1600"/>
                </a:pPr>
                <a:r>
                  <a:rPr lang="en-US" sz="1600" b="1" noProof="0" dirty="0">
                    <a:solidFill>
                      <a:srgbClr val="E40043"/>
                    </a:solidFill>
                    <a:ea typeface="ヒラギノ角ゴ Pro W3" charset="-128"/>
                  </a:rPr>
                  <a:t>Plant</a:t>
                </a:r>
                <a:endParaRPr lang="en-US" sz="1600" b="1" i="0" u="none" baseline="0" noProof="0" dirty="0">
                  <a:solidFill>
                    <a:srgbClr val="E40043"/>
                  </a:solidFill>
                  <a:latin typeface="Arial" panose="020B0604020202020204" pitchFamily="34" charset="0"/>
                  <a:ea typeface="ヒラギノ角ゴ Pro W3" charset="-128"/>
                </a:endParaRP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485F30B-16DB-4851-8C9C-4DD931F75742}"/>
                  </a:ext>
                </a:extLst>
              </p:cNvPr>
              <p:cNvSpPr txBox="1"/>
              <p:nvPr/>
            </p:nvSpPr>
            <p:spPr bwMode="auto">
              <a:xfrm>
                <a:off x="3262398" y="5012574"/>
                <a:ext cx="1185238" cy="34073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none" lIns="90000" tIns="46800" rIns="90000" bIns="46800" rtlCol="0">
                <a:spAutoFit/>
              </a:bodyPr>
              <a:lstStyle/>
              <a:p>
                <a:pPr algn="l" rtl="0" eaLnBrk="1" fontAlgn="base" hangingPunct="1">
                  <a:lnSpc>
                    <a:spcPct val="100000"/>
                  </a:lnSpc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SzPts val="1600"/>
                </a:pPr>
                <a:r>
                  <a:rPr lang="en-US" sz="1600" b="1" noProof="0" dirty="0">
                    <a:solidFill>
                      <a:srgbClr val="000000"/>
                    </a:solidFill>
                    <a:ea typeface="ヒラギノ角ゴ Pro W3" charset="-128"/>
                  </a:rPr>
                  <a:t>Plant GER</a:t>
                </a:r>
                <a:endParaRPr lang="en-US" sz="1600" b="1" i="0" u="none" baseline="0" noProof="0" dirty="0">
                  <a:solidFill>
                    <a:srgbClr val="000000"/>
                  </a:solidFill>
                  <a:latin typeface="Arial" panose="020B0604020202020204" pitchFamily="34" charset="0"/>
                  <a:ea typeface="ヒラギノ角ゴ Pro W3" charset="-128"/>
                </a:endParaRP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2A85D9EF-C639-D35A-407F-6A295D00796A}"/>
                  </a:ext>
                </a:extLst>
              </p:cNvPr>
              <p:cNvSpPr txBox="1"/>
              <p:nvPr/>
            </p:nvSpPr>
            <p:spPr bwMode="auto">
              <a:xfrm>
                <a:off x="5278582" y="4998546"/>
                <a:ext cx="1071425" cy="34073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none" lIns="90000" tIns="46800" rIns="90000" bIns="46800" rtlCol="0">
                <a:spAutoFit/>
              </a:bodyPr>
              <a:lstStyle/>
              <a:p>
                <a:pPr algn="l" rtl="0" eaLnBrk="1" fontAlgn="base" hangingPunct="1">
                  <a:lnSpc>
                    <a:spcPct val="100000"/>
                  </a:lnSpc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SzPts val="1600"/>
                </a:pPr>
                <a:r>
                  <a:rPr lang="en-US" sz="1600" b="1" noProof="0" dirty="0">
                    <a:solidFill>
                      <a:srgbClr val="000000"/>
                    </a:solidFill>
                    <a:ea typeface="ヒラギノ角ゴ Pro W3" charset="-128"/>
                  </a:rPr>
                  <a:t>Plant FIN</a:t>
                </a:r>
                <a:endParaRPr lang="en-US" sz="1600" b="1" i="0" u="none" baseline="0" noProof="0" dirty="0">
                  <a:solidFill>
                    <a:srgbClr val="000000"/>
                  </a:solidFill>
                  <a:latin typeface="Arial" panose="020B0604020202020204" pitchFamily="34" charset="0"/>
                  <a:ea typeface="ヒラギノ角ゴ Pro W3" charset="-128"/>
                </a:endParaRPr>
              </a:p>
            </p:txBody>
          </p:sp>
          <p:cxnSp>
            <p:nvCxnSpPr>
              <p:cNvPr id="52" name="Straight Arrow Connector 51">
                <a:extLst>
                  <a:ext uri="{FF2B5EF4-FFF2-40B4-BE49-F238E27FC236}">
                    <a16:creationId xmlns:a16="http://schemas.microsoft.com/office/drawing/2014/main" id="{93793063-8626-4FA0-2015-E7B5E2BA807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855022" y="2862334"/>
                <a:ext cx="1" cy="453600"/>
              </a:xfrm>
              <a:prstGeom prst="straightConnector1">
                <a:avLst/>
              </a:prstGeom>
              <a:ln w="19050">
                <a:solidFill>
                  <a:srgbClr val="0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Arrow Connector 52">
                <a:extLst>
                  <a:ext uri="{FF2B5EF4-FFF2-40B4-BE49-F238E27FC236}">
                    <a16:creationId xmlns:a16="http://schemas.microsoft.com/office/drawing/2014/main" id="{BE0FDE5C-1BD9-F71F-0527-FF3F0036340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832491" y="2845769"/>
                <a:ext cx="1" cy="453600"/>
              </a:xfrm>
              <a:prstGeom prst="straightConnector1">
                <a:avLst/>
              </a:prstGeom>
              <a:ln w="19050">
                <a:solidFill>
                  <a:srgbClr val="0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57" name="Germany">
                <a:extLst>
                  <a:ext uri="{FF2B5EF4-FFF2-40B4-BE49-F238E27FC236}">
                    <a16:creationId xmlns:a16="http://schemas.microsoft.com/office/drawing/2014/main" id="{ECE32166-FDD9-E8EC-F851-CF95349EF129}"/>
                  </a:ext>
                </a:extLst>
              </p:cNvPr>
              <p:cNvPicPr>
                <a:picLocks noChangeAspect="1"/>
              </p:cNvPicPr>
              <p:nvPr>
                <p:custDataLst>
                  <p:tags r:id="rId4"/>
                </p:custDataLst>
              </p:nvPr>
            </p:nvPicPr>
            <p:blipFill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616147" y="5347917"/>
                <a:ext cx="477740" cy="288000"/>
              </a:xfrm>
              <a:prstGeom prst="rect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</a:ln>
            </p:spPr>
          </p:pic>
          <p:pic>
            <p:nvPicPr>
              <p:cNvPr id="59" name="Finland">
                <a:extLst>
                  <a:ext uri="{FF2B5EF4-FFF2-40B4-BE49-F238E27FC236}">
                    <a16:creationId xmlns:a16="http://schemas.microsoft.com/office/drawing/2014/main" id="{DEFFDDBF-9701-5076-7733-7BC8BE0DD287}"/>
                  </a:ext>
                </a:extLst>
              </p:cNvPr>
              <p:cNvPicPr>
                <a:picLocks noChangeAspect="1"/>
              </p:cNvPicPr>
              <p:nvPr>
                <p:custDataLst>
                  <p:tags r:id="rId5"/>
                </p:custDataLst>
              </p:nvPr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82341" y="5347917"/>
                <a:ext cx="477740" cy="288000"/>
              </a:xfrm>
              <a:prstGeom prst="rect">
                <a:avLst/>
              </a:prstGeom>
              <a:ln w="9525">
                <a:solidFill>
                  <a:schemeClr val="bg1">
                    <a:lumMod val="65000"/>
                  </a:schemeClr>
                </a:solidFill>
              </a:ln>
            </p:spPr>
          </p:pic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EE97510F-C4AB-4C58-B847-0CB26CA31D12}"/>
                  </a:ext>
                </a:extLst>
              </p:cNvPr>
              <p:cNvSpPr txBox="1"/>
              <p:nvPr/>
            </p:nvSpPr>
            <p:spPr bwMode="auto">
              <a:xfrm>
                <a:off x="505841" y="4051418"/>
                <a:ext cx="2373289" cy="58695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0000" tIns="46800" rIns="90000" bIns="46800" rtlCol="0">
                <a:spAutoFit/>
              </a:bodyPr>
              <a:lstStyle/>
              <a:p>
                <a:pPr algn="l" rtl="0" eaLnBrk="1" fontAlgn="base" hangingPunct="1">
                  <a:lnSpc>
                    <a:spcPct val="100000"/>
                  </a:lnSpc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SzPts val="1600"/>
                </a:pPr>
                <a:r>
                  <a:rPr lang="en-US" sz="1600" b="1" noProof="0" dirty="0">
                    <a:solidFill>
                      <a:srgbClr val="E40043"/>
                    </a:solidFill>
                    <a:ea typeface="ヒラギノ角ゴ Pro W3" charset="-128"/>
                  </a:rPr>
                  <a:t>MM Account Determination</a:t>
                </a:r>
                <a:endParaRPr lang="en-US" sz="1600" b="1" i="0" u="none" baseline="0" noProof="0" dirty="0">
                  <a:solidFill>
                    <a:srgbClr val="E40043"/>
                  </a:solidFill>
                  <a:latin typeface="Arial" panose="020B0604020202020204" pitchFamily="34" charset="0"/>
                  <a:ea typeface="ヒラギノ角ゴ Pro W3" charset="-128"/>
                </a:endParaRPr>
              </a:p>
            </p:txBody>
          </p:sp>
          <p:cxnSp>
            <p:nvCxnSpPr>
              <p:cNvPr id="66" name="Straight Arrow Connector 65">
                <a:extLst>
                  <a:ext uri="{FF2B5EF4-FFF2-40B4-BE49-F238E27FC236}">
                    <a16:creationId xmlns:a16="http://schemas.microsoft.com/office/drawing/2014/main" id="{51ABEDE1-A6F1-B407-83F3-5B3E19F2278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825574" y="3690874"/>
                <a:ext cx="1" cy="453600"/>
              </a:xfrm>
              <a:prstGeom prst="straightConnector1">
                <a:avLst/>
              </a:prstGeom>
              <a:ln w="19050">
                <a:solidFill>
                  <a:srgbClr val="0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Arrow Connector 66">
                <a:extLst>
                  <a:ext uri="{FF2B5EF4-FFF2-40B4-BE49-F238E27FC236}">
                    <a16:creationId xmlns:a16="http://schemas.microsoft.com/office/drawing/2014/main" id="{C748FD62-499E-E38D-D50D-26ACAEDED01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855021" y="3685349"/>
                <a:ext cx="1" cy="453600"/>
              </a:xfrm>
              <a:prstGeom prst="straightConnector1">
                <a:avLst/>
              </a:prstGeom>
              <a:ln w="19050">
                <a:solidFill>
                  <a:srgbClr val="0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FC622FB8-7DA9-6DA8-A2FC-3204C41C5227}"/>
                  </a:ext>
                </a:extLst>
              </p:cNvPr>
              <p:cNvSpPr txBox="1"/>
              <p:nvPr/>
            </p:nvSpPr>
            <p:spPr bwMode="auto">
              <a:xfrm>
                <a:off x="2975901" y="4162301"/>
                <a:ext cx="1758239" cy="37443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none" lIns="90000" tIns="46800" rIns="90000" bIns="46800" rtlCol="0">
                <a:spAutoFit/>
              </a:bodyPr>
              <a:lstStyle/>
              <a:p>
                <a:pPr algn="l" rtl="0" eaLnBrk="1" fontAlgn="base" hangingPunct="1">
                  <a:lnSpc>
                    <a:spcPct val="100000"/>
                  </a:lnSpc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SzPts val="1600"/>
                </a:pPr>
                <a:r>
                  <a:rPr lang="en-US" sz="1600" b="1" noProof="0" dirty="0">
                    <a:solidFill>
                      <a:srgbClr val="000000"/>
                    </a:solidFill>
                    <a:ea typeface="ヒラギノ角ゴ Pro W3" charset="-128"/>
                  </a:rPr>
                  <a:t>Standard FERT</a:t>
                </a:r>
                <a:endParaRPr lang="en-US" sz="1600" b="1" i="0" u="none" baseline="0" noProof="0" dirty="0">
                  <a:solidFill>
                    <a:srgbClr val="000000"/>
                  </a:solidFill>
                  <a:latin typeface="Arial" panose="020B0604020202020204" pitchFamily="34" charset="0"/>
                  <a:ea typeface="ヒラギノ角ゴ Pro W3" charset="-128"/>
                </a:endParaRPr>
              </a:p>
            </p:txBody>
          </p:sp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8E00A1C1-4A4C-C13F-2891-63F9790CDEB0}"/>
                  </a:ext>
                </a:extLst>
              </p:cNvPr>
              <p:cNvSpPr txBox="1"/>
              <p:nvPr/>
            </p:nvSpPr>
            <p:spPr bwMode="auto">
              <a:xfrm>
                <a:off x="4532090" y="4170060"/>
                <a:ext cx="2600801" cy="37443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0000" tIns="46800" rIns="90000" bIns="46800" rtlCol="0">
                <a:spAutoFit/>
              </a:bodyPr>
              <a:lstStyle/>
              <a:p>
                <a:pPr algn="ctr" rtl="0" eaLnBrk="1" fontAlgn="base" hangingPunct="1">
                  <a:lnSpc>
                    <a:spcPct val="100000"/>
                  </a:lnSpc>
                  <a:spcBef>
                    <a:spcPct val="20000"/>
                  </a:spcBef>
                  <a:spcAft>
                    <a:spcPct val="0"/>
                  </a:spcAft>
                  <a:buClr>
                    <a:srgbClr val="000000"/>
                  </a:buClr>
                  <a:buSzPts val="1600"/>
                </a:pPr>
                <a:r>
                  <a:rPr lang="en-US" sz="1600" b="1" noProof="0" dirty="0">
                    <a:solidFill>
                      <a:schemeClr val="accent3"/>
                    </a:solidFill>
                    <a:ea typeface="ヒラギノ角ゴ Pro W3" charset="-128"/>
                  </a:rPr>
                  <a:t>Copy from HAWA</a:t>
                </a:r>
                <a:endParaRPr lang="en-US" sz="1600" b="1" i="0" u="none" baseline="0" noProof="0" dirty="0">
                  <a:solidFill>
                    <a:schemeClr val="accent3"/>
                  </a:solidFill>
                  <a:latin typeface="Arial" panose="020B0604020202020204" pitchFamily="34" charset="0"/>
                  <a:ea typeface="ヒラギノ角ゴ Pro W3" charset="-128"/>
                </a:endParaRPr>
              </a:p>
            </p:txBody>
          </p:sp>
          <p:cxnSp>
            <p:nvCxnSpPr>
              <p:cNvPr id="72" name="Straight Arrow Connector 71">
                <a:extLst>
                  <a:ext uri="{FF2B5EF4-FFF2-40B4-BE49-F238E27FC236}">
                    <a16:creationId xmlns:a16="http://schemas.microsoft.com/office/drawing/2014/main" id="{426FFFB3-111F-5595-8BD8-653179EE4B3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825573" y="4584077"/>
                <a:ext cx="1" cy="453600"/>
              </a:xfrm>
              <a:prstGeom prst="straightConnector1">
                <a:avLst/>
              </a:prstGeom>
              <a:ln w="19050">
                <a:solidFill>
                  <a:srgbClr val="0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Straight Arrow Connector 75">
                <a:extLst>
                  <a:ext uri="{FF2B5EF4-FFF2-40B4-BE49-F238E27FC236}">
                    <a16:creationId xmlns:a16="http://schemas.microsoft.com/office/drawing/2014/main" id="{867A089B-48D3-00F8-FCA3-E24B3A3AA7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010493" y="1895037"/>
                <a:ext cx="3" cy="454650"/>
              </a:xfrm>
              <a:prstGeom prst="straightConnector1">
                <a:avLst/>
              </a:prstGeom>
              <a:ln w="19050">
                <a:solidFill>
                  <a:srgbClr val="0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Straight Arrow Connector 76">
                <a:extLst>
                  <a:ext uri="{FF2B5EF4-FFF2-40B4-BE49-F238E27FC236}">
                    <a16:creationId xmlns:a16="http://schemas.microsoft.com/office/drawing/2014/main" id="{E2CF1C76-3255-DFD6-DBA1-70B73C94C6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010492" y="2849793"/>
                <a:ext cx="3" cy="454650"/>
              </a:xfrm>
              <a:prstGeom prst="straightConnector1">
                <a:avLst/>
              </a:prstGeom>
              <a:ln w="19050">
                <a:solidFill>
                  <a:srgbClr val="00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88" name="Straight Arrow Connector 87">
              <a:extLst>
                <a:ext uri="{FF2B5EF4-FFF2-40B4-BE49-F238E27FC236}">
                  <a16:creationId xmlns:a16="http://schemas.microsoft.com/office/drawing/2014/main" id="{6440DD77-A456-31F7-886B-B531235A745F}"/>
                </a:ext>
              </a:extLst>
            </p:cNvPr>
            <p:cNvCxnSpPr>
              <a:cxnSpLocks/>
            </p:cNvCxnSpPr>
            <p:nvPr/>
          </p:nvCxnSpPr>
          <p:spPr>
            <a:xfrm>
              <a:off x="7604389" y="3478501"/>
              <a:ext cx="6535" cy="420661"/>
            </a:xfrm>
            <a:prstGeom prst="straightConnector1">
              <a:avLst/>
            </a:prstGeom>
            <a:ln w="19050">
              <a:solidFill>
                <a:srgbClr val="0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AADE6020-5C93-9E89-521F-2FDADCAECD06}"/>
                </a:ext>
              </a:extLst>
            </p:cNvPr>
            <p:cNvSpPr txBox="1"/>
            <p:nvPr/>
          </p:nvSpPr>
          <p:spPr bwMode="auto">
            <a:xfrm>
              <a:off x="6715273" y="3898305"/>
              <a:ext cx="1791301" cy="3407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0000" tIns="46800" rIns="90000" bIns="46800" rtlCol="0">
              <a:spAutoFit/>
            </a:bodyPr>
            <a:lstStyle/>
            <a:p>
              <a:pPr algn="l" rtl="0" eaLnBrk="1" fontAlgn="base" hangingPunct="1">
                <a:lnSpc>
                  <a:spcPct val="100000"/>
                </a:lnSpc>
                <a:spcBef>
                  <a:spcPct val="20000"/>
                </a:spcBef>
                <a:spcAft>
                  <a:spcPct val="0"/>
                </a:spcAft>
                <a:buClr>
                  <a:srgbClr val="000000"/>
                </a:buClr>
                <a:buSzPts val="1600"/>
              </a:pPr>
              <a:r>
                <a:rPr lang="en-US" sz="1600" b="1" noProof="0" dirty="0">
                  <a:solidFill>
                    <a:srgbClr val="000000"/>
                  </a:solidFill>
                  <a:ea typeface="ヒラギノ角ゴ Pro W3" charset="-128"/>
                </a:rPr>
                <a:t>Standard HAWA </a:t>
              </a:r>
              <a:endParaRPr lang="en-US" sz="1600" b="1" i="0" u="none" baseline="0" noProof="0" dirty="0">
                <a:solidFill>
                  <a:srgbClr val="000000"/>
                </a:solidFill>
                <a:latin typeface="Arial" panose="020B0604020202020204" pitchFamily="34" charset="0"/>
                <a:ea typeface="ヒラギノ角ゴ Pro W3" charset="-128"/>
              </a:endParaRP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76940877-9F51-3366-113B-4176E72B38D3}"/>
                </a:ext>
              </a:extLst>
            </p:cNvPr>
            <p:cNvSpPr txBox="1"/>
            <p:nvPr/>
          </p:nvSpPr>
          <p:spPr bwMode="auto">
            <a:xfrm>
              <a:off x="6538702" y="4673287"/>
              <a:ext cx="1119911" cy="31006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0000" tIns="46800" rIns="90000" bIns="46800" rtlCol="0">
              <a:spAutoFit/>
            </a:bodyPr>
            <a:lstStyle/>
            <a:p>
              <a:pPr algn="l" rtl="0" eaLnBrk="1" fontAlgn="base" hangingPunct="1">
                <a:lnSpc>
                  <a:spcPct val="100000"/>
                </a:lnSpc>
                <a:spcBef>
                  <a:spcPct val="20000"/>
                </a:spcBef>
                <a:spcAft>
                  <a:spcPct val="0"/>
                </a:spcAft>
                <a:buClr>
                  <a:srgbClr val="000000"/>
                </a:buClr>
                <a:buSzPts val="1600"/>
              </a:pPr>
              <a:r>
                <a:rPr lang="en-US" sz="1600" b="1" noProof="0" dirty="0">
                  <a:solidFill>
                    <a:srgbClr val="000000"/>
                  </a:solidFill>
                  <a:ea typeface="ヒラギノ角ゴ Pro W3" charset="-128"/>
                </a:rPr>
                <a:t>Plant GER</a:t>
              </a:r>
              <a:endParaRPr lang="en-US" sz="1600" b="1" i="0" u="none" baseline="0" noProof="0" dirty="0">
                <a:solidFill>
                  <a:srgbClr val="000000"/>
                </a:solidFill>
                <a:latin typeface="Arial" panose="020B0604020202020204" pitchFamily="34" charset="0"/>
                <a:ea typeface="ヒラギノ角ゴ Pro W3" charset="-128"/>
              </a:endParaRP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76CF0900-D68F-C92B-6A06-5CDE28052D98}"/>
                </a:ext>
              </a:extLst>
            </p:cNvPr>
            <p:cNvSpPr txBox="1"/>
            <p:nvPr/>
          </p:nvSpPr>
          <p:spPr bwMode="auto">
            <a:xfrm>
              <a:off x="7619260" y="4662450"/>
              <a:ext cx="1012371" cy="31006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vert="horz" wrap="none" lIns="90000" tIns="46800" rIns="90000" bIns="46800" rtlCol="0">
              <a:spAutoFit/>
            </a:bodyPr>
            <a:lstStyle/>
            <a:p>
              <a:pPr algn="l" rtl="0" eaLnBrk="1" fontAlgn="base" hangingPunct="1">
                <a:lnSpc>
                  <a:spcPct val="100000"/>
                </a:lnSpc>
                <a:spcBef>
                  <a:spcPct val="20000"/>
                </a:spcBef>
                <a:spcAft>
                  <a:spcPct val="0"/>
                </a:spcAft>
                <a:buClr>
                  <a:srgbClr val="000000"/>
                </a:buClr>
                <a:buSzPts val="1600"/>
              </a:pPr>
              <a:r>
                <a:rPr lang="en-US" sz="1600" b="1" noProof="0" dirty="0">
                  <a:solidFill>
                    <a:srgbClr val="000000"/>
                  </a:solidFill>
                  <a:ea typeface="ヒラギノ角ゴ Pro W3" charset="-128"/>
                </a:rPr>
                <a:t>Plant FIN</a:t>
              </a:r>
              <a:endParaRPr lang="en-US" sz="1600" b="1" i="0" u="none" baseline="0" noProof="0" dirty="0">
                <a:solidFill>
                  <a:srgbClr val="000000"/>
                </a:solidFill>
                <a:latin typeface="Arial" panose="020B0604020202020204" pitchFamily="34" charset="0"/>
                <a:ea typeface="ヒラギノ角ゴ Pro W3" charset="-128"/>
              </a:endParaRPr>
            </a:p>
          </p:txBody>
        </p:sp>
        <p:pic>
          <p:nvPicPr>
            <p:cNvPr id="97" name="Germany">
              <a:extLst>
                <a:ext uri="{FF2B5EF4-FFF2-40B4-BE49-F238E27FC236}">
                  <a16:creationId xmlns:a16="http://schemas.microsoft.com/office/drawing/2014/main" id="{09A283D0-E946-6F99-BC8C-E47C8B4327D5}"/>
                </a:ext>
              </a:extLst>
            </p:cNvPr>
            <p:cNvPicPr>
              <a:picLocks noChangeAspect="1"/>
            </p:cNvPicPr>
            <p:nvPr>
              <p:custDataLst>
                <p:tags r:id="rId2"/>
              </p:custDataLst>
            </p:nvPr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13216" y="5005092"/>
              <a:ext cx="451408" cy="262080"/>
            </a:xfrm>
            <a:prstGeom prst="rect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</p:pic>
        <p:pic>
          <p:nvPicPr>
            <p:cNvPr id="99" name="Finland">
              <a:extLst>
                <a:ext uri="{FF2B5EF4-FFF2-40B4-BE49-F238E27FC236}">
                  <a16:creationId xmlns:a16="http://schemas.microsoft.com/office/drawing/2014/main" id="{8224F130-E3D7-27DD-7550-20A7E185A683}"/>
                </a:ext>
              </a:extLst>
            </p:cNvPr>
            <p:cNvPicPr>
              <a:picLocks noChangeAspect="1"/>
            </p:cNvPicPr>
            <p:nvPr>
              <p:custDataLst>
                <p:tags r:id="rId3"/>
              </p:custDataLst>
            </p:nvPr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32545" y="5005092"/>
              <a:ext cx="451408" cy="262080"/>
            </a:xfrm>
            <a:prstGeom prst="rect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</p:pic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DB1CAB8B-191A-460A-463B-0854A59BD8EA}"/>
                </a:ext>
              </a:extLst>
            </p:cNvPr>
            <p:cNvCxnSpPr>
              <a:cxnSpLocks/>
            </p:cNvCxnSpPr>
            <p:nvPr/>
          </p:nvCxnSpPr>
          <p:spPr>
            <a:xfrm>
              <a:off x="7165173" y="4316311"/>
              <a:ext cx="891500" cy="0"/>
            </a:xfrm>
            <a:prstGeom prst="line">
              <a:avLst/>
            </a:prstGeom>
            <a:ln w="19050">
              <a:solidFill>
                <a:srgbClr val="0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Arrow Connector 104">
              <a:extLst>
                <a:ext uri="{FF2B5EF4-FFF2-40B4-BE49-F238E27FC236}">
                  <a16:creationId xmlns:a16="http://schemas.microsoft.com/office/drawing/2014/main" id="{D58FB237-DCE1-912B-D264-1D9E48D6062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65173" y="4299515"/>
              <a:ext cx="1" cy="412776"/>
            </a:xfrm>
            <a:prstGeom prst="straightConnector1">
              <a:avLst/>
            </a:prstGeom>
            <a:ln w="19050">
              <a:solidFill>
                <a:srgbClr val="0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Arrow Connector 105">
              <a:extLst>
                <a:ext uri="{FF2B5EF4-FFF2-40B4-BE49-F238E27FC236}">
                  <a16:creationId xmlns:a16="http://schemas.microsoft.com/office/drawing/2014/main" id="{884D75A6-15BD-1D33-92B5-2E978CFEDF9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056673" y="4299515"/>
              <a:ext cx="1" cy="412776"/>
            </a:xfrm>
            <a:prstGeom prst="straightConnector1">
              <a:avLst/>
            </a:prstGeom>
            <a:ln w="19050">
              <a:solidFill>
                <a:srgbClr val="0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Arrow Connector 110">
              <a:extLst>
                <a:ext uri="{FF2B5EF4-FFF2-40B4-BE49-F238E27FC236}">
                  <a16:creationId xmlns:a16="http://schemas.microsoft.com/office/drawing/2014/main" id="{BDF810E1-7185-4E25-4995-443B608AB13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71113" y="4302264"/>
              <a:ext cx="3" cy="413731"/>
            </a:xfrm>
            <a:prstGeom prst="straightConnector1">
              <a:avLst/>
            </a:prstGeom>
            <a:ln w="19050">
              <a:solidFill>
                <a:srgbClr val="0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4" name="Rectangle 113">
            <a:extLst>
              <a:ext uri="{FF2B5EF4-FFF2-40B4-BE49-F238E27FC236}">
                <a16:creationId xmlns:a16="http://schemas.microsoft.com/office/drawing/2014/main" id="{DB405986-3751-CC8D-0839-B147C58B3A9A}"/>
              </a:ext>
            </a:extLst>
          </p:cNvPr>
          <p:cNvSpPr/>
          <p:nvPr/>
        </p:nvSpPr>
        <p:spPr bwMode="auto">
          <a:xfrm>
            <a:off x="518398" y="5906452"/>
            <a:ext cx="1249200" cy="278250"/>
          </a:xfrm>
          <a:prstGeom prst="rect">
            <a:avLst/>
          </a:prstGeom>
          <a:solidFill>
            <a:schemeClr val="tx1"/>
          </a:solidFill>
          <a:ln w="9525" algn="ctr">
            <a:noFill/>
            <a:miter lim="800000"/>
            <a:headEnd/>
            <a:tailEnd/>
          </a:ln>
        </p:spPr>
        <p:txBody>
          <a:bodyPr lIns="72000" tIns="72000" rIns="72000" bIns="72000" rtlCol="0" anchor="ctr"/>
          <a:lstStyle/>
          <a:p>
            <a:pPr algn="ctr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de-DE" sz="1400" b="1" i="0" u="none" kern="0" baseline="0" dirty="0">
                <a:solidFill>
                  <a:schemeClr val="bg2"/>
                </a:solidFill>
                <a:latin typeface="Arial" panose="020B0604020202020204" pitchFamily="34" charset="0"/>
                <a:ea typeface="ＭＳ Ｐゴシック" charset="-128"/>
              </a:rPr>
              <a:t>Standard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808F476D-2823-A8E8-4377-67BDADD9E761}"/>
              </a:ext>
            </a:extLst>
          </p:cNvPr>
          <p:cNvSpPr/>
          <p:nvPr/>
        </p:nvSpPr>
        <p:spPr bwMode="auto">
          <a:xfrm>
            <a:off x="1908038" y="5906452"/>
            <a:ext cx="1249345" cy="278250"/>
          </a:xfrm>
          <a:prstGeom prst="rect">
            <a:avLst/>
          </a:prstGeom>
          <a:solidFill>
            <a:schemeClr val="accent3"/>
          </a:solidFill>
          <a:ln w="9525" algn="ctr">
            <a:noFill/>
            <a:miter lim="800000"/>
            <a:headEnd/>
            <a:tailEnd/>
          </a:ln>
        </p:spPr>
        <p:txBody>
          <a:bodyPr lIns="72000" tIns="72000" rIns="72000" bIns="72000" rtlCol="0" anchor="ctr"/>
          <a:lstStyle/>
          <a:p>
            <a:pPr algn="ctr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de-DE" sz="1400" b="1" i="0" u="none" kern="0" baseline="0" dirty="0">
                <a:solidFill>
                  <a:schemeClr val="bg2"/>
                </a:solidFill>
                <a:latin typeface="Arial" panose="020B0604020202020204" pitchFamily="34" charset="0"/>
                <a:ea typeface="ＭＳ Ｐゴシック" charset="-128"/>
              </a:rPr>
              <a:t>Customizing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15403509"/>
      </p:ext>
    </p:extLst>
  </p:cSld>
  <p:clrMapOvr>
    <a:masterClrMapping/>
  </p:clrMapOvr>
  <p:transition spd="slow"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HANGETRACKING" val="true"/>
  <p:tag name="EMPOWERCHARTSPROPERTIES_B_0" val="AAAAAAH//////////wEAAAAAAAAAAAAAACoqIFRoaXMgaXMgYSBMaXRlREIgZmlsZSAqKgcE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gAAAAAAAAAFAAAACQAAAF9pZD0kLl9pZAEDAAAAAAADAAAAAQADAAAAIwAAAENvbWJpSW5kZXg9JC5OYW1lICsgJ18nICsgJC5WZXJzaW9uAQQAAAAAAAQAAAABAAQ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gIBAQEBAQEBAQEBAQEBAQIAAAAAAAAAAwAAAAMAAAAA/////wQAPwwAAAAAAAAAAAAAIAD///////////////8AAAD///////////////8DAAAAAw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I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CAP///////wQAAAACABAAC+Yfb6O20LdCiIVja5iTm9gFAAAAAAADAAAAAwADAAAAAQADAAAAAAD///////8DAAEA////////BAAAAAMAEAALhVOfW4OyMUSuW18FHeB/XQUAAAABAAMAAAAAAAMAAAAC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////8EABQMAAAAAAAAAAAAACAB////////////////AAAA////////////////BAAAAAMA////////BA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QAgAf///////////////wAADv///////wQAAAAC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IAAgEDAAAAAgD///////8aAAZMaW5rZWRTaGFwZXNEYXRhUHJvcGVydHlfMAUAAAAAAAQAAAADAAQAAAABAAQAAAADAP///////wMAAgEDAAAAAwD///////8lAAZMaW5rZWRTaGFwZVByZXNlbnRhdGlvblNldHRpbmdzRGF0YV8wBQAAAAEABAAAAAAABAAAAAIABAAAAAAABAAAAAI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/////AgCODgAAAAAAAAAAAAD/////gwCDAAAABV9pZAAQAAAABOYfb6O20LdCiIVja5iTm9gDRGF0YQAbAAAABExpbmtlZFNoYXBlRGF0YQAFAAAAAAACTmFtZQAZAAAATGlua2VkU2hhcGVzRGF0YVByb3BlcnR5ABBWZXJzaW9uAAAAAAAJTGFzdFdyaXRlALn21sJ9AQAAAAEA/////8YAxgAAAAVfaWQAEAAAAASFU59bg7IxRK5bXwUd4H9dA0RhdGEAUwAAAAhQcmVzZW50YXRpb25TY2FubmVkRm9yTGlua2VkU2hhcGVzAAECTnVtYmVyRm9ybWF0U2VwYXJhdG9yTW9kZQAKAAAAQXV0b21hdGljAAACTmFtZQAkAAAATGlua2VkU2hhcGVQcmVzZW50YXRpb25TZXR0aW5nc0RhdGEAEFZlcnNpb24AAAAAAAlMYXN0V3JpdGUAjffWwn0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B_LENGTH" val="2457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AVOID_BLANK_LAYOUT" val="True"/>
  <p:tag name="MIO_CD_LAYOUT_VALID_AREA" val="False"/>
  <p:tag name="MIO_CDID" val="f029d760-e0a1-4b24-88a3-0451a2dc326f"/>
  <p:tag name="MIO_CONTENTTAG" val="ZnglHz1viUqdHNeWdleZ2A=="/>
  <p:tag name="MIO_DBID" val="338A29B5-695B-45AD-981D-46622E76BF4A"/>
  <p:tag name="MIO_EK" val="2823"/>
  <p:tag name="MIO_EKGUID" val="9e07b9b6-a3ca-4626-a251-62b011227d49"/>
  <p:tag name="MIO_EMBED_FONT" val="False"/>
  <p:tag name="MIO_FALLBACK_LAYOUT" val="3"/>
  <p:tag name="MIO_HDS" val="True"/>
  <p:tag name="MIO_LASTDOWNLOADED" val="08.09.2026 09:58:47.282"/>
  <p:tag name="MIO_LASTEDITORNAME" val="Johanna Archutowski"/>
  <p:tag name="MIO_MATCH_COLOR_SCHEME" val="False"/>
  <p:tag name="MIO_NUMBER_OF_VALID_LAYOUTS" val="8"/>
  <p:tag name="MIO_OBJECTNAME" val="FLG EN 16:9"/>
  <p:tag name="MIO_PRESI_FIRST_SLIDENUMBER" val="1"/>
  <p:tag name="MIO_SHOW_DATE" val="False"/>
  <p:tag name="MIO_SHOW_FOOTER" val="True"/>
  <p:tag name="MIO_SHOW_PAGENUMBER" val="True"/>
  <p:tag name="MIO_SKIPVERSION" val="01.01.0001 00:00:00"/>
  <p:tag name="MIO_UPDATE" val="True"/>
  <p:tag name="MIO_VERSION" val="05.05.2026 09:54:59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GUID" val="b17027d4-9ac8-4d2a-b0b5-6644075b4274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GUID" val="4406832c-4ef4-4ed0-a016-d6120a1e16e3"/>
  <p:tag name="MIO_EKGUID" val="82c860b0-6ed9-4712-9a00-033079c7b26d"/>
  <p:tag name="MIO_UPDATE" val="True"/>
  <p:tag name="MIO_VERSION" val="13.04.2022 13:12:49"/>
  <p:tag name="MIO_DBID" val="fede6900-895c-4459-b97c-72b2b9dac459"/>
  <p:tag name="MIO_LASTDOWNLOADED" val="15.10.2026 16:08:55.563"/>
  <p:tag name="MIO_OBJECTNAME" val="Germany"/>
  <p:tag name="MIO_LASTEDITORNAME" val="Steffi Rauh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GUID" val="583e0925-b020-4894-ab53-fea5fa8225ce"/>
  <p:tag name="MIO_EKGUID" val="3789350f-d353-43b8-ac57-f3b8befb3ab2"/>
  <p:tag name="MIO_UPDATE" val="True"/>
  <p:tag name="MIO_VERSION" val="13.04.2022 13:12:48"/>
  <p:tag name="MIO_DBID" val="fede6900-895c-4459-b97c-72b2b9dac459"/>
  <p:tag name="MIO_LASTDOWNLOADED" val="15.10.2026 16:09:18.705"/>
  <p:tag name="MIO_OBJECTNAME" val="Finland"/>
  <p:tag name="MIO_LASTEDITORNAME" val="Steffi Rauh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GUID" val="4406832c-4ef4-4ed0-a016-d6120a1e16e3"/>
  <p:tag name="MIO_EKGUID" val="82c860b0-6ed9-4712-9a00-033079c7b26d"/>
  <p:tag name="MIO_UPDATE" val="True"/>
  <p:tag name="MIO_VERSION" val="13.04.2022 13:12:49"/>
  <p:tag name="MIO_DBID" val="fede6900-895c-4459-b97c-72b2b9dac459"/>
  <p:tag name="MIO_LASTDOWNLOADED" val="15.10.2026 16:08:55.563"/>
  <p:tag name="MIO_OBJECTNAME" val="Germany"/>
  <p:tag name="MIO_LASTEDITORNAME" val="Steffi Rauh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GUID" val="583e0925-b020-4894-ab53-fea5fa8225ce"/>
  <p:tag name="MIO_EKGUID" val="3789350f-d353-43b8-ac57-f3b8befb3ab2"/>
  <p:tag name="MIO_UPDATE" val="True"/>
  <p:tag name="MIO_VERSION" val="13.04.2022 13:12:48"/>
  <p:tag name="MIO_DBID" val="fede6900-895c-4459-b97c-72b2b9dac459"/>
  <p:tag name="MIO_LASTDOWNLOADED" val="15.10.2026 16:09:18.705"/>
  <p:tag name="MIO_OBJECTNAME" val="Finland"/>
  <p:tag name="MIO_LASTEDITORNAME" val="Steffi Rauh"/>
</p:tagLst>
</file>

<file path=ppt/theme/theme1.xml><?xml version="1.0" encoding="utf-8"?>
<a:theme xmlns:a="http://schemas.openxmlformats.org/drawingml/2006/main" name="1_Default Theme">
  <a:themeElements>
    <a:clrScheme name="Hyperlink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E3006A"/>
      </a:accent1>
      <a:accent2>
        <a:srgbClr val="93117E"/>
      </a:accent2>
      <a:accent3>
        <a:srgbClr val="005EA8"/>
      </a:accent3>
      <a:accent4>
        <a:srgbClr val="008BD0"/>
      </a:accent4>
      <a:accent5>
        <a:srgbClr val="008E4F"/>
      </a:accent5>
      <a:accent6>
        <a:srgbClr val="000000"/>
      </a:accent6>
      <a:hlink>
        <a:srgbClr val="000000"/>
      </a:hlink>
      <a:folHlink>
        <a:srgbClr val="000000"/>
      </a:folHlink>
    </a:clrScheme>
    <a:fontScheme name="Larissa Klassisch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>
            <a:lumMod val="85000"/>
          </a:schemeClr>
        </a:solidFill>
        <a:ln w="9525" algn="ctr">
          <a:noFill/>
          <a:miter lim="800000"/>
          <a:headEnd/>
          <a:tailEnd/>
        </a:ln>
      </a:spPr>
      <a:bodyPr lIns="72000" tIns="72000" rIns="72000" bIns="72000" rtlCol="0" anchor="ctr"/>
      <a:lstStyle>
        <a:defPPr algn="ctr" rtl="0" eaLnBrk="1" fontAlgn="base" hangingPunct="1">
          <a:lnSpc>
            <a:spcPct val="100000"/>
          </a:lnSpc>
          <a:spcBef>
            <a:spcPct val="0"/>
          </a:spcBef>
          <a:spcAft>
            <a:spcPct val="0"/>
          </a:spcAft>
          <a:defRPr sz="1800" b="1" i="0" u="none" kern="0" baseline="0" dirty="0">
            <a:solidFill>
              <a:srgbClr val="000000"/>
            </a:solidFill>
            <a:latin typeface="Arial" panose="020B0604020202020204" pitchFamily="34" charset="0"/>
            <a:ea typeface="ＭＳ Ｐゴシック" charset="-128"/>
          </a:defRPr>
        </a:defPPr>
      </a:lstStyle>
    </a:spDef>
    <a:lnDef>
      <a:spPr>
        <a:ln>
          <a:solidFill>
            <a:srgbClr val="000000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auto">
        <a:noFill/>
        <a:ln w="9525">
          <a:noFill/>
          <a:miter lim="800000"/>
          <a:headEnd/>
          <a:tailEnd/>
        </a:ln>
      </a:spPr>
      <a:bodyPr vert="horz" wrap="square" lIns="90000" tIns="46800" rIns="90000" bIns="46800" rtlCol="0">
        <a:spAutoFit/>
      </a:bodyPr>
      <a:lstStyle>
        <a:defPPr algn="l" rtl="0" eaLnBrk="1" fontAlgn="base" hangingPunct="1">
          <a:lnSpc>
            <a:spcPct val="100000"/>
          </a:lnSpc>
          <a:spcBef>
            <a:spcPct val="20000"/>
          </a:spcBef>
          <a:spcAft>
            <a:spcPct val="0"/>
          </a:spcAft>
          <a:buClr>
            <a:srgbClr val="000000"/>
          </a:buClr>
          <a:buSzPts val="1600"/>
          <a:defRPr sz="1600" b="0" i="0" u="none" baseline="0" dirty="0">
            <a:solidFill>
              <a:srgbClr val="000000"/>
            </a:solidFill>
            <a:latin typeface="Arial" panose="020B0604020202020204" pitchFamily="34" charset="0"/>
            <a:ea typeface="ヒラギノ角ゴ Pro W3" charset="-128"/>
          </a:defRPr>
        </a:defPPr>
      </a:lstStyle>
    </a:txDef>
  </a:objectDefaults>
  <a:extraClrSchemeLst/>
  <a:custClrLst>
    <a:custClr name="Berichtswesen blau (Ist)">
      <a:srgbClr val="0000FF"/>
    </a:custClr>
    <a:custClr name="Berichtswesen grün (Plan)">
      <a:srgbClr val="339966"/>
    </a:custClr>
    <a:custClr name="Berichtswesen rot (Vorjahr)">
      <a:srgbClr val="FF0000"/>
    </a:custClr>
    <a:custClr name="Berichtswesen hellblau (Forecast)">
      <a:srgbClr val="6496FF"/>
    </a:custClr>
  </a:custClrLst>
  <a:extLst>
    <a:ext uri="{05A4C25C-085E-4340-85A3-A5531E510DB2}">
      <thm15:themeFamily xmlns:thm15="http://schemas.microsoft.com/office/thememl/2012/main" name="Präsentation2" id="{AFFAB6C5-EA8F-4099-8F63-20EF8548BE8E}" vid="{F4B5E296-AF3A-4A0B-BD59-A8371215C520}"/>
    </a:ext>
  </a:extLst>
</a:theme>
</file>

<file path=ppt/theme/theme2.xml><?xml version="1.0" encoding="utf-8"?>
<a:theme xmlns:a="http://schemas.openxmlformats.org/drawingml/2006/main" name="Larissa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4E79D0333608F479BF27F25B640F11A" ma:contentTypeVersion="6" ma:contentTypeDescription="Create a new document." ma:contentTypeScope="" ma:versionID="5a2c94424de62b72b226c0da23bd05a0">
  <xsd:schema xmlns:xsd="http://www.w3.org/2001/XMLSchema" xmlns:xs="http://www.w3.org/2001/XMLSchema" xmlns:p="http://schemas.microsoft.com/office/2006/metadata/properties" xmlns:ns2="c4416e52-f767-4207-bb1b-8a837b1f2956" targetNamespace="http://schemas.microsoft.com/office/2006/metadata/properties" ma:root="true" ma:fieldsID="fb9d153feca8a8ee1b87e649dcddc906" ns2:_="">
    <xsd:import namespace="c4416e52-f767-4207-bb1b-8a837b1f295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4416e52-f767-4207-bb1b-8a837b1f295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12DAB22-EDE2-40D3-98E2-D6440FC8595C}">
  <ds:schemaRefs>
    <ds:schemaRef ds:uri="http://schemas.microsoft.com/office/2006/documentManagement/types"/>
    <ds:schemaRef ds:uri="http://purl.org/dc/elements/1.1/"/>
    <ds:schemaRef ds:uri="http://purl.org/dc/dcmitype/"/>
    <ds:schemaRef ds:uri="c4416e52-f767-4207-bb1b-8a837b1f2956"/>
    <ds:schemaRef ds:uri="http://www.w3.org/XML/1998/namespace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BDBCE10D-CCA8-4582-B291-30C576BB99D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B4646FF-750C-4F4D-9A06-FDA7D68E207D}">
  <ds:schemaRefs>
    <ds:schemaRef ds:uri="c4416e52-f767-4207-bb1b-8a837b1f2956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Metadata/LabelInfo.xml><?xml version="1.0" encoding="utf-8"?>
<clbl:labelList xmlns:clbl="http://schemas.microsoft.com/office/2020/mipLabelMetadata">
  <clbl:label id="{a8218bc3-7d4c-4a61-b912-a6ca487118dd}" enabled="0" method="" siteId="{a8218bc3-7d4c-4a61-b912-a6ca487118dd}" removed="1"/>
  <clbl:label id="{ea60d57e-af5b-4752-ac57-3e4f28ca11dc}" enabled="1" method="Standard" siteId="{36da45f1-dd2c-4d1f-af13-5abe46b9992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0</TotalTime>
  <Words>124</Words>
  <Application>Microsoft Office PowerPoint</Application>
  <PresentationFormat>Widescreen</PresentationFormat>
  <Paragraphs>27</Paragraphs>
  <Slides>1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Symbol</vt:lpstr>
      <vt:lpstr>Webdings</vt:lpstr>
      <vt:lpstr>Wingdings</vt:lpstr>
      <vt:lpstr>ヒラギノ角ゴ Pro W3</vt:lpstr>
      <vt:lpstr>1_Default Theme</vt:lpstr>
      <vt:lpstr>Intercompany Business of Finished Goods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Patrick Jaeger</dc:creator>
  <cp:lastModifiedBy>Mainka, Julius</cp:lastModifiedBy>
  <cp:revision>116</cp:revision>
  <cp:lastPrinted>2017-07-03T09:46:07Z</cp:lastPrinted>
  <dcterms:created xsi:type="dcterms:W3CDTF">2026-09-08T07:57:50Z</dcterms:created>
  <dcterms:modified xsi:type="dcterms:W3CDTF">2026-10-15T14:44:41Z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a28a66c-3c7f-463f-9f3d-483220f1d838_Enabled">
    <vt:lpwstr>true</vt:lpwstr>
  </property>
  <property fmtid="{D5CDD505-2E9C-101B-9397-08002B2CF9AE}" pid="3" name="MSIP_Label_3a28a66c-3c7f-463f-9f3d-483220f1d838_SetDate">
    <vt:lpwstr>2026-05-04T09:56:39Z</vt:lpwstr>
  </property>
  <property fmtid="{D5CDD505-2E9C-101B-9397-08002B2CF9AE}" pid="4" name="MSIP_Label_3a28a66c-3c7f-463f-9f3d-483220f1d838_Method">
    <vt:lpwstr>Standard</vt:lpwstr>
  </property>
  <property fmtid="{D5CDD505-2E9C-101B-9397-08002B2CF9AE}" pid="5" name="MSIP_Label_3a28a66c-3c7f-463f-9f3d-483220f1d838_Name">
    <vt:lpwstr>FLG_Internal</vt:lpwstr>
  </property>
  <property fmtid="{D5CDD505-2E9C-101B-9397-08002B2CF9AE}" pid="6" name="MSIP_Label_3a28a66c-3c7f-463f-9f3d-483220f1d838_SiteId">
    <vt:lpwstr>a8218bc3-7d4c-4a61-b912-a6ca487118dd</vt:lpwstr>
  </property>
  <property fmtid="{D5CDD505-2E9C-101B-9397-08002B2CF9AE}" pid="7" name="MSIP_Label_3a28a66c-3c7f-463f-9f3d-483220f1d838_ActionId">
    <vt:lpwstr>77603498-ea80-4219-950c-95034fbcf6a3</vt:lpwstr>
  </property>
  <property fmtid="{D5CDD505-2E9C-101B-9397-08002B2CF9AE}" pid="8" name="MSIP_Label_3a28a66c-3c7f-463f-9f3d-483220f1d838_ContentBits">
    <vt:lpwstr>0</vt:lpwstr>
  </property>
  <property fmtid="{D5CDD505-2E9C-101B-9397-08002B2CF9AE}" pid="9" name="MSIP_Label_3a28a66c-3c7f-463f-9f3d-483220f1d838_Tag">
    <vt:lpwstr>10, 3, 0, 1</vt:lpwstr>
  </property>
  <property fmtid="{D5CDD505-2E9C-101B-9397-08002B2CF9AE}" pid="10" name="ContentTypeId">
    <vt:lpwstr>0x01010054E79D0333608F479BF27F25B640F11A</vt:lpwstr>
  </property>
  <property fmtid="{D5CDD505-2E9C-101B-9397-08002B2CF9AE}" pid="11" name="MediaServiceImageTags">
    <vt:lpwstr/>
  </property>
  <property fmtid="{D5CDD505-2E9C-101B-9397-08002B2CF9AE}" pid="12" name="xd_ProgID">
    <vt:lpwstr/>
  </property>
  <property fmtid="{D5CDD505-2E9C-101B-9397-08002B2CF9AE}" pid="13" name="ComplianceAssetId">
    <vt:lpwstr/>
  </property>
  <property fmtid="{D5CDD505-2E9C-101B-9397-08002B2CF9AE}" pid="14" name="TemplateUrl">
    <vt:lpwstr/>
  </property>
  <property fmtid="{D5CDD505-2E9C-101B-9397-08002B2CF9AE}" pid="15" name="_ExtendedDescription">
    <vt:lpwstr/>
  </property>
  <property fmtid="{D5CDD505-2E9C-101B-9397-08002B2CF9AE}" pid="16" name="TriggerFlowInfo">
    <vt:lpwstr/>
  </property>
  <property fmtid="{D5CDD505-2E9C-101B-9397-08002B2CF9AE}" pid="17" name="xd_Signature">
    <vt:bool>false</vt:bool>
  </property>
</Properties>
</file>