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2.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8" r:id="rId4"/>
  </p:sldMasterIdLst>
  <p:notesMasterIdLst>
    <p:notesMasterId r:id="rId11"/>
  </p:notesMasterIdLst>
  <p:handoutMasterIdLst>
    <p:handoutMasterId r:id="rId12"/>
  </p:handoutMasterIdLst>
  <p:sldIdLst>
    <p:sldId id="4926" r:id="rId5"/>
    <p:sldId id="308" r:id="rId6"/>
    <p:sldId id="305" r:id="rId7"/>
    <p:sldId id="306" r:id="rId8"/>
    <p:sldId id="309" r:id="rId9"/>
    <p:sldId id="4925" r:id="rId10"/>
  </p:sldIdLst>
  <p:sldSz cx="12192000" cy="6858000"/>
  <p:notesSz cx="7099300" cy="10234613"/>
  <p:custDataLst>
    <p:tags r:id="rId13"/>
  </p:custDataLst>
  <p:defaultTextStyle>
    <a:defPPr>
      <a:defRPr lang="de-DE"/>
    </a:defPPr>
    <a:lvl1pPr algn="l" rtl="0" fontAlgn="base">
      <a:spcBef>
        <a:spcPct val="0"/>
      </a:spcBef>
      <a:spcAft>
        <a:spcPct val="0"/>
      </a:spcAft>
      <a:defRPr sz="2400"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MS PGothic" pitchFamily="34" charset="-128"/>
        <a:cs typeface="+mn-cs"/>
      </a:defRPr>
    </a:lvl5pPr>
    <a:lvl6pPr marL="2286000" algn="l" defTabSz="914400" rtl="0" eaLnBrk="1" latinLnBrk="0" hangingPunct="1">
      <a:defRPr sz="2400" kern="1200">
        <a:solidFill>
          <a:schemeClr val="tx1"/>
        </a:solidFill>
        <a:latin typeface="Arial" pitchFamily="34" charset="0"/>
        <a:ea typeface="MS PGothic" pitchFamily="34" charset="-128"/>
        <a:cs typeface="+mn-cs"/>
      </a:defRPr>
    </a:lvl6pPr>
    <a:lvl7pPr marL="2743200" algn="l" defTabSz="914400" rtl="0" eaLnBrk="1" latinLnBrk="0" hangingPunct="1">
      <a:defRPr sz="2400" kern="1200">
        <a:solidFill>
          <a:schemeClr val="tx1"/>
        </a:solidFill>
        <a:latin typeface="Arial" pitchFamily="34" charset="0"/>
        <a:ea typeface="MS PGothic" pitchFamily="34" charset="-128"/>
        <a:cs typeface="+mn-cs"/>
      </a:defRPr>
    </a:lvl7pPr>
    <a:lvl8pPr marL="3200400" algn="l" defTabSz="914400" rtl="0" eaLnBrk="1" latinLnBrk="0" hangingPunct="1">
      <a:defRPr sz="2400" kern="1200">
        <a:solidFill>
          <a:schemeClr val="tx1"/>
        </a:solidFill>
        <a:latin typeface="Arial" pitchFamily="34" charset="0"/>
        <a:ea typeface="MS PGothic" pitchFamily="34" charset="-128"/>
        <a:cs typeface="+mn-cs"/>
      </a:defRPr>
    </a:lvl8pPr>
    <a:lvl9pPr marL="3657600" algn="l" defTabSz="914400" rtl="0" eaLnBrk="1" latinLnBrk="0" hangingPunct="1">
      <a:defRPr sz="2400"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890" userDrawn="1">
          <p15:clr>
            <a:srgbClr val="A4A3A4"/>
          </p15:clr>
        </p15:guide>
        <p15:guide id="2" orient="horz" pos="4201" userDrawn="1">
          <p15:clr>
            <a:srgbClr val="A4A3A4"/>
          </p15:clr>
        </p15:guide>
        <p15:guide id="3" orient="horz" pos="2160" userDrawn="1">
          <p15:clr>
            <a:srgbClr val="A4A3A4"/>
          </p15:clr>
        </p15:guide>
        <p15:guide id="4" orient="horz" pos="3840" userDrawn="1">
          <p15:clr>
            <a:srgbClr val="A4A3A4"/>
          </p15:clr>
        </p15:guide>
        <p15:guide id="5" orient="horz" pos="3432" userDrawn="1">
          <p15:clr>
            <a:srgbClr val="A4A3A4"/>
          </p15:clr>
        </p15:guide>
        <p15:guide id="6" orient="horz" pos="1120" userDrawn="1">
          <p15:clr>
            <a:srgbClr val="A4A3A4"/>
          </p15:clr>
        </p15:guide>
        <p15:guide id="7" pos="6832" userDrawn="1">
          <p15:clr>
            <a:srgbClr val="A4A3A4"/>
          </p15:clr>
        </p15:guide>
        <p15:guide id="8" pos="328" userDrawn="1">
          <p15:clr>
            <a:srgbClr val="A4A3A4"/>
          </p15:clr>
        </p15:guide>
        <p15:guide id="9" pos="7472" userDrawn="1">
          <p15:clr>
            <a:srgbClr val="A4A3A4"/>
          </p15:clr>
        </p15:guide>
        <p15:guide id="10" pos="1527" userDrawn="1">
          <p15:clr>
            <a:srgbClr val="A4A3A4"/>
          </p15:clr>
        </p15:guide>
        <p15:guide id="11"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043"/>
    <a:srgbClr val="000000"/>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200FDF-CA5B-B9AC-77F8-A963A9FCA26B}" v="933" dt="2026-10-05T09:45:58.409"/>
    <p1510:client id="{571B7783-770E-427D-BA2D-AE9FB6257E0A}" v="738" dt="2026-10-05T12:45:47.335"/>
    <p1510:client id="{59AB03DD-7494-4AE3-AF47-AB6CC7D1B05D}" v="176" dt="2026-10-05T12:08:30.627"/>
    <p1510:client id="{BE99532C-7970-6BEA-A9CF-F6049B4C6781}" v="240" dt="2026-10-05T07:52:36.187"/>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guide orient="horz" pos="890"/>
        <p:guide orient="horz" pos="4201"/>
        <p:guide orient="horz" pos="2160"/>
        <p:guide orient="horz" pos="3840"/>
        <p:guide orient="horz" pos="3432"/>
        <p:guide orient="horz" pos="1120"/>
        <p:guide pos="6832"/>
        <p:guide pos="328"/>
        <p:guide pos="7472"/>
        <p:guide pos="152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3076917" cy="511406"/>
          </a:xfrm>
          <a:prstGeom prst="rect">
            <a:avLst/>
          </a:prstGeom>
        </p:spPr>
        <p:txBody>
          <a:bodyPr vert="horz" lIns="94330" tIns="47165" rIns="94330" bIns="47165" rtlCol="0"/>
          <a:lstStyle>
            <a:lvl1pPr algn="l">
              <a:defRPr sz="1200"/>
            </a:lvl1pPr>
          </a:lstStyle>
          <a:p>
            <a:endParaRPr lang="en-GB"/>
          </a:p>
        </p:txBody>
      </p:sp>
      <p:sp>
        <p:nvSpPr>
          <p:cNvPr id="3" name="Datumsplatzhalter 2"/>
          <p:cNvSpPr>
            <a:spLocks noGrp="1"/>
          </p:cNvSpPr>
          <p:nvPr>
            <p:ph type="dt" sz="quarter" idx="1"/>
          </p:nvPr>
        </p:nvSpPr>
        <p:spPr>
          <a:xfrm>
            <a:off x="4020725" y="1"/>
            <a:ext cx="3076917" cy="511406"/>
          </a:xfrm>
          <a:prstGeom prst="rect">
            <a:avLst/>
          </a:prstGeom>
        </p:spPr>
        <p:txBody>
          <a:bodyPr vert="horz" lIns="94330" tIns="47165" rIns="94330" bIns="47165" rtlCol="0"/>
          <a:lstStyle>
            <a:lvl1pPr algn="r">
              <a:defRPr sz="1200"/>
            </a:lvl1pPr>
          </a:lstStyle>
          <a:p>
            <a:fld id="{18273A9F-F4CA-4D45-8EF0-529742FEA3B8}" type="datetimeFigureOut">
              <a:rPr lang="en-GB"/>
              <a:t>18/10/2026</a:t>
            </a:fld>
            <a:endParaRPr lang="en-GB"/>
          </a:p>
        </p:txBody>
      </p:sp>
      <p:sp>
        <p:nvSpPr>
          <p:cNvPr id="4" name="Fußzeilenplatzhalter 3"/>
          <p:cNvSpPr>
            <a:spLocks noGrp="1"/>
          </p:cNvSpPr>
          <p:nvPr>
            <p:ph type="ftr" sz="quarter" idx="2"/>
          </p:nvPr>
        </p:nvSpPr>
        <p:spPr>
          <a:xfrm>
            <a:off x="0" y="9721584"/>
            <a:ext cx="3076917" cy="511406"/>
          </a:xfrm>
          <a:prstGeom prst="rect">
            <a:avLst/>
          </a:prstGeom>
        </p:spPr>
        <p:txBody>
          <a:bodyPr vert="horz" lIns="94330" tIns="47165" rIns="94330" bIns="47165" rtlCol="0" anchor="b"/>
          <a:lstStyle>
            <a:lvl1pPr algn="l">
              <a:defRPr sz="1200"/>
            </a:lvl1pPr>
          </a:lstStyle>
          <a:p>
            <a:endParaRPr lang="en-GB"/>
          </a:p>
        </p:txBody>
      </p:sp>
      <p:sp>
        <p:nvSpPr>
          <p:cNvPr id="5" name="Foliennummernplatzhalter 4"/>
          <p:cNvSpPr>
            <a:spLocks noGrp="1"/>
          </p:cNvSpPr>
          <p:nvPr>
            <p:ph type="sldNum" sz="quarter" idx="3"/>
          </p:nvPr>
        </p:nvSpPr>
        <p:spPr>
          <a:xfrm>
            <a:off x="4020725" y="9721584"/>
            <a:ext cx="3076917" cy="511406"/>
          </a:xfrm>
          <a:prstGeom prst="rect">
            <a:avLst/>
          </a:prstGeom>
        </p:spPr>
        <p:txBody>
          <a:bodyPr vert="horz" lIns="94330" tIns="47165" rIns="94330" bIns="47165" rtlCol="0" anchor="b"/>
          <a:lstStyle>
            <a:lvl1pPr algn="r">
              <a:defRPr sz="1200"/>
            </a:lvl1pPr>
          </a:lstStyle>
          <a:p>
            <a:fld id="{2B16465A-0984-44B7-B81D-0B02927AFA2E}" type="slidenum">
              <a:rPr lang="en-GB"/>
              <a:t>‹Nr.›</a:t>
            </a:fld>
            <a:endParaRPr lang="en-GB"/>
          </a:p>
        </p:txBody>
      </p:sp>
    </p:spTree>
    <p:extLst>
      <p:ext uri="{BB962C8B-B14F-4D97-AF65-F5344CB8AC3E}">
        <p14:creationId xmlns:p14="http://schemas.microsoft.com/office/powerpoint/2010/main" val="2359500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1"/>
            <a:ext cx="3076917" cy="511406"/>
          </a:xfrm>
          <a:prstGeom prst="rect">
            <a:avLst/>
          </a:prstGeom>
          <a:noFill/>
          <a:ln>
            <a:noFill/>
          </a:ln>
        </p:spPr>
        <p:txBody>
          <a:bodyPr vert="horz" wrap="square" lIns="94330" tIns="47165" rIns="94330" bIns="47165" numCol="1" anchor="t" anchorCtr="0" compatLnSpc="1">
            <a:prstTxWarp prst="textNoShape">
              <a:avLst/>
            </a:prstTxWarp>
          </a:bodyPr>
          <a:lstStyle>
            <a:lvl1pPr eaLnBrk="0" hangingPunct="0">
              <a:defRPr sz="1200">
                <a:latin typeface="Arial" pitchFamily="34" charset="0"/>
                <a:ea typeface="ＭＳ Ｐゴシック" charset="-128"/>
                <a:cs typeface="+mn-cs"/>
              </a:defRPr>
            </a:lvl1pPr>
          </a:lstStyle>
          <a:p>
            <a:pPr>
              <a:defRPr/>
            </a:pPr>
            <a:endParaRPr lang="de-DE"/>
          </a:p>
        </p:txBody>
      </p:sp>
      <p:sp>
        <p:nvSpPr>
          <p:cNvPr id="5123" name="Rectangle 3"/>
          <p:cNvSpPr>
            <a:spLocks noGrp="1" noChangeArrowheads="1"/>
          </p:cNvSpPr>
          <p:nvPr>
            <p:ph type="dt" idx="1"/>
          </p:nvPr>
        </p:nvSpPr>
        <p:spPr bwMode="auto">
          <a:xfrm>
            <a:off x="4022384" y="1"/>
            <a:ext cx="3076916" cy="511406"/>
          </a:xfrm>
          <a:prstGeom prst="rect">
            <a:avLst/>
          </a:prstGeom>
          <a:noFill/>
          <a:ln>
            <a:noFill/>
          </a:ln>
        </p:spPr>
        <p:txBody>
          <a:bodyPr vert="horz" wrap="square" lIns="94330" tIns="47165" rIns="94330" bIns="47165" numCol="1" anchor="t" anchorCtr="0" compatLnSpc="1">
            <a:prstTxWarp prst="textNoShape">
              <a:avLst/>
            </a:prstTxWarp>
          </a:bodyPr>
          <a:lstStyle>
            <a:lvl1pPr algn="r" eaLnBrk="0" hangingPunct="0">
              <a:defRPr sz="1200">
                <a:latin typeface="Arial" pitchFamily="34" charset="0"/>
                <a:ea typeface="ＭＳ Ｐゴシック" charset="-128"/>
                <a:cs typeface="+mn-cs"/>
              </a:defRPr>
            </a:lvl1pPr>
          </a:lstStyle>
          <a:p>
            <a:pPr>
              <a:defRPr/>
            </a:pPr>
            <a:endParaRPr lang="de-DE"/>
          </a:p>
        </p:txBody>
      </p:sp>
      <p:sp>
        <p:nvSpPr>
          <p:cNvPr id="10244"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5125" name="Rectangle 5"/>
          <p:cNvSpPr>
            <a:spLocks noGrp="1" noChangeArrowheads="1"/>
          </p:cNvSpPr>
          <p:nvPr>
            <p:ph type="body" sz="quarter" idx="3"/>
          </p:nvPr>
        </p:nvSpPr>
        <p:spPr bwMode="auto">
          <a:xfrm>
            <a:off x="947127" y="4860792"/>
            <a:ext cx="5205048" cy="4605901"/>
          </a:xfrm>
          <a:prstGeom prst="rect">
            <a:avLst/>
          </a:prstGeom>
          <a:noFill/>
          <a:ln>
            <a:noFill/>
          </a:ln>
        </p:spPr>
        <p:txBody>
          <a:bodyPr vert="horz" wrap="square" lIns="94330" tIns="47165" rIns="94330" bIns="47165" numCol="1" anchor="t" anchorCtr="0" compatLnSpc="1">
            <a:prstTxWarp prst="textNoShape">
              <a:avLst/>
            </a:prstTxWarp>
          </a:bodyPr>
          <a:lstStyle/>
          <a:p>
            <a:pPr lvl="0"/>
            <a:r>
              <a:rPr lang="de-DE" noProof="0"/>
              <a:t>Mastertextformat bearbeiten</a:t>
            </a:r>
          </a:p>
          <a:p>
            <a:pPr lvl="0"/>
            <a:r>
              <a:rPr lang="de-DE" noProof="0"/>
              <a:t>Zweite Ebene</a:t>
            </a:r>
          </a:p>
          <a:p>
            <a:pPr lvl="0"/>
            <a:r>
              <a:rPr lang="de-DE" noProof="0"/>
              <a:t>Dritte Ebene</a:t>
            </a:r>
          </a:p>
          <a:p>
            <a:pPr lvl="0"/>
            <a:r>
              <a:rPr lang="de-DE" noProof="0"/>
              <a:t>Vierte Ebene</a:t>
            </a:r>
          </a:p>
          <a:p>
            <a:pPr lvl="0"/>
            <a:r>
              <a:rPr lang="de-DE" noProof="0"/>
              <a:t>Fünfte Ebene</a:t>
            </a:r>
          </a:p>
        </p:txBody>
      </p:sp>
      <p:sp>
        <p:nvSpPr>
          <p:cNvPr id="5126" name="Rectangle 6"/>
          <p:cNvSpPr>
            <a:spLocks noGrp="1" noChangeArrowheads="1"/>
          </p:cNvSpPr>
          <p:nvPr>
            <p:ph type="ftr" sz="quarter" idx="4"/>
          </p:nvPr>
        </p:nvSpPr>
        <p:spPr bwMode="auto">
          <a:xfrm>
            <a:off x="0" y="9723208"/>
            <a:ext cx="3076917" cy="511405"/>
          </a:xfrm>
          <a:prstGeom prst="rect">
            <a:avLst/>
          </a:prstGeom>
          <a:noFill/>
          <a:ln>
            <a:noFill/>
          </a:ln>
        </p:spPr>
        <p:txBody>
          <a:bodyPr vert="horz" wrap="square" lIns="94330" tIns="47165" rIns="94330" bIns="47165" numCol="1" anchor="b" anchorCtr="0" compatLnSpc="1">
            <a:prstTxWarp prst="textNoShape">
              <a:avLst/>
            </a:prstTxWarp>
          </a:bodyPr>
          <a:lstStyle>
            <a:lvl1pPr eaLnBrk="0" hangingPunct="0">
              <a:defRPr sz="1200">
                <a:latin typeface="Arial" pitchFamily="34" charset="0"/>
                <a:ea typeface="ＭＳ Ｐゴシック" charset="-128"/>
                <a:cs typeface="+mn-cs"/>
              </a:defRPr>
            </a:lvl1pPr>
          </a:lstStyle>
          <a:p>
            <a:pPr>
              <a:defRPr/>
            </a:pPr>
            <a:endParaRPr lang="de-DE"/>
          </a:p>
        </p:txBody>
      </p:sp>
      <p:sp>
        <p:nvSpPr>
          <p:cNvPr id="5127" name="Rectangle 7"/>
          <p:cNvSpPr>
            <a:spLocks noGrp="1" noChangeArrowheads="1"/>
          </p:cNvSpPr>
          <p:nvPr>
            <p:ph type="sldNum" sz="quarter" idx="5"/>
          </p:nvPr>
        </p:nvSpPr>
        <p:spPr bwMode="auto">
          <a:xfrm>
            <a:off x="4022384" y="9723208"/>
            <a:ext cx="3076916" cy="511405"/>
          </a:xfrm>
          <a:prstGeom prst="rect">
            <a:avLst/>
          </a:prstGeom>
          <a:noFill/>
          <a:ln>
            <a:noFill/>
          </a:ln>
        </p:spPr>
        <p:txBody>
          <a:bodyPr vert="horz" wrap="square" lIns="94330" tIns="47165" rIns="94330" bIns="47165" numCol="1" anchor="b" anchorCtr="0" compatLnSpc="1">
            <a:prstTxWarp prst="textNoShape">
              <a:avLst/>
            </a:prstTxWarp>
          </a:bodyPr>
          <a:lstStyle>
            <a:lvl1pPr algn="r" eaLnBrk="0" hangingPunct="0">
              <a:defRPr sz="1200">
                <a:latin typeface="Arial" pitchFamily="34" charset="0"/>
                <a:ea typeface="ＭＳ Ｐゴシック" charset="-128"/>
                <a:cs typeface="+mn-cs"/>
              </a:defRPr>
            </a:lvl1pPr>
          </a:lstStyle>
          <a:p>
            <a:pPr>
              <a:defRPr/>
            </a:pPr>
            <a:fld id="{F84A5EC6-76D5-4FA1-B322-DD8F8E08B4A3}" type="slidenum">
              <a:rPr lang="de-DE"/>
              <a:pPr>
                <a:defRPr/>
              </a:pPr>
              <a:t>‹Nr.›</a:t>
            </a:fld>
            <a:endParaRPr lang="de-DE"/>
          </a:p>
        </p:txBody>
      </p:sp>
    </p:spTree>
    <p:extLst>
      <p:ext uri="{BB962C8B-B14F-4D97-AF65-F5344CB8AC3E}">
        <p14:creationId xmlns:p14="http://schemas.microsoft.com/office/powerpoint/2010/main" val="39674332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1pPr>
    <a:lvl2pPr marL="742950" indent="-285750"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2pPr>
    <a:lvl3pPr marL="1143000" indent="-228600"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3pPr>
    <a:lvl4pPr marL="1600200" indent="-228600"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4pPr>
    <a:lvl5pPr marL="2057400" indent="-228600"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223" userDrawn="1">
          <p15:clr>
            <a:srgbClr val="F26B43"/>
          </p15:clr>
        </p15:guide>
        <p15:guide id="2" pos="223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Unser neues Key Visual:</a:t>
            </a:r>
            <a:r>
              <a:rPr lang="de-DE" baseline="0" dirty="0"/>
              <a:t> Verbindung mit einer Vision, die uns in den nächsten Jahren begleiten wird.</a:t>
            </a:r>
          </a:p>
          <a:p>
            <a:endParaRPr lang="de-DE"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de-DE" i="1" baseline="0" dirty="0"/>
              <a:t>Idee: Wir könnten den Textilrahmen „Key Visual“ (steht hinter meinem Platz) mitbringen und ein rotes Tuch darüber legen, Enthüllung nach dem Film </a:t>
            </a:r>
            <a:endParaRPr lang="de-DE" i="1" dirty="0"/>
          </a:p>
          <a:p>
            <a:endParaRPr lang="de-DE" dirty="0"/>
          </a:p>
        </p:txBody>
      </p:sp>
      <p:sp>
        <p:nvSpPr>
          <p:cNvPr id="4" name="Foliennummernplatzhalter 3"/>
          <p:cNvSpPr>
            <a:spLocks noGrp="1"/>
          </p:cNvSpPr>
          <p:nvPr>
            <p:ph type="sldNum" sz="quarter" idx="10"/>
          </p:nvPr>
        </p:nvSpPr>
        <p:spPr/>
        <p:txBody>
          <a:bodyPr/>
          <a:lstStyle/>
          <a:p>
            <a:fld id="{62928EF5-A62C-4775-BE32-0B4BBC139877}" type="slidenum">
              <a:rPr lang="de-DE" smtClean="0"/>
              <a:pPr/>
              <a:t>3</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Unser neues Key Visual:</a:t>
            </a:r>
            <a:r>
              <a:rPr lang="de-DE" baseline="0" dirty="0"/>
              <a:t> Verbindung mit einer Vision, die uns in den nächsten Jahren begleiten wird.</a:t>
            </a:r>
          </a:p>
          <a:p>
            <a:endParaRPr lang="de-DE"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de-DE" i="1" baseline="0" dirty="0"/>
              <a:t>Idee: Wir könnten den Textilrahmen „Key Visual“ (steht hinter meinem Platz) mitbringen und ein rotes Tuch darüber legen, Enthüllung nach dem Film </a:t>
            </a:r>
            <a:endParaRPr lang="de-DE" i="1" dirty="0"/>
          </a:p>
          <a:p>
            <a:endParaRPr lang="de-DE" dirty="0"/>
          </a:p>
        </p:txBody>
      </p:sp>
      <p:sp>
        <p:nvSpPr>
          <p:cNvPr id="4" name="Foliennummernplatzhalter 3"/>
          <p:cNvSpPr>
            <a:spLocks noGrp="1"/>
          </p:cNvSpPr>
          <p:nvPr>
            <p:ph type="sldNum" sz="quarter" idx="10"/>
          </p:nvPr>
        </p:nvSpPr>
        <p:spPr/>
        <p:txBody>
          <a:bodyPr/>
          <a:lstStyle/>
          <a:p>
            <a:fld id="{62928EF5-A62C-4775-BE32-0B4BBC139877}" type="slidenum">
              <a:rPr lang="de-DE" smtClean="0"/>
              <a:pPr/>
              <a:t>4</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6.xm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10" Type="http://schemas.openxmlformats.org/officeDocument/2006/relationships/image" Target="../media/image1.png"/><Relationship Id="rId4" Type="http://schemas.openxmlformats.org/officeDocument/2006/relationships/tags" Target="../tags/tag17.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10" Type="http://schemas.openxmlformats.org/officeDocument/2006/relationships/image" Target="../media/image2.png"/><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10" Type="http://schemas.openxmlformats.org/officeDocument/2006/relationships/image" Target="../media/image2.png"/><Relationship Id="rId4" Type="http://schemas.openxmlformats.org/officeDocument/2006/relationships/tags" Target="../tags/tag39.xml"/><Relationship Id="rId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slideMaster" Target="../slideMasters/slideMaster1.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folie">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714C64F-59D1-4451-8D43-63F79D9587E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
        <p:nvSpPr>
          <p:cNvPr id="4" name="Titel 1"/>
          <p:cNvSpPr>
            <a:spLocks noGrp="1"/>
          </p:cNvSpPr>
          <p:nvPr>
            <p:ph type="title" hasCustomPrompt="1"/>
          </p:nvPr>
        </p:nvSpPr>
        <p:spPr>
          <a:xfrm>
            <a:off x="518400" y="2564904"/>
            <a:ext cx="11340000" cy="490066"/>
          </a:xfrm>
          <a:prstGeom prst="rect">
            <a:avLst/>
          </a:prstGeom>
        </p:spPr>
        <p:txBody>
          <a:bodyPr anchor="b">
            <a:noAutofit/>
          </a:bodyPr>
          <a:lstStyle>
            <a:lvl1pPr algn="ctr">
              <a:defRPr lang="de-DE" dirty="0">
                <a:solidFill>
                  <a:schemeClr val="tx1"/>
                </a:solidFill>
              </a:defRPr>
            </a:lvl1pPr>
          </a:lstStyle>
          <a:p>
            <a:r>
              <a:rPr lang="de-DE" noProof="0"/>
              <a:t>Click </a:t>
            </a:r>
            <a:r>
              <a:rPr lang="de-DE" noProof="0" err="1"/>
              <a:t>to</a:t>
            </a:r>
            <a:r>
              <a:rPr lang="de-DE" noProof="0"/>
              <a:t> </a:t>
            </a:r>
            <a:r>
              <a:rPr lang="de-DE" noProof="0" err="1"/>
              <a:t>add</a:t>
            </a:r>
            <a:r>
              <a:rPr lang="de-DE" noProof="0"/>
              <a:t> a title</a:t>
            </a:r>
          </a:p>
        </p:txBody>
      </p:sp>
      <p:sp>
        <p:nvSpPr>
          <p:cNvPr id="5" name="Textplatzhalter 8"/>
          <p:cNvSpPr>
            <a:spLocks noGrp="1"/>
          </p:cNvSpPr>
          <p:nvPr>
            <p:ph type="body" sz="quarter" idx="11" hasCustomPrompt="1"/>
          </p:nvPr>
        </p:nvSpPr>
        <p:spPr>
          <a:xfrm>
            <a:off x="518400" y="3068960"/>
            <a:ext cx="11340000" cy="432618"/>
          </a:xfrm>
          <a:prstGeom prst="rect">
            <a:avLst/>
          </a:prstGeom>
        </p:spPr>
        <p:txBody>
          <a:bodyPr>
            <a:noAutofit/>
          </a:bodyPr>
          <a:lstStyle>
            <a:lvl1pPr marL="0" indent="0" algn="ctr" eaLnBrk="1" hangingPunct="1">
              <a:lnSpc>
                <a:spcPct val="90000"/>
              </a:lnSpc>
              <a:buNone/>
              <a:defRPr sz="2000">
                <a:solidFill>
                  <a:schemeClr val="tx1"/>
                </a:solidFill>
              </a:defRPr>
            </a:lvl1pPr>
          </a:lstStyle>
          <a:p>
            <a:pPr lvl="0"/>
            <a:r>
              <a:rPr lang="de-DE" noProof="0"/>
              <a:t>Click </a:t>
            </a:r>
            <a:r>
              <a:rPr lang="de-DE" noProof="0" err="1"/>
              <a:t>to</a:t>
            </a:r>
            <a:r>
              <a:rPr lang="de-DE" noProof="0"/>
              <a:t> </a:t>
            </a:r>
            <a:r>
              <a:rPr lang="de-DE" noProof="0" err="1"/>
              <a:t>add</a:t>
            </a:r>
            <a:r>
              <a:rPr lang="de-DE" noProof="0"/>
              <a:t> a </a:t>
            </a:r>
            <a:r>
              <a:rPr lang="de-DE" noProof="0" err="1"/>
              <a:t>subtitle</a:t>
            </a:r>
            <a:endParaRPr lang="de-DE" noProof="0"/>
          </a:p>
        </p:txBody>
      </p:sp>
      <p:sp>
        <p:nvSpPr>
          <p:cNvPr id="7" name="Rectangle 5"/>
          <p:cNvSpPr>
            <a:spLocks noGrp="1" noChangeArrowheads="1"/>
          </p:cNvSpPr>
          <p:nvPr>
            <p:ph type="sldNum" sz="quarter" idx="13"/>
          </p:nvPr>
        </p:nvSpPr>
        <p:spPr>
          <a:xfrm>
            <a:off x="10547027" y="6568970"/>
            <a:ext cx="508000" cy="138112"/>
          </a:xfrm>
          <a:prstGeom prst="rect">
            <a:avLst/>
          </a:prstGeom>
          <a:ln/>
        </p:spPr>
        <p:txBody>
          <a:bodyPr/>
          <a:lstStyle>
            <a:lvl1pPr>
              <a:defRPr>
                <a:solidFill>
                  <a:schemeClr val="tx1"/>
                </a:solidFill>
              </a:defRPr>
            </a:lvl1pPr>
          </a:lstStyle>
          <a:p>
            <a:pPr>
              <a:defRPr/>
            </a:pPr>
            <a:fld id="{F3CC140C-FC75-438E-89D5-07005EE7987E}" type="slidenum">
              <a:rPr lang="de-DE"/>
              <a:pPr>
                <a:defRPr/>
              </a:pPr>
              <a:t>‹Nr.›</a:t>
            </a:fld>
            <a:endParaRPr lang="de-DE"/>
          </a:p>
        </p:txBody>
      </p:sp>
      <p:sp>
        <p:nvSpPr>
          <p:cNvPr id="9" name="Logoschutz Powerline" hidden="1"/>
          <p:cNvSpPr/>
          <p:nvPr>
            <p:custDataLst>
              <p:tags r:id="rId1"/>
            </p:custDataLst>
          </p:nvPr>
        </p:nvSpPr>
        <p:spPr bwMode="auto">
          <a:xfrm>
            <a:off x="0" y="6092825"/>
            <a:ext cx="12192000" cy="40163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2" name="Fußzeilenplatzhalter 1"/>
          <p:cNvSpPr>
            <a:spLocks noGrp="1"/>
          </p:cNvSpPr>
          <p:nvPr>
            <p:ph type="ftr" sz="quarter" idx="14"/>
          </p:nvPr>
        </p:nvSpPr>
        <p:spPr/>
        <p:txBody>
          <a:bodyPr/>
          <a:lstStyle>
            <a:lvl1pPr>
              <a:defRPr>
                <a:solidFill>
                  <a:schemeClr val="tx1"/>
                </a:solidFill>
              </a:defRPr>
            </a:lvl1pPr>
          </a:lstStyle>
          <a:p>
            <a:pPr>
              <a:spcBef>
                <a:spcPts val="600"/>
              </a:spcBef>
              <a:buSzPct val="100000"/>
            </a:pPr>
            <a:r>
              <a:rPr lang="de-DE">
                <a:solidFill>
                  <a:srgbClr val="313131"/>
                </a:solidFill>
                <a:latin typeface="Arial"/>
              </a:rPr>
              <a:t>Moritz </a:t>
            </a:r>
            <a:r>
              <a:rPr lang="de-DE" err="1">
                <a:solidFill>
                  <a:srgbClr val="313131"/>
                </a:solidFill>
                <a:latin typeface="Arial"/>
              </a:rPr>
              <a:t>Göthel</a:t>
            </a:r>
            <a:r>
              <a:rPr lang="de-DE" b="1">
                <a:solidFill>
                  <a:srgbClr val="313131"/>
                </a:solidFill>
                <a:latin typeface="Arial"/>
              </a:rPr>
              <a:t> | </a:t>
            </a:r>
            <a:r>
              <a:rPr lang="de-DE">
                <a:solidFill>
                  <a:srgbClr val="313131"/>
                </a:solidFill>
                <a:latin typeface="Arial"/>
              </a:rPr>
              <a:t>Deloitte</a:t>
            </a:r>
            <a:r>
              <a:rPr lang="de-DE" b="1">
                <a:solidFill>
                  <a:srgbClr val="313131"/>
                </a:solidFill>
                <a:latin typeface="Arial"/>
              </a:rPr>
              <a:t> | </a:t>
            </a:r>
            <a:r>
              <a:rPr lang="de-DE">
                <a:solidFill>
                  <a:srgbClr val="313131"/>
                </a:solidFill>
              </a:rPr>
              <a:t>Finance</a:t>
            </a:r>
            <a:endParaRPr lang="de-DE">
              <a:solidFill>
                <a:srgbClr val="313131"/>
              </a:solidFill>
              <a:latin typeface="Arial"/>
            </a:endParaRPr>
          </a:p>
        </p:txBody>
      </p:sp>
      <p:sp>
        <p:nvSpPr>
          <p:cNvPr id="10" name="Logoschutz" hidden="1"/>
          <p:cNvSpPr/>
          <p:nvPr>
            <p:custDataLst>
              <p:tags r:id="rId2"/>
            </p:custDataLst>
          </p:nvPr>
        </p:nvSpPr>
        <p:spPr bwMode="auto">
          <a:xfrm>
            <a:off x="10930490" y="5461979"/>
            <a:ext cx="1098550" cy="1054800"/>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3" name="Logoschutz Fußzeile" hidden="1"/>
          <p:cNvSpPr>
            <a:spLocks/>
          </p:cNvSpPr>
          <p:nvPr>
            <p:custDataLst>
              <p:tags r:id="rId3"/>
            </p:custDataLst>
          </p:nvPr>
        </p:nvSpPr>
        <p:spPr bwMode="auto">
          <a:xfrm>
            <a:off x="0" y="6527297"/>
            <a:ext cx="12192000" cy="230831"/>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1" name="Layoutschutz Stempel" hidden="1"/>
          <p:cNvSpPr/>
          <p:nvPr>
            <p:custDataLst>
              <p:tags r:id="rId4"/>
            </p:custDataLst>
          </p:nvPr>
        </p:nvSpPr>
        <p:spPr bwMode="auto">
          <a:xfrm>
            <a:off x="480320" y="188640"/>
            <a:ext cx="11412000" cy="936104"/>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rtl="0" eaLnBrk="1" fontAlgn="base" hangingPunct="1">
              <a:lnSpc>
                <a:spcPct val="100000"/>
              </a:lnSpc>
              <a:spcBef>
                <a:spcPct val="0"/>
              </a:spcBef>
              <a:spcAft>
                <a:spcPct val="0"/>
              </a:spcAft>
            </a:pPr>
            <a:endParaRPr lang="en-GB" sz="1800" b="1" i="0" u="none" kern="0" baseline="0">
              <a:solidFill>
                <a:srgbClr val="000000"/>
              </a:solidFill>
              <a:latin typeface="Arial" panose="020B0604020202020204" pitchFamily="34" charset="0"/>
              <a:ea typeface="ＭＳ Ｐゴシック" charset="-128"/>
            </a:endParaRPr>
          </a:p>
        </p:txBody>
      </p:sp>
    </p:spTree>
    <p:extLst>
      <p:ext uri="{BB962C8B-B14F-4D97-AF65-F5344CB8AC3E}">
        <p14:creationId xmlns:p14="http://schemas.microsoft.com/office/powerpoint/2010/main" val="400926189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werline, Titel, Inhalt">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2E386FDA-B446-48C7-AA34-6404BE216D1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
        <p:nvSpPr>
          <p:cNvPr id="5" name="Layoutschutz" hidden="1"/>
          <p:cNvSpPr>
            <a:spLocks/>
          </p:cNvSpPr>
          <p:nvPr>
            <p:custDataLst>
              <p:tags r:id="rId1"/>
            </p:custDataLst>
          </p:nvPr>
        </p:nvSpPr>
        <p:spPr bwMode="auto">
          <a:xfrm>
            <a:off x="500533" y="1374021"/>
            <a:ext cx="11412000" cy="410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8" name="Logoschutz Powerline" hidden="1"/>
          <p:cNvSpPr/>
          <p:nvPr>
            <p:custDataLst>
              <p:tags r:id="rId2"/>
            </p:custDataLst>
          </p:nvPr>
        </p:nvSpPr>
        <p:spPr bwMode="auto">
          <a:xfrm>
            <a:off x="0" y="6123706"/>
            <a:ext cx="12192000" cy="40163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2" name="Haupttitel"/>
          <p:cNvSpPr>
            <a:spLocks noGrp="1"/>
          </p:cNvSpPr>
          <p:nvPr>
            <p:ph type="title" hasCustomPrompt="1"/>
          </p:nvPr>
        </p:nvSpPr>
        <p:spPr>
          <a:xfrm>
            <a:off x="518400" y="284163"/>
            <a:ext cx="11340000" cy="481012"/>
          </a:xfrm>
          <a:prstGeom prst="rect">
            <a:avLst/>
          </a:prstGeom>
        </p:spPr>
        <p:txBody>
          <a:bodyPr>
            <a:noAutofit/>
          </a:bodyPr>
          <a:lstStyle>
            <a:lvl1pPr>
              <a:defRPr/>
            </a:lvl1pPr>
          </a:lstStyle>
          <a:p>
            <a:r>
              <a:rPr lang="de-DE"/>
              <a:t>Click </a:t>
            </a:r>
            <a:r>
              <a:rPr lang="de-DE" err="1"/>
              <a:t>to</a:t>
            </a:r>
            <a:r>
              <a:rPr lang="de-DE"/>
              <a:t> </a:t>
            </a:r>
            <a:r>
              <a:rPr lang="de-DE" err="1"/>
              <a:t>add</a:t>
            </a:r>
            <a:r>
              <a:rPr lang="de-DE"/>
              <a:t> a title</a:t>
            </a:r>
          </a:p>
        </p:txBody>
      </p:sp>
      <p:sp>
        <p:nvSpPr>
          <p:cNvPr id="12" name="Fußzeilenplatzhalte"/>
          <p:cNvSpPr>
            <a:spLocks noGrp="1"/>
          </p:cNvSpPr>
          <p:nvPr>
            <p:ph type="ftr" sz="quarter" idx="14"/>
          </p:nvPr>
        </p:nvSpPr>
        <p:spPr>
          <a:xfrm>
            <a:off x="0" y="6527297"/>
            <a:ext cx="12192000" cy="230832"/>
          </a:xfrm>
          <a:prstGeom prst="rect">
            <a:avLst/>
          </a:prstGeom>
        </p:spPr>
        <p:txBody>
          <a:bodyPr anchor="ctr">
            <a:noAutofit/>
          </a:bodyPr>
          <a:lstStyle>
            <a:lvl1pPr>
              <a:defRPr b="0"/>
            </a:lvl1pPr>
          </a:lstStyle>
          <a:p>
            <a:pPr>
              <a:spcBef>
                <a:spcPts val="600"/>
              </a:spcBef>
              <a:buSzPct val="100000"/>
            </a:pPr>
            <a:r>
              <a:rPr lang="de-DE">
                <a:solidFill>
                  <a:srgbClr val="313131"/>
                </a:solidFill>
                <a:latin typeface="Arial"/>
              </a:rPr>
              <a:t>Moritz </a:t>
            </a:r>
            <a:r>
              <a:rPr lang="de-DE" err="1">
                <a:solidFill>
                  <a:srgbClr val="313131"/>
                </a:solidFill>
                <a:latin typeface="Arial"/>
              </a:rPr>
              <a:t>Göthel</a:t>
            </a:r>
            <a:r>
              <a:rPr lang="de-DE" b="1">
                <a:solidFill>
                  <a:srgbClr val="313131"/>
                </a:solidFill>
                <a:latin typeface="Arial"/>
              </a:rPr>
              <a:t> | </a:t>
            </a:r>
            <a:r>
              <a:rPr lang="de-DE">
                <a:solidFill>
                  <a:srgbClr val="313131"/>
                </a:solidFill>
                <a:latin typeface="Arial"/>
              </a:rPr>
              <a:t>Deloitte</a:t>
            </a:r>
            <a:r>
              <a:rPr lang="de-DE" b="1">
                <a:solidFill>
                  <a:srgbClr val="313131"/>
                </a:solidFill>
                <a:latin typeface="Arial"/>
              </a:rPr>
              <a:t> | </a:t>
            </a:r>
            <a:r>
              <a:rPr lang="de-DE">
                <a:solidFill>
                  <a:srgbClr val="313131"/>
                </a:solidFill>
              </a:rPr>
              <a:t>Finance</a:t>
            </a:r>
            <a:endParaRPr lang="de-DE">
              <a:solidFill>
                <a:srgbClr val="313131"/>
              </a:solidFill>
              <a:latin typeface="Arial"/>
            </a:endParaRPr>
          </a:p>
        </p:txBody>
      </p:sp>
      <p:sp>
        <p:nvSpPr>
          <p:cNvPr id="13" name="Foliennummerplatzhalter"/>
          <p:cNvSpPr>
            <a:spLocks noGrp="1" noChangeArrowheads="1"/>
          </p:cNvSpPr>
          <p:nvPr>
            <p:ph type="sldNum" sz="quarter" idx="15"/>
          </p:nvPr>
        </p:nvSpPr>
        <p:spPr>
          <a:xfrm>
            <a:off x="10547027" y="6568970"/>
            <a:ext cx="508000" cy="138112"/>
          </a:xfrm>
          <a:prstGeom prst="rect">
            <a:avLst/>
          </a:prstGeom>
          <a:ln/>
        </p:spPr>
        <p:txBody>
          <a:bodyPr/>
          <a:lstStyle>
            <a:lvl1pPr>
              <a:defRPr/>
            </a:lvl1pPr>
          </a:lstStyle>
          <a:p>
            <a:pPr>
              <a:defRPr/>
            </a:pPr>
            <a:fld id="{F3CC140C-FC75-438E-89D5-07005EE7987E}" type="slidenum">
              <a:rPr lang="en-GB"/>
              <a:pPr>
                <a:defRPr/>
              </a:pPr>
              <a:t>‹Nr.›</a:t>
            </a:fld>
            <a:endParaRPr lang="en-GB"/>
          </a:p>
        </p:txBody>
      </p:sp>
      <p:sp>
        <p:nvSpPr>
          <p:cNvPr id="3" name="Layoutschutz unten" hidden="1"/>
          <p:cNvSpPr>
            <a:spLocks/>
          </p:cNvSpPr>
          <p:nvPr>
            <p:custDataLst>
              <p:tags r:id="rId3"/>
            </p:custDataLst>
          </p:nvPr>
        </p:nvSpPr>
        <p:spPr bwMode="auto">
          <a:xfrm>
            <a:off x="516467" y="5442969"/>
            <a:ext cx="10403946" cy="645794"/>
          </a:xfrm>
          <a:prstGeom prst="rect">
            <a:avLst/>
          </a:prstGeom>
          <a:solidFill>
            <a:schemeClr val="accent3"/>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4" name="Logoschutz" hidden="1"/>
          <p:cNvSpPr/>
          <p:nvPr>
            <p:custDataLst>
              <p:tags r:id="rId4"/>
            </p:custDataLst>
          </p:nvPr>
        </p:nvSpPr>
        <p:spPr bwMode="auto">
          <a:xfrm>
            <a:off x="10930490" y="5461979"/>
            <a:ext cx="1098550" cy="1054800"/>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15" name="Logoschutz Fußzeile" hidden="1"/>
          <p:cNvSpPr>
            <a:spLocks/>
          </p:cNvSpPr>
          <p:nvPr>
            <p:custDataLst>
              <p:tags r:id="rId5"/>
            </p:custDataLst>
          </p:nvPr>
        </p:nvSpPr>
        <p:spPr bwMode="auto">
          <a:xfrm>
            <a:off x="0" y="6527297"/>
            <a:ext cx="12192000" cy="230831"/>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7" name="Layoutschutz Untertitel" hidden="1"/>
          <p:cNvSpPr>
            <a:spLocks/>
          </p:cNvSpPr>
          <p:nvPr>
            <p:custDataLst>
              <p:tags r:id="rId6"/>
            </p:custDataLst>
          </p:nvPr>
        </p:nvSpPr>
        <p:spPr bwMode="auto">
          <a:xfrm>
            <a:off x="479376" y="764704"/>
            <a:ext cx="11412000" cy="360000"/>
          </a:xfrm>
          <a:prstGeom prst="rect">
            <a:avLst/>
          </a:prstGeom>
          <a:solidFill>
            <a:schemeClr val="bg1">
              <a:lumMod val="85000"/>
            </a:schemeClr>
          </a:solidFill>
          <a:ln>
            <a:noFill/>
          </a:ln>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8" name="Layoutschutz Haupttitel" hidden="1"/>
          <p:cNvSpPr>
            <a:spLocks/>
          </p:cNvSpPr>
          <p:nvPr>
            <p:custDataLst>
              <p:tags r:id="rId7"/>
            </p:custDataLst>
          </p:nvPr>
        </p:nvSpPr>
        <p:spPr bwMode="auto">
          <a:xfrm>
            <a:off x="479376" y="249584"/>
            <a:ext cx="11412000" cy="540532"/>
          </a:xfrm>
          <a:prstGeom prst="rect">
            <a:avLst/>
          </a:prstGeom>
          <a:solidFill>
            <a:schemeClr val="bg1">
              <a:lumMod val="85000"/>
            </a:schemeClr>
          </a:solidFill>
          <a:ln>
            <a:noFill/>
          </a:ln>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22" name="Textplatzhalter 21"/>
          <p:cNvSpPr>
            <a:spLocks noGrp="1"/>
          </p:cNvSpPr>
          <p:nvPr>
            <p:ph type="body" sz="quarter" idx="17" hasCustomPrompt="1"/>
          </p:nvPr>
        </p:nvSpPr>
        <p:spPr>
          <a:xfrm>
            <a:off x="518400" y="731708"/>
            <a:ext cx="11340000" cy="273600"/>
          </a:xfrm>
        </p:spPr>
        <p:txBody>
          <a:bodyPr tIns="0" anchor="t">
            <a:noAutofit/>
          </a:bodyPr>
          <a:lstStyle>
            <a:lvl1pPr marL="0" indent="0">
              <a:buNone/>
              <a:defRPr sz="2000"/>
            </a:lvl1pPr>
          </a:lstStyle>
          <a:p>
            <a:pPr lvl="0"/>
            <a:r>
              <a:rPr lang="de-DE"/>
              <a:t>Click </a:t>
            </a:r>
            <a:r>
              <a:rPr lang="de-DE" err="1"/>
              <a:t>to</a:t>
            </a:r>
            <a:r>
              <a:rPr lang="de-DE"/>
              <a:t> </a:t>
            </a:r>
            <a:r>
              <a:rPr lang="de-DE" err="1"/>
              <a:t>add</a:t>
            </a:r>
            <a:r>
              <a:rPr lang="de-DE"/>
              <a:t> a </a:t>
            </a:r>
            <a:r>
              <a:rPr lang="de-DE" err="1"/>
              <a:t>subtitle</a:t>
            </a:r>
            <a:endParaRPr lang="de-DE"/>
          </a:p>
        </p:txBody>
      </p:sp>
      <p:sp>
        <p:nvSpPr>
          <p:cNvPr id="19" name="Inhaltsplatzhalter 2"/>
          <p:cNvSpPr>
            <a:spLocks noGrp="1"/>
          </p:cNvSpPr>
          <p:nvPr>
            <p:ph sz="quarter" idx="19" hasCustomPrompt="1"/>
          </p:nvPr>
        </p:nvSpPr>
        <p:spPr>
          <a:xfrm>
            <a:off x="515938" y="1411200"/>
            <a:ext cx="11341099" cy="4032250"/>
          </a:xfrm>
          <a:prstGeom prst="rect">
            <a:avLst/>
          </a:prstGeom>
        </p:spPr>
        <p:txBody>
          <a:bodyPr/>
          <a:lstStyle>
            <a:lvl1pPr>
              <a:defRPr/>
            </a:lvl1pPr>
            <a:lvl2pPr>
              <a:defRPr/>
            </a:lvl2pPr>
            <a:lvl4pPr>
              <a:defRPr/>
            </a:lvl4pPr>
            <a:lvl5pPr marL="712788" indent="-169863">
              <a:buFont typeface="Symbol" panose="05050102010706020507" pitchFamily="18" charset="2"/>
              <a:buChar char="-"/>
              <a:defRPr/>
            </a:lvl5pPr>
          </a:lstStyle>
          <a:p>
            <a:pPr lvl="0"/>
            <a:r>
              <a:rPr lang="de-DE"/>
              <a:t>Click </a:t>
            </a:r>
            <a:r>
              <a:rPr lang="de-DE" err="1"/>
              <a:t>to</a:t>
            </a:r>
            <a:r>
              <a:rPr lang="de-DE"/>
              <a:t> </a:t>
            </a:r>
            <a:r>
              <a:rPr lang="de-DE" err="1"/>
              <a:t>add</a:t>
            </a:r>
            <a:r>
              <a:rPr lang="de-DE"/>
              <a:t> a </a:t>
            </a:r>
            <a:r>
              <a:rPr lang="de-DE" err="1"/>
              <a:t>text</a:t>
            </a:r>
            <a:endParaRPr lang="de-DE"/>
          </a:p>
          <a:p>
            <a:pPr lvl="1"/>
            <a:r>
              <a:rPr lang="de-DE"/>
              <a:t>Second </a:t>
            </a:r>
            <a:r>
              <a:rPr lang="de-DE" err="1"/>
              <a:t>layer</a:t>
            </a:r>
            <a:endParaRPr lang="de-DE"/>
          </a:p>
          <a:p>
            <a:pPr lvl="2"/>
            <a:r>
              <a:rPr lang="de-DE"/>
              <a:t>Third </a:t>
            </a:r>
            <a:r>
              <a:rPr lang="de-DE" err="1"/>
              <a:t>layer</a:t>
            </a:r>
            <a:endParaRPr lang="de-DE"/>
          </a:p>
          <a:p>
            <a:pPr lvl="3"/>
            <a:r>
              <a:rPr lang="de-DE" err="1"/>
              <a:t>Fourth</a:t>
            </a:r>
            <a:r>
              <a:rPr lang="de-DE"/>
              <a:t> </a:t>
            </a:r>
            <a:r>
              <a:rPr lang="de-DE" err="1"/>
              <a:t>layer</a:t>
            </a:r>
            <a:endParaRPr lang="de-DE"/>
          </a:p>
        </p:txBody>
      </p:sp>
    </p:spTree>
    <p:extLst>
      <p:ext uri="{BB962C8B-B14F-4D97-AF65-F5344CB8AC3E}">
        <p14:creationId xmlns:p14="http://schemas.microsoft.com/office/powerpoint/2010/main" val="393789653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werline, Titel">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E29D5672-E783-4DFA-9157-EEBCC03E220B}"/>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
        <p:nvSpPr>
          <p:cNvPr id="7" name="Logoschutz Powerline" hidden="1"/>
          <p:cNvSpPr/>
          <p:nvPr>
            <p:custDataLst>
              <p:tags r:id="rId1"/>
            </p:custDataLst>
          </p:nvPr>
        </p:nvSpPr>
        <p:spPr bwMode="auto">
          <a:xfrm>
            <a:off x="0" y="6092825"/>
            <a:ext cx="12192000" cy="40163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11" name="Logoschutz Titel" hidden="1"/>
          <p:cNvSpPr>
            <a:spLocks/>
          </p:cNvSpPr>
          <p:nvPr>
            <p:custDataLst>
              <p:tags r:id="rId2"/>
            </p:custDataLst>
          </p:nvPr>
        </p:nvSpPr>
        <p:spPr bwMode="auto">
          <a:xfrm>
            <a:off x="462980" y="249584"/>
            <a:ext cx="11338240" cy="540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4" name="Rectangle 5"/>
          <p:cNvSpPr>
            <a:spLocks noGrp="1" noChangeArrowheads="1"/>
          </p:cNvSpPr>
          <p:nvPr>
            <p:ph type="sldNum" sz="quarter" idx="14"/>
          </p:nvPr>
        </p:nvSpPr>
        <p:spPr>
          <a:xfrm>
            <a:off x="10547027" y="6568970"/>
            <a:ext cx="508000" cy="138112"/>
          </a:xfrm>
          <a:prstGeom prst="rect">
            <a:avLst/>
          </a:prstGeom>
          <a:ln/>
        </p:spPr>
        <p:txBody>
          <a:bodyPr/>
          <a:lstStyle>
            <a:lvl1pPr>
              <a:defRPr/>
            </a:lvl1pPr>
          </a:lstStyle>
          <a:p>
            <a:pPr>
              <a:defRPr/>
            </a:pPr>
            <a:fld id="{F3CC140C-FC75-438E-89D5-07005EE7987E}" type="slidenum">
              <a:rPr lang="en-GB"/>
              <a:pPr>
                <a:defRPr/>
              </a:pPr>
              <a:t>‹Nr.›</a:t>
            </a:fld>
            <a:endParaRPr lang="en-GB"/>
          </a:p>
        </p:txBody>
      </p:sp>
      <p:sp>
        <p:nvSpPr>
          <p:cNvPr id="16" name="Layoutschutz" hidden="1"/>
          <p:cNvSpPr>
            <a:spLocks/>
          </p:cNvSpPr>
          <p:nvPr>
            <p:custDataLst>
              <p:tags r:id="rId3"/>
            </p:custDataLst>
          </p:nvPr>
        </p:nvSpPr>
        <p:spPr bwMode="auto">
          <a:xfrm>
            <a:off x="500532" y="1374021"/>
            <a:ext cx="11412000" cy="410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5" name="Logoschutz" hidden="1"/>
          <p:cNvSpPr/>
          <p:nvPr>
            <p:custDataLst>
              <p:tags r:id="rId4"/>
            </p:custDataLst>
          </p:nvPr>
        </p:nvSpPr>
        <p:spPr bwMode="auto">
          <a:xfrm>
            <a:off x="10930490" y="5461979"/>
            <a:ext cx="1098550" cy="1018735"/>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3" name="Fußzeilenplatzhalter 2"/>
          <p:cNvSpPr>
            <a:spLocks noGrp="1"/>
          </p:cNvSpPr>
          <p:nvPr>
            <p:ph type="ftr" sz="quarter" idx="15"/>
          </p:nvPr>
        </p:nvSpPr>
        <p:spPr/>
        <p:txBody>
          <a:bodyPr/>
          <a:lstStyle>
            <a:lvl1pPr>
              <a:defRPr/>
            </a:lvl1pPr>
          </a:lstStyle>
          <a:p>
            <a:pPr>
              <a:spcBef>
                <a:spcPts val="600"/>
              </a:spcBef>
              <a:buSzPct val="100000"/>
            </a:pPr>
            <a:r>
              <a:rPr lang="de-DE">
                <a:solidFill>
                  <a:srgbClr val="313131"/>
                </a:solidFill>
                <a:latin typeface="Arial"/>
              </a:rPr>
              <a:t>Moritz </a:t>
            </a:r>
            <a:r>
              <a:rPr lang="de-DE" err="1">
                <a:solidFill>
                  <a:srgbClr val="313131"/>
                </a:solidFill>
                <a:latin typeface="Arial"/>
              </a:rPr>
              <a:t>Göthel</a:t>
            </a:r>
            <a:r>
              <a:rPr lang="de-DE" b="1">
                <a:solidFill>
                  <a:srgbClr val="313131"/>
                </a:solidFill>
                <a:latin typeface="Arial"/>
              </a:rPr>
              <a:t> | </a:t>
            </a:r>
            <a:r>
              <a:rPr lang="de-DE">
                <a:solidFill>
                  <a:srgbClr val="313131"/>
                </a:solidFill>
                <a:latin typeface="Arial"/>
              </a:rPr>
              <a:t>Deloitte</a:t>
            </a:r>
            <a:r>
              <a:rPr lang="de-DE" b="1">
                <a:solidFill>
                  <a:srgbClr val="313131"/>
                </a:solidFill>
                <a:latin typeface="Arial"/>
              </a:rPr>
              <a:t> | </a:t>
            </a:r>
            <a:r>
              <a:rPr lang="de-DE">
                <a:solidFill>
                  <a:srgbClr val="313131"/>
                </a:solidFill>
              </a:rPr>
              <a:t>Finance</a:t>
            </a:r>
            <a:endParaRPr lang="de-DE">
              <a:solidFill>
                <a:srgbClr val="313131"/>
              </a:solidFill>
              <a:latin typeface="Arial"/>
            </a:endParaRPr>
          </a:p>
        </p:txBody>
      </p:sp>
      <p:sp>
        <p:nvSpPr>
          <p:cNvPr id="13" name="Layoutschutz unten" hidden="1"/>
          <p:cNvSpPr/>
          <p:nvPr>
            <p:custDataLst>
              <p:tags r:id="rId5"/>
            </p:custDataLst>
          </p:nvPr>
        </p:nvSpPr>
        <p:spPr bwMode="auto">
          <a:xfrm>
            <a:off x="516468" y="5442969"/>
            <a:ext cx="10332060" cy="640117"/>
          </a:xfrm>
          <a:prstGeom prst="rect">
            <a:avLst/>
          </a:prstGeom>
          <a:solidFill>
            <a:schemeClr val="accent3"/>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7" name="Logoschutz Fußzeile" hidden="1"/>
          <p:cNvSpPr>
            <a:spLocks/>
          </p:cNvSpPr>
          <p:nvPr>
            <p:custDataLst>
              <p:tags r:id="rId6"/>
            </p:custDataLst>
          </p:nvPr>
        </p:nvSpPr>
        <p:spPr bwMode="auto">
          <a:xfrm>
            <a:off x="0" y="6527297"/>
            <a:ext cx="12192000" cy="230831"/>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9" name="Layoutschutz Haupttitel" hidden="1"/>
          <p:cNvSpPr>
            <a:spLocks/>
          </p:cNvSpPr>
          <p:nvPr>
            <p:custDataLst>
              <p:tags r:id="rId7"/>
            </p:custDataLst>
          </p:nvPr>
        </p:nvSpPr>
        <p:spPr bwMode="auto">
          <a:xfrm>
            <a:off x="479376" y="249584"/>
            <a:ext cx="11412000" cy="540532"/>
          </a:xfrm>
          <a:prstGeom prst="rect">
            <a:avLst/>
          </a:prstGeom>
          <a:solidFill>
            <a:schemeClr val="bg1">
              <a:lumMod val="85000"/>
            </a:schemeClr>
          </a:solidFill>
          <a:ln>
            <a:noFill/>
          </a:ln>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20" name="Layoutschutz Untertitel" hidden="1"/>
          <p:cNvSpPr>
            <a:spLocks/>
          </p:cNvSpPr>
          <p:nvPr>
            <p:custDataLst>
              <p:tags r:id="rId8"/>
            </p:custDataLst>
          </p:nvPr>
        </p:nvSpPr>
        <p:spPr bwMode="auto">
          <a:xfrm>
            <a:off x="479376" y="764704"/>
            <a:ext cx="11412000" cy="360000"/>
          </a:xfrm>
          <a:prstGeom prst="rect">
            <a:avLst/>
          </a:prstGeom>
          <a:solidFill>
            <a:schemeClr val="bg1">
              <a:lumMod val="85000"/>
            </a:schemeClr>
          </a:solidFill>
          <a:ln>
            <a:noFill/>
          </a:ln>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22" name="Haupttitel"/>
          <p:cNvSpPr>
            <a:spLocks noGrp="1"/>
          </p:cNvSpPr>
          <p:nvPr>
            <p:ph type="title" hasCustomPrompt="1"/>
          </p:nvPr>
        </p:nvSpPr>
        <p:spPr>
          <a:xfrm>
            <a:off x="518400" y="284163"/>
            <a:ext cx="11340000" cy="481012"/>
          </a:xfrm>
          <a:prstGeom prst="rect">
            <a:avLst/>
          </a:prstGeom>
        </p:spPr>
        <p:txBody>
          <a:bodyPr>
            <a:noAutofit/>
          </a:bodyPr>
          <a:lstStyle>
            <a:lvl1pPr>
              <a:defRPr/>
            </a:lvl1pPr>
          </a:lstStyle>
          <a:p>
            <a:r>
              <a:rPr lang="de-DE"/>
              <a:t>Click </a:t>
            </a:r>
            <a:r>
              <a:rPr lang="de-DE" err="1"/>
              <a:t>to</a:t>
            </a:r>
            <a:r>
              <a:rPr lang="de-DE"/>
              <a:t> </a:t>
            </a:r>
            <a:r>
              <a:rPr lang="de-DE" err="1"/>
              <a:t>add</a:t>
            </a:r>
            <a:r>
              <a:rPr lang="de-DE"/>
              <a:t> a title</a:t>
            </a:r>
          </a:p>
        </p:txBody>
      </p:sp>
      <p:sp>
        <p:nvSpPr>
          <p:cNvPr id="23" name="Textplatzhalter 21"/>
          <p:cNvSpPr>
            <a:spLocks noGrp="1"/>
          </p:cNvSpPr>
          <p:nvPr>
            <p:ph type="body" sz="quarter" idx="17" hasCustomPrompt="1"/>
          </p:nvPr>
        </p:nvSpPr>
        <p:spPr>
          <a:xfrm>
            <a:off x="518400" y="731708"/>
            <a:ext cx="11340000" cy="273600"/>
          </a:xfrm>
        </p:spPr>
        <p:txBody>
          <a:bodyPr tIns="0" anchor="t">
            <a:noAutofit/>
          </a:bodyPr>
          <a:lstStyle>
            <a:lvl1pPr marL="0" indent="0">
              <a:buNone/>
              <a:defRPr sz="2000"/>
            </a:lvl1pPr>
          </a:lstStyle>
          <a:p>
            <a:pPr lvl="0"/>
            <a:r>
              <a:rPr lang="de-DE"/>
              <a:t>Click </a:t>
            </a:r>
            <a:r>
              <a:rPr lang="de-DE" err="1"/>
              <a:t>to</a:t>
            </a:r>
            <a:r>
              <a:rPr lang="de-DE"/>
              <a:t> </a:t>
            </a:r>
            <a:r>
              <a:rPr lang="de-DE" err="1"/>
              <a:t>add</a:t>
            </a:r>
            <a:r>
              <a:rPr lang="de-DE"/>
              <a:t> a </a:t>
            </a:r>
            <a:r>
              <a:rPr lang="de-DE" err="1"/>
              <a:t>subtitle</a:t>
            </a:r>
            <a:endParaRPr lang="de-DE"/>
          </a:p>
        </p:txBody>
      </p:sp>
    </p:spTree>
    <p:extLst>
      <p:ext uri="{BB962C8B-B14F-4D97-AF65-F5344CB8AC3E}">
        <p14:creationId xmlns:p14="http://schemas.microsoft.com/office/powerpoint/2010/main" val="967017237"/>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bschlussfolie">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AC21FE30-8030-440B-A445-F5F1AA66F2E7}"/>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
        <p:nvSpPr>
          <p:cNvPr id="4" name="Logoschutz Powerline" hidden="1"/>
          <p:cNvSpPr/>
          <p:nvPr>
            <p:custDataLst>
              <p:tags r:id="rId1"/>
            </p:custDataLst>
          </p:nvPr>
        </p:nvSpPr>
        <p:spPr bwMode="auto">
          <a:xfrm>
            <a:off x="0" y="6092825"/>
            <a:ext cx="12192000" cy="40163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8" name="Rectangle 5"/>
          <p:cNvSpPr>
            <a:spLocks noGrp="1" noChangeArrowheads="1"/>
          </p:cNvSpPr>
          <p:nvPr>
            <p:ph type="sldNum" sz="quarter" idx="13"/>
          </p:nvPr>
        </p:nvSpPr>
        <p:spPr>
          <a:xfrm>
            <a:off x="10547027" y="6568970"/>
            <a:ext cx="508000" cy="138112"/>
          </a:xfrm>
          <a:prstGeom prst="rect">
            <a:avLst/>
          </a:prstGeom>
          <a:ln/>
        </p:spPr>
        <p:txBody>
          <a:bodyPr/>
          <a:lstStyle>
            <a:lvl1pPr>
              <a:defRPr>
                <a:solidFill>
                  <a:schemeClr val="tx1"/>
                </a:solidFill>
              </a:defRPr>
            </a:lvl1pPr>
          </a:lstStyle>
          <a:p>
            <a:pPr>
              <a:defRPr/>
            </a:pPr>
            <a:fld id="{F3CC140C-FC75-438E-89D5-07005EE7987E}" type="slidenum">
              <a:rPr lang="de-DE"/>
              <a:pPr>
                <a:defRPr/>
              </a:pPr>
              <a:t>‹Nr.›</a:t>
            </a:fld>
            <a:endParaRPr lang="de-DE"/>
          </a:p>
        </p:txBody>
      </p:sp>
      <p:sp>
        <p:nvSpPr>
          <p:cNvPr id="10" name="Layoutschutz" hidden="1"/>
          <p:cNvSpPr>
            <a:spLocks/>
          </p:cNvSpPr>
          <p:nvPr>
            <p:custDataLst>
              <p:tags r:id="rId2"/>
            </p:custDataLst>
          </p:nvPr>
        </p:nvSpPr>
        <p:spPr bwMode="auto">
          <a:xfrm>
            <a:off x="500533" y="1374021"/>
            <a:ext cx="11281835" cy="410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9" name="Logoschutz" hidden="1"/>
          <p:cNvSpPr/>
          <p:nvPr>
            <p:custDataLst>
              <p:tags r:id="rId3"/>
            </p:custDataLst>
          </p:nvPr>
        </p:nvSpPr>
        <p:spPr bwMode="auto">
          <a:xfrm>
            <a:off x="10930490" y="5461979"/>
            <a:ext cx="1098550" cy="1018735"/>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3" name="Fußzeilenplatzhalter 2"/>
          <p:cNvSpPr>
            <a:spLocks noGrp="1"/>
          </p:cNvSpPr>
          <p:nvPr>
            <p:ph type="ftr" sz="quarter" idx="14"/>
          </p:nvPr>
        </p:nvSpPr>
        <p:spPr/>
        <p:txBody>
          <a:bodyPr/>
          <a:lstStyle>
            <a:lvl1pPr>
              <a:defRPr>
                <a:solidFill>
                  <a:schemeClr val="tx1"/>
                </a:solidFill>
              </a:defRPr>
            </a:lvl1pPr>
          </a:lstStyle>
          <a:p>
            <a:pPr>
              <a:spcBef>
                <a:spcPts val="600"/>
              </a:spcBef>
              <a:buSzPct val="100000"/>
            </a:pPr>
            <a:r>
              <a:rPr lang="de-DE">
                <a:solidFill>
                  <a:srgbClr val="313131"/>
                </a:solidFill>
                <a:latin typeface="Arial"/>
              </a:rPr>
              <a:t>Moritz </a:t>
            </a:r>
            <a:r>
              <a:rPr lang="de-DE" err="1">
                <a:solidFill>
                  <a:srgbClr val="313131"/>
                </a:solidFill>
                <a:latin typeface="Arial"/>
              </a:rPr>
              <a:t>Göthel</a:t>
            </a:r>
            <a:r>
              <a:rPr lang="de-DE" b="1">
                <a:solidFill>
                  <a:srgbClr val="313131"/>
                </a:solidFill>
                <a:latin typeface="Arial"/>
              </a:rPr>
              <a:t> | </a:t>
            </a:r>
            <a:r>
              <a:rPr lang="de-DE">
                <a:solidFill>
                  <a:srgbClr val="313131"/>
                </a:solidFill>
                <a:latin typeface="Arial"/>
              </a:rPr>
              <a:t>Deloitte</a:t>
            </a:r>
            <a:r>
              <a:rPr lang="de-DE" b="1">
                <a:solidFill>
                  <a:srgbClr val="313131"/>
                </a:solidFill>
                <a:latin typeface="Arial"/>
              </a:rPr>
              <a:t> | </a:t>
            </a:r>
            <a:r>
              <a:rPr lang="de-DE">
                <a:solidFill>
                  <a:srgbClr val="313131"/>
                </a:solidFill>
              </a:rPr>
              <a:t>Finance</a:t>
            </a:r>
            <a:endParaRPr lang="de-DE">
              <a:solidFill>
                <a:srgbClr val="313131"/>
              </a:solidFill>
              <a:latin typeface="Arial"/>
            </a:endParaRPr>
          </a:p>
        </p:txBody>
      </p:sp>
      <p:sp>
        <p:nvSpPr>
          <p:cNvPr id="12" name="Logoschutz" hidden="1"/>
          <p:cNvSpPr/>
          <p:nvPr>
            <p:custDataLst>
              <p:tags r:id="rId4"/>
            </p:custDataLst>
          </p:nvPr>
        </p:nvSpPr>
        <p:spPr bwMode="auto">
          <a:xfrm>
            <a:off x="10930490" y="5461979"/>
            <a:ext cx="1098550" cy="1054800"/>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11" name="Logoschutz Fußzeile" hidden="1"/>
          <p:cNvSpPr>
            <a:spLocks/>
          </p:cNvSpPr>
          <p:nvPr>
            <p:custDataLst>
              <p:tags r:id="rId5"/>
            </p:custDataLst>
          </p:nvPr>
        </p:nvSpPr>
        <p:spPr bwMode="auto">
          <a:xfrm>
            <a:off x="0" y="6527297"/>
            <a:ext cx="12192000" cy="230831"/>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3" name="Layoutschutz Stempel" hidden="1"/>
          <p:cNvSpPr/>
          <p:nvPr>
            <p:custDataLst>
              <p:tags r:id="rId6"/>
            </p:custDataLst>
          </p:nvPr>
        </p:nvSpPr>
        <p:spPr bwMode="auto">
          <a:xfrm>
            <a:off x="480320" y="188640"/>
            <a:ext cx="11412000" cy="936104"/>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rtl="0" eaLnBrk="1" fontAlgn="base" hangingPunct="1">
              <a:lnSpc>
                <a:spcPct val="100000"/>
              </a:lnSpc>
              <a:spcBef>
                <a:spcPct val="0"/>
              </a:spcBef>
              <a:spcAft>
                <a:spcPct val="0"/>
              </a:spcAft>
            </a:pPr>
            <a:endParaRPr lang="en-GB" sz="1800" b="1" i="0" u="none" kern="0" baseline="0">
              <a:solidFill>
                <a:srgbClr val="000000"/>
              </a:solidFill>
              <a:latin typeface="Arial" panose="020B0604020202020204" pitchFamily="34" charset="0"/>
              <a:ea typeface="ＭＳ Ｐゴシック" charset="-128"/>
            </a:endParaRPr>
          </a:p>
        </p:txBody>
      </p:sp>
    </p:spTree>
    <p:extLst>
      <p:ext uri="{BB962C8B-B14F-4D97-AF65-F5344CB8AC3E}">
        <p14:creationId xmlns:p14="http://schemas.microsoft.com/office/powerpoint/2010/main" val="1582514270"/>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owerline, Titel_black">
    <p:bg>
      <p:bgRef idx="1001">
        <a:schemeClr val="bg2"/>
      </p:bgRef>
    </p:bg>
    <p:spTree>
      <p:nvGrpSpPr>
        <p:cNvPr id="1" name=""/>
        <p:cNvGrpSpPr/>
        <p:nvPr/>
      </p:nvGrpSpPr>
      <p:grpSpPr>
        <a:xfrm>
          <a:off x="0" y="0"/>
          <a:ext cx="0" cy="0"/>
          <a:chOff x="0" y="0"/>
          <a:chExt cx="0" cy="0"/>
        </a:xfrm>
      </p:grpSpPr>
      <p:sp>
        <p:nvSpPr>
          <p:cNvPr id="7" name="Logoschutz Powerline" hidden="1"/>
          <p:cNvSpPr/>
          <p:nvPr>
            <p:custDataLst>
              <p:tags r:id="rId1"/>
            </p:custDataLst>
          </p:nvPr>
        </p:nvSpPr>
        <p:spPr bwMode="auto">
          <a:xfrm>
            <a:off x="0" y="6092825"/>
            <a:ext cx="12192000" cy="40163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2" name="Titel 1"/>
          <p:cNvSpPr>
            <a:spLocks noGrp="1"/>
          </p:cNvSpPr>
          <p:nvPr>
            <p:ph type="title" hasCustomPrompt="1"/>
          </p:nvPr>
        </p:nvSpPr>
        <p:spPr>
          <a:xfrm>
            <a:off x="518400" y="284163"/>
            <a:ext cx="11340000" cy="481012"/>
          </a:xfrm>
          <a:prstGeom prst="rect">
            <a:avLst/>
          </a:prstGeom>
        </p:spPr>
        <p:txBody>
          <a:bodyPr>
            <a:noAutofit/>
          </a:bodyPr>
          <a:lstStyle>
            <a:lvl1pPr>
              <a:defRPr/>
            </a:lvl1pPr>
          </a:lstStyle>
          <a:p>
            <a:r>
              <a:rPr lang="de-DE"/>
              <a:t>Click </a:t>
            </a:r>
            <a:r>
              <a:rPr lang="de-DE" err="1"/>
              <a:t>to</a:t>
            </a:r>
            <a:r>
              <a:rPr lang="de-DE"/>
              <a:t> </a:t>
            </a:r>
            <a:r>
              <a:rPr lang="de-DE" err="1"/>
              <a:t>add</a:t>
            </a:r>
            <a:r>
              <a:rPr lang="de-DE"/>
              <a:t> a title</a:t>
            </a:r>
          </a:p>
        </p:txBody>
      </p:sp>
      <p:sp>
        <p:nvSpPr>
          <p:cNvPr id="12" name="Textplatzhalter 6"/>
          <p:cNvSpPr>
            <a:spLocks noGrp="1"/>
          </p:cNvSpPr>
          <p:nvPr>
            <p:ph type="body" sz="quarter" idx="13" hasCustomPrompt="1"/>
          </p:nvPr>
        </p:nvSpPr>
        <p:spPr>
          <a:xfrm>
            <a:off x="518400" y="735071"/>
            <a:ext cx="11340000" cy="275109"/>
          </a:xfrm>
          <a:prstGeom prst="rect">
            <a:avLst/>
          </a:prstGeom>
        </p:spPr>
        <p:txBody>
          <a:bodyPr tIns="0" bIns="72000" anchor="t">
            <a:noAutofit/>
          </a:bodyPr>
          <a:lstStyle>
            <a:lvl1pPr marL="0" indent="0">
              <a:buNone/>
              <a:defRPr sz="2000"/>
            </a:lvl1pPr>
          </a:lstStyle>
          <a:p>
            <a:pPr lvl="0"/>
            <a:r>
              <a:rPr lang="de-DE"/>
              <a:t>Click </a:t>
            </a:r>
            <a:r>
              <a:rPr lang="de-DE" err="1"/>
              <a:t>to</a:t>
            </a:r>
            <a:r>
              <a:rPr lang="de-DE"/>
              <a:t> </a:t>
            </a:r>
            <a:r>
              <a:rPr lang="de-DE" err="1"/>
              <a:t>add</a:t>
            </a:r>
            <a:r>
              <a:rPr lang="de-DE"/>
              <a:t> a </a:t>
            </a:r>
            <a:r>
              <a:rPr lang="de-DE" err="1"/>
              <a:t>subtitle</a:t>
            </a:r>
            <a:endParaRPr lang="de-DE"/>
          </a:p>
        </p:txBody>
      </p:sp>
      <p:sp>
        <p:nvSpPr>
          <p:cNvPr id="11" name="Logoschutz Titel" hidden="1"/>
          <p:cNvSpPr>
            <a:spLocks/>
          </p:cNvSpPr>
          <p:nvPr>
            <p:custDataLst>
              <p:tags r:id="rId2"/>
            </p:custDataLst>
          </p:nvPr>
        </p:nvSpPr>
        <p:spPr bwMode="auto">
          <a:xfrm>
            <a:off x="462980" y="249584"/>
            <a:ext cx="11338240" cy="540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4" name="Rectangle 5"/>
          <p:cNvSpPr>
            <a:spLocks noGrp="1" noChangeArrowheads="1"/>
          </p:cNvSpPr>
          <p:nvPr>
            <p:ph type="sldNum" sz="quarter" idx="14"/>
          </p:nvPr>
        </p:nvSpPr>
        <p:spPr>
          <a:xfrm>
            <a:off x="10547027" y="6568970"/>
            <a:ext cx="508000" cy="138112"/>
          </a:xfrm>
          <a:prstGeom prst="rect">
            <a:avLst/>
          </a:prstGeom>
          <a:ln/>
        </p:spPr>
        <p:txBody>
          <a:bodyPr/>
          <a:lstStyle>
            <a:lvl1pPr>
              <a:defRPr/>
            </a:lvl1pPr>
          </a:lstStyle>
          <a:p>
            <a:pPr>
              <a:defRPr/>
            </a:pPr>
            <a:fld id="{F3CC140C-FC75-438E-89D5-07005EE7987E}" type="slidenum">
              <a:rPr lang="en-GB"/>
              <a:pPr>
                <a:defRPr/>
              </a:pPr>
              <a:t>‹Nr.›</a:t>
            </a:fld>
            <a:endParaRPr lang="en-GB"/>
          </a:p>
        </p:txBody>
      </p:sp>
      <p:sp>
        <p:nvSpPr>
          <p:cNvPr id="16" name="Layoutschutz" hidden="1"/>
          <p:cNvSpPr>
            <a:spLocks/>
          </p:cNvSpPr>
          <p:nvPr>
            <p:custDataLst>
              <p:tags r:id="rId3"/>
            </p:custDataLst>
          </p:nvPr>
        </p:nvSpPr>
        <p:spPr bwMode="auto">
          <a:xfrm>
            <a:off x="500532" y="1374021"/>
            <a:ext cx="11412000" cy="410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5" name="Logoschutz" hidden="1"/>
          <p:cNvSpPr/>
          <p:nvPr>
            <p:custDataLst>
              <p:tags r:id="rId4"/>
            </p:custDataLst>
          </p:nvPr>
        </p:nvSpPr>
        <p:spPr bwMode="auto">
          <a:xfrm>
            <a:off x="10930490" y="5461979"/>
            <a:ext cx="1098550" cy="1018735"/>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3" name="Fußzeilenplatzhalter 2"/>
          <p:cNvSpPr>
            <a:spLocks noGrp="1"/>
          </p:cNvSpPr>
          <p:nvPr>
            <p:ph type="ftr" sz="quarter" idx="15"/>
          </p:nvPr>
        </p:nvSpPr>
        <p:spPr/>
        <p:txBody>
          <a:bodyPr/>
          <a:lstStyle>
            <a:lvl1pPr>
              <a:defRPr/>
            </a:lvl1pPr>
          </a:lstStyle>
          <a:p>
            <a:pPr>
              <a:defRPr/>
            </a:pPr>
            <a:r>
              <a:rPr lang="en-GB"/>
              <a:t>Department | Name | Date</a:t>
            </a:r>
          </a:p>
        </p:txBody>
      </p:sp>
      <p:sp>
        <p:nvSpPr>
          <p:cNvPr id="13" name="Layoutschutz unten" hidden="1"/>
          <p:cNvSpPr/>
          <p:nvPr>
            <p:custDataLst>
              <p:tags r:id="rId5"/>
            </p:custDataLst>
          </p:nvPr>
        </p:nvSpPr>
        <p:spPr bwMode="auto">
          <a:xfrm>
            <a:off x="516468" y="5442969"/>
            <a:ext cx="10332060" cy="640117"/>
          </a:xfrm>
          <a:prstGeom prst="rect">
            <a:avLst/>
          </a:prstGeom>
          <a:solidFill>
            <a:schemeClr val="accent3"/>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7" name="Logoschutz Fußzeile" hidden="1"/>
          <p:cNvSpPr>
            <a:spLocks/>
          </p:cNvSpPr>
          <p:nvPr>
            <p:custDataLst>
              <p:tags r:id="rId6"/>
            </p:custDataLst>
          </p:nvPr>
        </p:nvSpPr>
        <p:spPr bwMode="auto">
          <a:xfrm>
            <a:off x="0" y="6527297"/>
            <a:ext cx="12192000" cy="230831"/>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9" name="Layoutschutz Haupttitel" hidden="1"/>
          <p:cNvSpPr>
            <a:spLocks/>
          </p:cNvSpPr>
          <p:nvPr>
            <p:custDataLst>
              <p:tags r:id="rId7"/>
            </p:custDataLst>
          </p:nvPr>
        </p:nvSpPr>
        <p:spPr bwMode="auto">
          <a:xfrm>
            <a:off x="479376" y="249584"/>
            <a:ext cx="11412000" cy="540532"/>
          </a:xfrm>
          <a:prstGeom prst="rect">
            <a:avLst/>
          </a:prstGeom>
          <a:solidFill>
            <a:schemeClr val="bg1">
              <a:lumMod val="85000"/>
            </a:schemeClr>
          </a:solidFill>
          <a:ln>
            <a:noFill/>
          </a:ln>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20" name="Layoutschutz Untertitel" hidden="1"/>
          <p:cNvSpPr>
            <a:spLocks/>
          </p:cNvSpPr>
          <p:nvPr>
            <p:custDataLst>
              <p:tags r:id="rId8"/>
            </p:custDataLst>
          </p:nvPr>
        </p:nvSpPr>
        <p:spPr bwMode="auto">
          <a:xfrm>
            <a:off x="479376" y="764704"/>
            <a:ext cx="11412000" cy="360000"/>
          </a:xfrm>
          <a:prstGeom prst="rect">
            <a:avLst/>
          </a:prstGeom>
          <a:solidFill>
            <a:schemeClr val="bg1">
              <a:lumMod val="85000"/>
            </a:schemeClr>
          </a:solidFill>
          <a:ln>
            <a:noFill/>
          </a:ln>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pic>
        <p:nvPicPr>
          <p:cNvPr id="5" name="Grafik 4" descr="Ein Bild, das Text enthält.&#10;&#10;Automatisch generierte Beschreibung">
            <a:extLst>
              <a:ext uri="{FF2B5EF4-FFF2-40B4-BE49-F238E27FC236}">
                <a16:creationId xmlns:a16="http://schemas.microsoft.com/office/drawing/2014/main" id="{BBFD6318-8B20-4BB8-9BDD-F4AD9952A6A3}"/>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830167273"/>
      </p:ext>
    </p:extLst>
  </p:cSld>
  <p:clrMapOvr>
    <a:overrideClrMapping bg1="dk1" tx1="lt1" bg2="dk2" tx2="lt2" accent1="accent1" accent2="accent2" accent3="accent3" accent4="accent4" accent5="accent5" accent6="accent6" hlink="hlink" folHlink="folHlink"/>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werline, Titel, Inhalt, black">
    <p:bg>
      <p:bgRef idx="1001">
        <a:schemeClr val="bg2"/>
      </p:bgRef>
    </p:bg>
    <p:spTree>
      <p:nvGrpSpPr>
        <p:cNvPr id="1" name=""/>
        <p:cNvGrpSpPr/>
        <p:nvPr/>
      </p:nvGrpSpPr>
      <p:grpSpPr>
        <a:xfrm>
          <a:off x="0" y="0"/>
          <a:ext cx="0" cy="0"/>
          <a:chOff x="0" y="0"/>
          <a:chExt cx="0" cy="0"/>
        </a:xfrm>
      </p:grpSpPr>
      <p:sp>
        <p:nvSpPr>
          <p:cNvPr id="7" name="Logoschutz Powerline" hidden="1"/>
          <p:cNvSpPr/>
          <p:nvPr>
            <p:custDataLst>
              <p:tags r:id="rId1"/>
            </p:custDataLst>
          </p:nvPr>
        </p:nvSpPr>
        <p:spPr bwMode="auto">
          <a:xfrm>
            <a:off x="0" y="6092825"/>
            <a:ext cx="12192000" cy="40163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2" name="Titel 1"/>
          <p:cNvSpPr>
            <a:spLocks noGrp="1"/>
          </p:cNvSpPr>
          <p:nvPr>
            <p:ph type="title" hasCustomPrompt="1"/>
          </p:nvPr>
        </p:nvSpPr>
        <p:spPr>
          <a:xfrm>
            <a:off x="518400" y="284163"/>
            <a:ext cx="11340000" cy="481012"/>
          </a:xfrm>
          <a:prstGeom prst="rect">
            <a:avLst/>
          </a:prstGeom>
        </p:spPr>
        <p:txBody>
          <a:bodyPr>
            <a:noAutofit/>
          </a:bodyPr>
          <a:lstStyle/>
          <a:p>
            <a:r>
              <a:rPr lang="de-DE"/>
              <a:t>Click </a:t>
            </a:r>
            <a:r>
              <a:rPr lang="de-DE" err="1"/>
              <a:t>to</a:t>
            </a:r>
            <a:r>
              <a:rPr lang="de-DE"/>
              <a:t> </a:t>
            </a:r>
            <a:r>
              <a:rPr lang="de-DE" err="1"/>
              <a:t>add</a:t>
            </a:r>
            <a:r>
              <a:rPr lang="de-DE"/>
              <a:t> a title</a:t>
            </a:r>
          </a:p>
        </p:txBody>
      </p:sp>
      <p:sp>
        <p:nvSpPr>
          <p:cNvPr id="12" name="Textplatzhalter 6"/>
          <p:cNvSpPr>
            <a:spLocks noGrp="1"/>
          </p:cNvSpPr>
          <p:nvPr>
            <p:ph type="body" sz="quarter" idx="13" hasCustomPrompt="1"/>
          </p:nvPr>
        </p:nvSpPr>
        <p:spPr>
          <a:xfrm>
            <a:off x="518400" y="735071"/>
            <a:ext cx="11340000" cy="275109"/>
          </a:xfrm>
          <a:prstGeom prst="rect">
            <a:avLst/>
          </a:prstGeom>
        </p:spPr>
        <p:txBody>
          <a:bodyPr tIns="0" bIns="72000" anchor="t">
            <a:noAutofit/>
          </a:bodyPr>
          <a:lstStyle>
            <a:lvl1pPr marL="0" indent="0">
              <a:buNone/>
              <a:defRPr sz="2000"/>
            </a:lvl1pPr>
          </a:lstStyle>
          <a:p>
            <a:pPr lvl="0"/>
            <a:r>
              <a:rPr lang="de-DE"/>
              <a:t>Click </a:t>
            </a:r>
            <a:r>
              <a:rPr lang="de-DE" err="1"/>
              <a:t>to</a:t>
            </a:r>
            <a:r>
              <a:rPr lang="de-DE"/>
              <a:t> </a:t>
            </a:r>
            <a:r>
              <a:rPr lang="de-DE" err="1"/>
              <a:t>add</a:t>
            </a:r>
            <a:r>
              <a:rPr lang="de-DE"/>
              <a:t> a </a:t>
            </a:r>
            <a:r>
              <a:rPr lang="de-DE" err="1"/>
              <a:t>subtitle</a:t>
            </a:r>
            <a:endParaRPr lang="de-DE"/>
          </a:p>
        </p:txBody>
      </p:sp>
      <p:sp>
        <p:nvSpPr>
          <p:cNvPr id="11" name="Logoschutz Titel" hidden="1"/>
          <p:cNvSpPr>
            <a:spLocks/>
          </p:cNvSpPr>
          <p:nvPr>
            <p:custDataLst>
              <p:tags r:id="rId2"/>
            </p:custDataLst>
          </p:nvPr>
        </p:nvSpPr>
        <p:spPr bwMode="auto">
          <a:xfrm>
            <a:off x="462980" y="249584"/>
            <a:ext cx="11338240" cy="540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4" name="Rectangle 5"/>
          <p:cNvSpPr>
            <a:spLocks noGrp="1" noChangeArrowheads="1"/>
          </p:cNvSpPr>
          <p:nvPr>
            <p:ph type="sldNum" sz="quarter" idx="14"/>
          </p:nvPr>
        </p:nvSpPr>
        <p:spPr>
          <a:xfrm>
            <a:off x="10547027" y="6568970"/>
            <a:ext cx="508000" cy="138112"/>
          </a:xfrm>
          <a:prstGeom prst="rect">
            <a:avLst/>
          </a:prstGeom>
          <a:ln/>
        </p:spPr>
        <p:txBody>
          <a:bodyPr/>
          <a:lstStyle>
            <a:lvl1pPr>
              <a:defRPr/>
            </a:lvl1pPr>
          </a:lstStyle>
          <a:p>
            <a:pPr>
              <a:defRPr/>
            </a:pPr>
            <a:fld id="{F3CC140C-FC75-438E-89D5-07005EE7987E}" type="slidenum">
              <a:rPr lang="de-DE"/>
              <a:pPr>
                <a:defRPr/>
              </a:pPr>
              <a:t>‹Nr.›</a:t>
            </a:fld>
            <a:endParaRPr lang="de-DE"/>
          </a:p>
        </p:txBody>
      </p:sp>
      <p:sp>
        <p:nvSpPr>
          <p:cNvPr id="16" name="Layoutschutz" hidden="1"/>
          <p:cNvSpPr>
            <a:spLocks/>
          </p:cNvSpPr>
          <p:nvPr>
            <p:custDataLst>
              <p:tags r:id="rId3"/>
            </p:custDataLst>
          </p:nvPr>
        </p:nvSpPr>
        <p:spPr bwMode="auto">
          <a:xfrm>
            <a:off x="500532" y="1374021"/>
            <a:ext cx="11412000" cy="410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5" name="Logoschutz" hidden="1"/>
          <p:cNvSpPr/>
          <p:nvPr>
            <p:custDataLst>
              <p:tags r:id="rId4"/>
            </p:custDataLst>
          </p:nvPr>
        </p:nvSpPr>
        <p:spPr bwMode="auto">
          <a:xfrm>
            <a:off x="10930490" y="5461979"/>
            <a:ext cx="1098550" cy="1018735"/>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3" name="Fußzeilenplatzhalter 2"/>
          <p:cNvSpPr>
            <a:spLocks noGrp="1"/>
          </p:cNvSpPr>
          <p:nvPr>
            <p:ph type="ftr" sz="quarter" idx="15"/>
          </p:nvPr>
        </p:nvSpPr>
        <p:spPr/>
        <p:txBody>
          <a:bodyPr/>
          <a:lstStyle/>
          <a:p>
            <a:pPr>
              <a:defRPr/>
            </a:pPr>
            <a:r>
              <a:rPr lang="en-GB"/>
              <a:t>Department | Name | Date</a:t>
            </a:r>
          </a:p>
        </p:txBody>
      </p:sp>
      <p:sp>
        <p:nvSpPr>
          <p:cNvPr id="13" name="Layoutschutz unten" hidden="1"/>
          <p:cNvSpPr/>
          <p:nvPr>
            <p:custDataLst>
              <p:tags r:id="rId5"/>
            </p:custDataLst>
          </p:nvPr>
        </p:nvSpPr>
        <p:spPr bwMode="auto">
          <a:xfrm>
            <a:off x="516468" y="5442969"/>
            <a:ext cx="10332060" cy="640117"/>
          </a:xfrm>
          <a:prstGeom prst="rect">
            <a:avLst/>
          </a:prstGeom>
          <a:solidFill>
            <a:schemeClr val="accent3"/>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7" name="Logoschutz Fußzeile" hidden="1"/>
          <p:cNvSpPr>
            <a:spLocks/>
          </p:cNvSpPr>
          <p:nvPr>
            <p:custDataLst>
              <p:tags r:id="rId6"/>
            </p:custDataLst>
          </p:nvPr>
        </p:nvSpPr>
        <p:spPr bwMode="auto">
          <a:xfrm>
            <a:off x="0" y="6527297"/>
            <a:ext cx="12192000" cy="230831"/>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9" name="Layoutschutz Haupttitel" hidden="1"/>
          <p:cNvSpPr>
            <a:spLocks/>
          </p:cNvSpPr>
          <p:nvPr>
            <p:custDataLst>
              <p:tags r:id="rId7"/>
            </p:custDataLst>
          </p:nvPr>
        </p:nvSpPr>
        <p:spPr bwMode="auto">
          <a:xfrm>
            <a:off x="479376" y="249584"/>
            <a:ext cx="11412000" cy="540532"/>
          </a:xfrm>
          <a:prstGeom prst="rect">
            <a:avLst/>
          </a:prstGeom>
          <a:solidFill>
            <a:schemeClr val="bg1">
              <a:lumMod val="85000"/>
            </a:schemeClr>
          </a:solidFill>
          <a:ln>
            <a:noFill/>
          </a:ln>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20" name="Layoutschutz Untertitel" hidden="1"/>
          <p:cNvSpPr>
            <a:spLocks/>
          </p:cNvSpPr>
          <p:nvPr>
            <p:custDataLst>
              <p:tags r:id="rId8"/>
            </p:custDataLst>
          </p:nvPr>
        </p:nvSpPr>
        <p:spPr bwMode="auto">
          <a:xfrm>
            <a:off x="479376" y="764704"/>
            <a:ext cx="11412000" cy="360000"/>
          </a:xfrm>
          <a:prstGeom prst="rect">
            <a:avLst/>
          </a:prstGeom>
          <a:solidFill>
            <a:schemeClr val="bg1">
              <a:lumMod val="85000"/>
            </a:schemeClr>
          </a:solidFill>
          <a:ln>
            <a:noFill/>
          </a:ln>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4" name="Inhaltsplatzhalter 2">
            <a:extLst>
              <a:ext uri="{FF2B5EF4-FFF2-40B4-BE49-F238E27FC236}">
                <a16:creationId xmlns:a16="http://schemas.microsoft.com/office/drawing/2014/main" id="{9F9F80E4-59A4-73CA-0F35-8D1B3D3941B6}"/>
              </a:ext>
            </a:extLst>
          </p:cNvPr>
          <p:cNvSpPr>
            <a:spLocks noGrp="1"/>
          </p:cNvSpPr>
          <p:nvPr>
            <p:ph sz="quarter" idx="19" hasCustomPrompt="1"/>
          </p:nvPr>
        </p:nvSpPr>
        <p:spPr>
          <a:xfrm>
            <a:off x="515938" y="1411200"/>
            <a:ext cx="11341099" cy="4032250"/>
          </a:xfrm>
          <a:prstGeom prst="rect">
            <a:avLst/>
          </a:prstGeom>
        </p:spPr>
        <p:txBody>
          <a:bodyPr/>
          <a:lstStyle>
            <a:lvl2pPr>
              <a:defRPr/>
            </a:lvl2pPr>
            <a:lvl5pPr marL="712788" indent="-169863">
              <a:buFont typeface="Symbol" panose="05050102010706020507" pitchFamily="18" charset="2"/>
              <a:buChar char="-"/>
              <a:defRPr/>
            </a:lvl5pPr>
          </a:lstStyle>
          <a:p>
            <a:pPr lvl="0"/>
            <a:r>
              <a:rPr lang="de-DE"/>
              <a:t>Click </a:t>
            </a:r>
            <a:r>
              <a:rPr lang="de-DE" err="1"/>
              <a:t>to</a:t>
            </a:r>
            <a:r>
              <a:rPr lang="de-DE"/>
              <a:t> </a:t>
            </a:r>
            <a:r>
              <a:rPr lang="de-DE" err="1"/>
              <a:t>add</a:t>
            </a:r>
            <a:r>
              <a:rPr lang="de-DE"/>
              <a:t> a </a:t>
            </a:r>
            <a:r>
              <a:rPr lang="de-DE" err="1"/>
              <a:t>text</a:t>
            </a:r>
            <a:endParaRPr lang="de-DE"/>
          </a:p>
          <a:p>
            <a:pPr lvl="1"/>
            <a:r>
              <a:rPr lang="de-DE"/>
              <a:t>Second </a:t>
            </a:r>
            <a:r>
              <a:rPr lang="de-DE" err="1"/>
              <a:t>layer</a:t>
            </a:r>
            <a:endParaRPr lang="de-DE"/>
          </a:p>
          <a:p>
            <a:pPr lvl="2"/>
            <a:r>
              <a:rPr lang="de-DE"/>
              <a:t>Third </a:t>
            </a:r>
            <a:r>
              <a:rPr lang="de-DE" err="1"/>
              <a:t>layer</a:t>
            </a:r>
            <a:endParaRPr lang="de-DE"/>
          </a:p>
          <a:p>
            <a:pPr lvl="3"/>
            <a:r>
              <a:rPr lang="de-DE" err="1"/>
              <a:t>Fourth</a:t>
            </a:r>
            <a:r>
              <a:rPr lang="de-DE"/>
              <a:t> </a:t>
            </a:r>
            <a:r>
              <a:rPr lang="de-DE" err="1"/>
              <a:t>layer</a:t>
            </a:r>
            <a:endParaRPr lang="de-DE"/>
          </a:p>
        </p:txBody>
      </p:sp>
      <p:pic>
        <p:nvPicPr>
          <p:cNvPr id="6" name="Grafik 5" descr="Ein Bild, das Text enthält.&#10;&#10;Automatisch generierte Beschreibung">
            <a:extLst>
              <a:ext uri="{FF2B5EF4-FFF2-40B4-BE49-F238E27FC236}">
                <a16:creationId xmlns:a16="http://schemas.microsoft.com/office/drawing/2014/main" id="{846DBFB2-C73A-C940-DF84-697E7BCEEB5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5227" y="-818"/>
            <a:ext cx="12192000" cy="6856286"/>
          </a:xfrm>
          <a:prstGeom prst="rect">
            <a:avLst/>
          </a:prstGeom>
        </p:spPr>
      </p:pic>
    </p:spTree>
    <p:extLst>
      <p:ext uri="{BB962C8B-B14F-4D97-AF65-F5344CB8AC3E}">
        <p14:creationId xmlns:p14="http://schemas.microsoft.com/office/powerpoint/2010/main" val="2020188853"/>
      </p:ext>
    </p:extLst>
  </p:cSld>
  <p:clrMapOvr>
    <a:overrideClrMapping bg1="dk1" tx1="lt1" bg2="dk2" tx2="lt2" accent1="accent1" accent2="accent2" accent3="accent3" accent4="accent4" accent5="accent5" accent6="accent6" hlink="hlink" folHlink="folHlink"/>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ur Powerline_schwarz">
    <p:bg>
      <p:bgRef idx="1001">
        <a:schemeClr val="bg2"/>
      </p:bgRef>
    </p:bg>
    <p:spTree>
      <p:nvGrpSpPr>
        <p:cNvPr id="1" name=""/>
        <p:cNvGrpSpPr/>
        <p:nvPr/>
      </p:nvGrpSpPr>
      <p:grpSpPr>
        <a:xfrm>
          <a:off x="0" y="0"/>
          <a:ext cx="0" cy="0"/>
          <a:chOff x="0" y="0"/>
          <a:chExt cx="0" cy="0"/>
        </a:xfrm>
      </p:grpSpPr>
      <p:sp>
        <p:nvSpPr>
          <p:cNvPr id="5" name="Logoschutz Powerline" hidden="1"/>
          <p:cNvSpPr/>
          <p:nvPr>
            <p:custDataLst>
              <p:tags r:id="rId1"/>
            </p:custDataLst>
          </p:nvPr>
        </p:nvSpPr>
        <p:spPr bwMode="auto">
          <a:xfrm>
            <a:off x="0" y="6092825"/>
            <a:ext cx="12192000" cy="40163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8" name="chteck 7" hidden="1"/>
          <p:cNvSpPr>
            <a:spLocks/>
          </p:cNvSpPr>
          <p:nvPr>
            <p:custDataLst>
              <p:tags r:id="rId2"/>
            </p:custDataLst>
          </p:nvPr>
        </p:nvSpPr>
        <p:spPr bwMode="auto">
          <a:xfrm>
            <a:off x="500533" y="1374021"/>
            <a:ext cx="11281835" cy="410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0" name="Rectangle 5"/>
          <p:cNvSpPr>
            <a:spLocks noGrp="1" noChangeArrowheads="1"/>
          </p:cNvSpPr>
          <p:nvPr>
            <p:ph type="sldNum" sz="quarter" idx="13"/>
          </p:nvPr>
        </p:nvSpPr>
        <p:spPr>
          <a:xfrm>
            <a:off x="10547027" y="6568970"/>
            <a:ext cx="508000" cy="138112"/>
          </a:xfrm>
          <a:prstGeom prst="rect">
            <a:avLst/>
          </a:prstGeom>
          <a:ln/>
        </p:spPr>
        <p:txBody>
          <a:bodyPr/>
          <a:lstStyle>
            <a:lvl1pPr>
              <a:defRPr>
                <a:solidFill>
                  <a:schemeClr val="tx1"/>
                </a:solidFill>
              </a:defRPr>
            </a:lvl1pPr>
          </a:lstStyle>
          <a:p>
            <a:pPr>
              <a:defRPr/>
            </a:pPr>
            <a:fld id="{F3CC140C-FC75-438E-89D5-07005EE7987E}" type="slidenum">
              <a:rPr lang="en-GB"/>
              <a:pPr>
                <a:defRPr/>
              </a:pPr>
              <a:t>‹Nr.›</a:t>
            </a:fld>
            <a:endParaRPr lang="en-GB"/>
          </a:p>
        </p:txBody>
      </p:sp>
      <p:sp>
        <p:nvSpPr>
          <p:cNvPr id="2" name="Fußzeilenplatzhalter 1"/>
          <p:cNvSpPr>
            <a:spLocks noGrp="1"/>
          </p:cNvSpPr>
          <p:nvPr>
            <p:ph type="ftr" sz="quarter" idx="14"/>
          </p:nvPr>
        </p:nvSpPr>
        <p:spPr/>
        <p:txBody>
          <a:bodyPr/>
          <a:lstStyle>
            <a:lvl1pPr>
              <a:defRPr>
                <a:solidFill>
                  <a:schemeClr val="tx1"/>
                </a:solidFill>
              </a:defRPr>
            </a:lvl1pPr>
          </a:lstStyle>
          <a:p>
            <a:pPr>
              <a:defRPr/>
            </a:pPr>
            <a:r>
              <a:rPr lang="en-GB"/>
              <a:t>Department | Name | Date</a:t>
            </a:r>
          </a:p>
        </p:txBody>
      </p:sp>
      <p:sp>
        <p:nvSpPr>
          <p:cNvPr id="14" name="Logoschutz" hidden="1"/>
          <p:cNvSpPr/>
          <p:nvPr>
            <p:custDataLst>
              <p:tags r:id="rId3"/>
            </p:custDataLst>
          </p:nvPr>
        </p:nvSpPr>
        <p:spPr bwMode="auto">
          <a:xfrm>
            <a:off x="10930490" y="5461979"/>
            <a:ext cx="1098550" cy="1054800"/>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13" name="Layoutschutz unten" hidden="1"/>
          <p:cNvSpPr/>
          <p:nvPr>
            <p:custDataLst>
              <p:tags r:id="rId4"/>
            </p:custDataLst>
          </p:nvPr>
        </p:nvSpPr>
        <p:spPr bwMode="auto">
          <a:xfrm>
            <a:off x="668868" y="5595369"/>
            <a:ext cx="10332060" cy="640117"/>
          </a:xfrm>
          <a:prstGeom prst="rect">
            <a:avLst/>
          </a:prstGeom>
          <a:solidFill>
            <a:schemeClr val="accent3"/>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5" name="Logoschutz Fußzeile" hidden="1"/>
          <p:cNvSpPr>
            <a:spLocks/>
          </p:cNvSpPr>
          <p:nvPr>
            <p:custDataLst>
              <p:tags r:id="rId5"/>
            </p:custDataLst>
          </p:nvPr>
        </p:nvSpPr>
        <p:spPr bwMode="auto">
          <a:xfrm>
            <a:off x="0" y="6527297"/>
            <a:ext cx="12192000" cy="230831"/>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2" name="Layoutschutz" hidden="1"/>
          <p:cNvSpPr>
            <a:spLocks/>
          </p:cNvSpPr>
          <p:nvPr>
            <p:custDataLst>
              <p:tags r:id="rId6"/>
            </p:custDataLst>
          </p:nvPr>
        </p:nvSpPr>
        <p:spPr bwMode="auto">
          <a:xfrm>
            <a:off x="0" y="0"/>
            <a:ext cx="12192000" cy="547528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pic>
        <p:nvPicPr>
          <p:cNvPr id="4" name="Grafik 3" descr="Ein Bild, das Text enthält.&#10;&#10;Automatisch generierte Beschreibung">
            <a:extLst>
              <a:ext uri="{FF2B5EF4-FFF2-40B4-BE49-F238E27FC236}">
                <a16:creationId xmlns:a16="http://schemas.microsoft.com/office/drawing/2014/main" id="{1F25C86F-FACD-46B2-8810-F52E9396F54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4219749587"/>
      </p:ext>
    </p:extLst>
  </p:cSld>
  <p:clrMapOvr>
    <a:overrideClrMapping bg1="dk1" tx1="lt1" bg2="dk2" tx2="lt2" accent1="accent1" accent2="accent2" accent3="accent3" accent4="accent4" accent5="accent5" accent6="accent6" hlink="hlink" folHlink="folHlink"/>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_schwarz">
    <p:bg>
      <p:bgRef idx="1001">
        <a:schemeClr val="bg2"/>
      </p:bgRef>
    </p:bg>
    <p:spTree>
      <p:nvGrpSpPr>
        <p:cNvPr id="1" name=""/>
        <p:cNvGrpSpPr/>
        <p:nvPr/>
      </p:nvGrpSpPr>
      <p:grpSpPr>
        <a:xfrm>
          <a:off x="0" y="0"/>
          <a:ext cx="0" cy="0"/>
          <a:chOff x="0" y="0"/>
          <a:chExt cx="0" cy="0"/>
        </a:xfrm>
      </p:grpSpPr>
      <p:sp>
        <p:nvSpPr>
          <p:cNvPr id="5" name="Logoschutz Powerline" hidden="1"/>
          <p:cNvSpPr/>
          <p:nvPr>
            <p:custDataLst>
              <p:tags r:id="rId1"/>
            </p:custDataLst>
          </p:nvPr>
        </p:nvSpPr>
        <p:spPr bwMode="auto">
          <a:xfrm>
            <a:off x="0" y="6092825"/>
            <a:ext cx="12192000" cy="40163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8" name="chteck 7" hidden="1"/>
          <p:cNvSpPr>
            <a:spLocks/>
          </p:cNvSpPr>
          <p:nvPr>
            <p:custDataLst>
              <p:tags r:id="rId2"/>
            </p:custDataLst>
          </p:nvPr>
        </p:nvSpPr>
        <p:spPr bwMode="auto">
          <a:xfrm>
            <a:off x="500533" y="1374021"/>
            <a:ext cx="11281835" cy="410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2000" tIns="72000" rIns="72000" bIns="72000"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defRPr/>
            </a:pPr>
            <a:endParaRPr lang="de-DE" altLang="de-DE" sz="1800" b="1">
              <a:cs typeface="Arial" pitchFamily="34" charset="0"/>
            </a:endParaRPr>
          </a:p>
        </p:txBody>
      </p:sp>
      <p:sp>
        <p:nvSpPr>
          <p:cNvPr id="10" name="Rectangle 5"/>
          <p:cNvSpPr>
            <a:spLocks noGrp="1" noChangeArrowheads="1"/>
          </p:cNvSpPr>
          <p:nvPr>
            <p:ph type="sldNum" sz="quarter" idx="13"/>
          </p:nvPr>
        </p:nvSpPr>
        <p:spPr>
          <a:xfrm>
            <a:off x="10547027" y="6568970"/>
            <a:ext cx="508000" cy="138112"/>
          </a:xfrm>
          <a:prstGeom prst="rect">
            <a:avLst/>
          </a:prstGeom>
          <a:ln/>
        </p:spPr>
        <p:txBody>
          <a:bodyPr/>
          <a:lstStyle>
            <a:lvl1pPr>
              <a:defRPr>
                <a:solidFill>
                  <a:schemeClr val="tx1"/>
                </a:solidFill>
              </a:defRPr>
            </a:lvl1pPr>
          </a:lstStyle>
          <a:p>
            <a:pPr>
              <a:defRPr/>
            </a:pPr>
            <a:fld id="{F3CC140C-FC75-438E-89D5-07005EE7987E}" type="slidenum">
              <a:rPr lang="en-GB"/>
              <a:pPr>
                <a:defRPr/>
              </a:pPr>
              <a:t>‹Nr.›</a:t>
            </a:fld>
            <a:endParaRPr lang="en-GB"/>
          </a:p>
        </p:txBody>
      </p:sp>
      <p:sp>
        <p:nvSpPr>
          <p:cNvPr id="2" name="Fußzeilenplatzhalter 1"/>
          <p:cNvSpPr>
            <a:spLocks noGrp="1"/>
          </p:cNvSpPr>
          <p:nvPr>
            <p:ph type="ftr" sz="quarter" idx="14"/>
          </p:nvPr>
        </p:nvSpPr>
        <p:spPr/>
        <p:txBody>
          <a:bodyPr/>
          <a:lstStyle>
            <a:lvl1pPr>
              <a:defRPr>
                <a:solidFill>
                  <a:schemeClr val="tx1"/>
                </a:solidFill>
              </a:defRPr>
            </a:lvl1pPr>
          </a:lstStyle>
          <a:p>
            <a:pPr>
              <a:defRPr/>
            </a:pPr>
            <a:r>
              <a:rPr lang="en-GB"/>
              <a:t>Department | Name | Date</a:t>
            </a:r>
          </a:p>
        </p:txBody>
      </p:sp>
      <p:sp>
        <p:nvSpPr>
          <p:cNvPr id="14" name="Logoschutz" hidden="1"/>
          <p:cNvSpPr/>
          <p:nvPr>
            <p:custDataLst>
              <p:tags r:id="rId3"/>
            </p:custDataLst>
          </p:nvPr>
        </p:nvSpPr>
        <p:spPr bwMode="auto">
          <a:xfrm>
            <a:off x="10930490" y="5461979"/>
            <a:ext cx="1098550" cy="1054800"/>
          </a:xfrm>
          <a:prstGeom prst="rect">
            <a:avLst/>
          </a:prstGeom>
          <a:solidFill>
            <a:srgbClr val="D9D9D9">
              <a:alpha val="50196"/>
            </a:srgb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
        <p:nvSpPr>
          <p:cNvPr id="13" name="Layoutschutz unten" hidden="1"/>
          <p:cNvSpPr/>
          <p:nvPr>
            <p:custDataLst>
              <p:tags r:id="rId4"/>
            </p:custDataLst>
          </p:nvPr>
        </p:nvSpPr>
        <p:spPr bwMode="auto">
          <a:xfrm>
            <a:off x="668868" y="5595369"/>
            <a:ext cx="10332060" cy="640117"/>
          </a:xfrm>
          <a:prstGeom prst="rect">
            <a:avLst/>
          </a:prstGeom>
          <a:solidFill>
            <a:schemeClr val="accent3"/>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5" name="Logoschutz Fußzeile" hidden="1"/>
          <p:cNvSpPr>
            <a:spLocks/>
          </p:cNvSpPr>
          <p:nvPr>
            <p:custDataLst>
              <p:tags r:id="rId5"/>
            </p:custDataLst>
          </p:nvPr>
        </p:nvSpPr>
        <p:spPr bwMode="auto">
          <a:xfrm>
            <a:off x="0" y="6527297"/>
            <a:ext cx="12192000" cy="230831"/>
          </a:xfrm>
          <a:prstGeom prst="rect">
            <a:avLst/>
          </a:prstGeom>
          <a:solidFill>
            <a:schemeClr val="bg1">
              <a:lumMod val="85000"/>
            </a:schemeClr>
          </a:solidFill>
          <a:ln w="9525" algn="ctr">
            <a:noFill/>
            <a:miter lim="800000"/>
            <a:headEnd/>
            <a:tailEnd/>
          </a:ln>
        </p:spPr>
        <p:txBody>
          <a:bodyPr lIns="72000" tIns="72000" rIns="72000" bIns="72000" rtlCol="0" anchor="ctr"/>
          <a:lstStyle/>
          <a:p>
            <a:pPr algn="ctr" eaLnBrk="1" hangingPunct="1"/>
            <a:endParaRPr lang="de-DE" sz="1800" b="1" kern="0">
              <a:latin typeface="Arial" charset="0"/>
              <a:ea typeface="ＭＳ Ｐゴシック" charset="-128"/>
            </a:endParaRPr>
          </a:p>
        </p:txBody>
      </p:sp>
      <p:sp>
        <p:nvSpPr>
          <p:cNvPr id="12" name="Layoutschutz" hidden="1"/>
          <p:cNvSpPr>
            <a:spLocks/>
          </p:cNvSpPr>
          <p:nvPr>
            <p:custDataLst>
              <p:tags r:id="rId6"/>
            </p:custDataLst>
          </p:nvPr>
        </p:nvSpPr>
        <p:spPr bwMode="auto">
          <a:xfrm>
            <a:off x="0" y="0"/>
            <a:ext cx="12192000" cy="5475288"/>
          </a:xfrm>
          <a:prstGeom prst="rect">
            <a:avLst/>
          </a:prstGeom>
          <a:solidFill>
            <a:schemeClr val="bg1">
              <a:lumMod val="85000"/>
            </a:schemeClr>
          </a:solidFill>
          <a:ln w="9525" algn="ctr">
            <a:noFill/>
            <a:miter lim="800000"/>
            <a:headEnd/>
            <a:tailEnd/>
          </a:ln>
        </p:spPr>
        <p:txBody>
          <a:bodyPr lIns="72000" tIns="72000" rIns="72000" bIns="72000" anchor="ctr"/>
          <a:lstStyle/>
          <a:p>
            <a:pPr algn="ctr">
              <a:defRPr/>
            </a:pPr>
            <a:endParaRPr lang="de-DE" sz="1800" b="1" kern="0">
              <a:latin typeface="Arial" charset="0"/>
              <a:ea typeface="ＭＳ Ｐゴシック" charset="-128"/>
            </a:endParaRPr>
          </a:p>
        </p:txBody>
      </p:sp>
    </p:spTree>
    <p:extLst>
      <p:ext uri="{BB962C8B-B14F-4D97-AF65-F5344CB8AC3E}">
        <p14:creationId xmlns:p14="http://schemas.microsoft.com/office/powerpoint/2010/main" val="1371068667"/>
      </p:ext>
    </p:extLst>
  </p:cSld>
  <p:clrMapOvr>
    <a:overrideClrMapping bg1="dk1" tx1="lt1" bg2="dk2" tx2="lt2" accent1="accent1" accent2="accent2" accent3="accent3" accent4="accent4" accent5="accent5" accent6="accent6" hlink="hlink" folHlink="folHlink"/>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el und Inhalt - Zahl">
    <p:spTree>
      <p:nvGrpSpPr>
        <p:cNvPr id="1" name=""/>
        <p:cNvGrpSpPr/>
        <p:nvPr/>
      </p:nvGrpSpPr>
      <p:grpSpPr>
        <a:xfrm>
          <a:off x="0" y="0"/>
          <a:ext cx="0" cy="0"/>
          <a:chOff x="0" y="0"/>
          <a:chExt cx="0" cy="0"/>
        </a:xfrm>
      </p:grpSpPr>
      <p:sp>
        <p:nvSpPr>
          <p:cNvPr id="13" name="Inhaltsplatzhalter 12"/>
          <p:cNvSpPr>
            <a:spLocks noGrp="1"/>
          </p:cNvSpPr>
          <p:nvPr>
            <p:ph sz="quarter" idx="13"/>
          </p:nvPr>
        </p:nvSpPr>
        <p:spPr>
          <a:xfrm>
            <a:off x="490847" y="1684868"/>
            <a:ext cx="11257808" cy="4624889"/>
          </a:xfrm>
          <a:prstGeom prst="rect">
            <a:avLst/>
          </a:prstGeom>
        </p:spPr>
        <p:txBody>
          <a:bodyPr/>
          <a:lstStyle>
            <a:lvl2pPr marL="355591" indent="-355591">
              <a:buFont typeface="+mj-lt"/>
              <a:buAutoNum type="arabicPeriod"/>
              <a:tabLst>
                <a:tab pos="353475" algn="l"/>
              </a:tabLst>
              <a:defRPr/>
            </a:lvl2pPr>
            <a:lvl3pPr marL="599002" indent="-361942">
              <a:buFont typeface="+mj-lt"/>
              <a:buAutoNum type="arabicPeriod"/>
              <a:defRPr/>
            </a:lvl3pPr>
            <a:lvl4pPr marL="833946" indent="-355591">
              <a:buFont typeface="+mj-lt"/>
              <a:buAutoNum type="arabicPeriod"/>
              <a:defRPr/>
            </a:lvl4pPr>
            <a:lvl5pPr marL="1077357" indent="-357708">
              <a:buFont typeface="+mj-lt"/>
              <a:buAutoNum type="arabicPeriod"/>
              <a:defRPr/>
            </a:lvl5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Datumsplatzhalter 9"/>
          <p:cNvSpPr>
            <a:spLocks noGrp="1"/>
          </p:cNvSpPr>
          <p:nvPr>
            <p:ph type="dt" sz="half" idx="2"/>
          </p:nvPr>
        </p:nvSpPr>
        <p:spPr>
          <a:xfrm>
            <a:off x="1120363" y="6381580"/>
            <a:ext cx="8448939" cy="217417"/>
          </a:xfrm>
          <a:prstGeom prst="rect">
            <a:avLst/>
          </a:prstGeom>
        </p:spPr>
        <p:txBody>
          <a:bodyPr vert="horz" lIns="0" tIns="0" rIns="0" bIns="0" rtlCol="0" anchor="ctr"/>
          <a:lstStyle>
            <a:lvl1pPr algn="l">
              <a:defRPr lang="de-DE" sz="933" kern="1200" smtClean="0">
                <a:solidFill>
                  <a:schemeClr val="accent2"/>
                </a:solidFill>
                <a:latin typeface="+mn-lt"/>
                <a:ea typeface="+mn-ea"/>
                <a:cs typeface="+mn-cs"/>
              </a:defRPr>
            </a:lvl1pPr>
          </a:lstStyle>
          <a:p>
            <a:fld id="{A2F13F7F-856E-49FB-95F8-AB54219508A6}" type="datetime1">
              <a:rPr lang="de-DE" smtClean="0"/>
              <a:pPr/>
              <a:t>2026-10-18</a:t>
            </a:fld>
            <a:endParaRPr lang="de-DE" dirty="0"/>
          </a:p>
        </p:txBody>
      </p:sp>
      <p:sp>
        <p:nvSpPr>
          <p:cNvPr id="9" name="Foliennummernplatzhalter 22"/>
          <p:cNvSpPr>
            <a:spLocks noGrp="1"/>
          </p:cNvSpPr>
          <p:nvPr>
            <p:ph type="sldNum" sz="quarter" idx="4"/>
          </p:nvPr>
        </p:nvSpPr>
        <p:spPr>
          <a:xfrm>
            <a:off x="496918" y="6381580"/>
            <a:ext cx="623445" cy="215979"/>
          </a:xfrm>
          <a:prstGeom prst="rect">
            <a:avLst/>
          </a:prstGeom>
        </p:spPr>
        <p:txBody>
          <a:bodyPr vert="horz" lIns="0" tIns="0" rIns="0" bIns="0" anchor="ctr"/>
          <a:lstStyle>
            <a:lvl1pPr algn="l" eaLnBrk="1" latinLnBrk="0" hangingPunct="1">
              <a:defRPr kumimoji="0" sz="933" b="1">
                <a:solidFill>
                  <a:schemeClr val="accent2"/>
                </a:solidFill>
              </a:defRPr>
            </a:lvl1pPr>
          </a:lstStyle>
          <a:p>
            <a:fld id="{173FEA60-B56A-DE49-B4F9-939AB62E9280}" type="slidenum">
              <a:rPr lang="de-DE" smtClean="0"/>
              <a:pPr/>
              <a:t>‹Nr.›</a:t>
            </a:fld>
            <a:endParaRPr lang="de-DE" dirty="0"/>
          </a:p>
        </p:txBody>
      </p:sp>
      <p:sp>
        <p:nvSpPr>
          <p:cNvPr id="10" name="Titel 1"/>
          <p:cNvSpPr>
            <a:spLocks noGrp="1"/>
          </p:cNvSpPr>
          <p:nvPr>
            <p:ph type="title"/>
          </p:nvPr>
        </p:nvSpPr>
        <p:spPr>
          <a:xfrm>
            <a:off x="495300" y="444501"/>
            <a:ext cx="8934451" cy="860360"/>
          </a:xfrm>
        </p:spPr>
        <p:txBody>
          <a:bodyPr/>
          <a:lstStyle/>
          <a:p>
            <a:r>
              <a:rPr lang="de-DE"/>
              <a:t>Titelmasterformat durch Klicken bearbeiten</a:t>
            </a:r>
          </a:p>
        </p:txBody>
      </p:sp>
      <p:sp>
        <p:nvSpPr>
          <p:cNvPr id="7" name="Fußzeilenplatzhalter 4"/>
          <p:cNvSpPr>
            <a:spLocks noGrp="1"/>
          </p:cNvSpPr>
          <p:nvPr>
            <p:ph type="ftr" sz="quarter" idx="3"/>
          </p:nvPr>
        </p:nvSpPr>
        <p:spPr>
          <a:xfrm>
            <a:off x="495909" y="6614732"/>
            <a:ext cx="9073393" cy="166777"/>
          </a:xfrm>
          <a:prstGeom prst="rect">
            <a:avLst/>
          </a:prstGeom>
        </p:spPr>
        <p:txBody>
          <a:bodyPr lIns="0" anchor="b" anchorCtr="0"/>
          <a:lstStyle>
            <a:lvl1pPr>
              <a:defRPr sz="933">
                <a:solidFill>
                  <a:schemeClr val="accent2"/>
                </a:solidFill>
              </a:defRPr>
            </a:lvl1pPr>
          </a:lstStyle>
          <a:p>
            <a:r>
              <a:rPr lang="en-US" sz="800" dirty="0"/>
              <a:t>Internal: All rights reserved. Distribution within DRÄXLMAIER Group, customer and partners.</a:t>
            </a:r>
            <a:endParaRPr lang="de-DE" dirty="0"/>
          </a:p>
        </p:txBody>
      </p:sp>
    </p:spTree>
    <p:extLst>
      <p:ext uri="{BB962C8B-B14F-4D97-AF65-F5344CB8AC3E}">
        <p14:creationId xmlns:p14="http://schemas.microsoft.com/office/powerpoint/2010/main" val="1818677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5300" y="444501"/>
            <a:ext cx="8934451" cy="860360"/>
          </a:xfrm>
        </p:spPr>
        <p:txBody>
          <a:bodyPr/>
          <a:lstStyle/>
          <a:p>
            <a:r>
              <a:rPr lang="de-DE"/>
              <a:t>Titelmasterformat durch Klicken bearbeiten</a:t>
            </a:r>
            <a:endParaRPr lang="de-DE" dirty="0"/>
          </a:p>
        </p:txBody>
      </p:sp>
      <p:sp>
        <p:nvSpPr>
          <p:cNvPr id="7" name="Textplatzhalter 6"/>
          <p:cNvSpPr>
            <a:spLocks noGrp="1"/>
          </p:cNvSpPr>
          <p:nvPr>
            <p:ph type="body" sz="quarter" idx="12"/>
          </p:nvPr>
        </p:nvSpPr>
        <p:spPr>
          <a:xfrm>
            <a:off x="490848" y="1684867"/>
            <a:ext cx="11257808" cy="4624453"/>
          </a:xfrm>
        </p:spPr>
        <p:txBody>
          <a:bodyPr/>
          <a:lstStyle>
            <a:lvl2pPr marL="243411" indent="-243411">
              <a:defRPr/>
            </a:lvl2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Datumsplatzhalter 9"/>
          <p:cNvSpPr>
            <a:spLocks noGrp="1"/>
          </p:cNvSpPr>
          <p:nvPr>
            <p:ph type="dt" sz="half" idx="2"/>
          </p:nvPr>
        </p:nvSpPr>
        <p:spPr>
          <a:xfrm>
            <a:off x="1120363" y="6381580"/>
            <a:ext cx="8448939" cy="217417"/>
          </a:xfrm>
          <a:prstGeom prst="rect">
            <a:avLst/>
          </a:prstGeom>
        </p:spPr>
        <p:txBody>
          <a:bodyPr vert="horz" lIns="0" tIns="0" rIns="0" bIns="0" rtlCol="0" anchor="ctr"/>
          <a:lstStyle>
            <a:lvl1pPr algn="l">
              <a:defRPr lang="de-DE" sz="933" kern="1200" smtClean="0">
                <a:solidFill>
                  <a:schemeClr val="accent2"/>
                </a:solidFill>
                <a:latin typeface="+mn-lt"/>
                <a:ea typeface="+mn-ea"/>
                <a:cs typeface="+mn-cs"/>
              </a:defRPr>
            </a:lvl1pPr>
          </a:lstStyle>
          <a:p>
            <a:fld id="{058B40CA-D5A0-43D7-9954-3C8CCE2C62CB}" type="datetime1">
              <a:rPr lang="de-DE" smtClean="0"/>
              <a:pPr/>
              <a:t>2026-10-18</a:t>
            </a:fld>
            <a:endParaRPr lang="de-DE" dirty="0"/>
          </a:p>
        </p:txBody>
      </p:sp>
      <p:sp>
        <p:nvSpPr>
          <p:cNvPr id="9" name="Foliennummernplatzhalter 22"/>
          <p:cNvSpPr>
            <a:spLocks noGrp="1"/>
          </p:cNvSpPr>
          <p:nvPr>
            <p:ph type="sldNum" sz="quarter" idx="4"/>
          </p:nvPr>
        </p:nvSpPr>
        <p:spPr>
          <a:xfrm>
            <a:off x="496918" y="6381580"/>
            <a:ext cx="623445" cy="215979"/>
          </a:xfrm>
          <a:prstGeom prst="rect">
            <a:avLst/>
          </a:prstGeom>
        </p:spPr>
        <p:txBody>
          <a:bodyPr vert="horz" lIns="0" tIns="0" rIns="0" bIns="0" anchor="ctr"/>
          <a:lstStyle>
            <a:lvl1pPr algn="l" eaLnBrk="1" latinLnBrk="0" hangingPunct="1">
              <a:defRPr kumimoji="0" sz="933" b="1">
                <a:solidFill>
                  <a:schemeClr val="accent2"/>
                </a:solidFill>
              </a:defRPr>
            </a:lvl1pPr>
          </a:lstStyle>
          <a:p>
            <a:fld id="{173FEA60-B56A-DE49-B4F9-939AB62E9280}" type="slidenum">
              <a:rPr lang="de-DE" smtClean="0"/>
              <a:pPr/>
              <a:t>‹Nr.›</a:t>
            </a:fld>
            <a:endParaRPr lang="de-DE" dirty="0"/>
          </a:p>
        </p:txBody>
      </p:sp>
      <p:sp>
        <p:nvSpPr>
          <p:cNvPr id="12" name="Fußzeilenplatzhalter 4"/>
          <p:cNvSpPr>
            <a:spLocks noGrp="1"/>
          </p:cNvSpPr>
          <p:nvPr>
            <p:ph type="ftr" sz="quarter" idx="3"/>
          </p:nvPr>
        </p:nvSpPr>
        <p:spPr>
          <a:xfrm>
            <a:off x="495909" y="6614732"/>
            <a:ext cx="9073393" cy="166777"/>
          </a:xfrm>
          <a:prstGeom prst="rect">
            <a:avLst/>
          </a:prstGeom>
        </p:spPr>
        <p:txBody>
          <a:bodyPr lIns="0" anchor="b" anchorCtr="0"/>
          <a:lstStyle>
            <a:lvl1pPr>
              <a:defRPr sz="933">
                <a:solidFill>
                  <a:schemeClr val="accent2"/>
                </a:solidFill>
              </a:defRPr>
            </a:lvl1pPr>
          </a:lstStyle>
          <a:p>
            <a:r>
              <a:rPr lang="en-US" sz="800" dirty="0"/>
              <a:t>Internal: All rights reserved. Distribution within DRÄXLMAIER Group, customer and partners.</a:t>
            </a:r>
            <a:endParaRPr lang="de-DE" dirty="0"/>
          </a:p>
        </p:txBody>
      </p:sp>
    </p:spTree>
    <p:extLst>
      <p:ext uri="{BB962C8B-B14F-4D97-AF65-F5344CB8AC3E}">
        <p14:creationId xmlns:p14="http://schemas.microsoft.com/office/powerpoint/2010/main" val="2398857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empower - DO NOT DELETE!!!" hidden="1"/>
          <p:cNvSpPr/>
          <p:nvPr>
            <p:custDataLst>
              <p:tags r:id="rId12"/>
            </p:custDataLst>
          </p:nvPr>
        </p:nvSpPr>
        <p:spPr bwMode="auto">
          <a:xfrm>
            <a:off x="0" y="0"/>
            <a:ext cx="0" cy="0"/>
          </a:xfrm>
          <a:prstGeom prst="ellipse">
            <a:avLst/>
          </a:prstGeom>
          <a:solidFill>
            <a:schemeClr val="bg1">
              <a:lumMod val="85000"/>
            </a:schemeClr>
          </a:solidFill>
          <a:ln w="9525" algn="ctr">
            <a:noFill/>
            <a:miter lim="800000"/>
            <a:headEnd/>
            <a:tailEnd/>
          </a:ln>
        </p:spPr>
        <p:txBody>
          <a:bodyPr lIns="72000" tIns="72000" rIns="72000" bIns="72000" anchor="ctr"/>
          <a:lstStyle/>
          <a:p>
            <a:pPr lvl="0" algn="ctr">
              <a:defRPr/>
            </a:pPr>
            <a:endParaRPr lang="en-GB" sz="1800" b="1" kern="0">
              <a:latin typeface="Arial" charset="0"/>
              <a:ea typeface="ＭＳ Ｐゴシック" charset="-128"/>
            </a:endParaRPr>
          </a:p>
        </p:txBody>
      </p:sp>
      <p:sp>
        <p:nvSpPr>
          <p:cNvPr id="10" name="Fußzeilenplatzhalter 2"/>
          <p:cNvSpPr>
            <a:spLocks noGrp="1"/>
          </p:cNvSpPr>
          <p:nvPr>
            <p:ph type="ftr" sz="quarter" idx="3"/>
          </p:nvPr>
        </p:nvSpPr>
        <p:spPr>
          <a:xfrm>
            <a:off x="0" y="6527297"/>
            <a:ext cx="12192000" cy="230832"/>
          </a:xfrm>
          <a:prstGeom prst="rect">
            <a:avLst/>
          </a:prstGeom>
        </p:spPr>
        <p:txBody>
          <a:bodyPr anchor="ctr">
            <a:noAutofit/>
          </a:bodyPr>
          <a:lstStyle>
            <a:lvl1pPr algn="ctr">
              <a:defRPr sz="800">
                <a:solidFill>
                  <a:schemeClr val="tx1"/>
                </a:solidFill>
              </a:defRPr>
            </a:lvl1pPr>
          </a:lstStyle>
          <a:p>
            <a:pPr>
              <a:spcBef>
                <a:spcPts val="600"/>
              </a:spcBef>
              <a:buSzPct val="100000"/>
            </a:pPr>
            <a:r>
              <a:rPr lang="de-DE">
                <a:solidFill>
                  <a:srgbClr val="313131"/>
                </a:solidFill>
                <a:latin typeface="Arial"/>
              </a:rPr>
              <a:t>Moritz </a:t>
            </a:r>
            <a:r>
              <a:rPr lang="de-DE" err="1">
                <a:solidFill>
                  <a:srgbClr val="313131"/>
                </a:solidFill>
                <a:latin typeface="Arial"/>
              </a:rPr>
              <a:t>Göthel</a:t>
            </a:r>
            <a:r>
              <a:rPr lang="de-DE" b="1">
                <a:solidFill>
                  <a:srgbClr val="313131"/>
                </a:solidFill>
                <a:latin typeface="Arial"/>
              </a:rPr>
              <a:t> | </a:t>
            </a:r>
            <a:r>
              <a:rPr lang="de-DE">
                <a:solidFill>
                  <a:srgbClr val="313131"/>
                </a:solidFill>
                <a:latin typeface="Arial"/>
              </a:rPr>
              <a:t>Deloitte</a:t>
            </a:r>
            <a:r>
              <a:rPr lang="de-DE" b="1">
                <a:solidFill>
                  <a:srgbClr val="313131"/>
                </a:solidFill>
                <a:latin typeface="Arial"/>
              </a:rPr>
              <a:t> | </a:t>
            </a:r>
            <a:r>
              <a:rPr lang="de-DE">
                <a:solidFill>
                  <a:srgbClr val="313131"/>
                </a:solidFill>
              </a:rPr>
              <a:t>Finance</a:t>
            </a:r>
            <a:endParaRPr lang="de-DE">
              <a:solidFill>
                <a:srgbClr val="313131"/>
              </a:solidFill>
              <a:latin typeface="Arial"/>
            </a:endParaRPr>
          </a:p>
        </p:txBody>
      </p:sp>
      <p:sp>
        <p:nvSpPr>
          <p:cNvPr id="12" name="Rectangle 5"/>
          <p:cNvSpPr>
            <a:spLocks noGrp="1" noChangeArrowheads="1"/>
          </p:cNvSpPr>
          <p:nvPr>
            <p:ph type="sldNum" sz="quarter" idx="4"/>
          </p:nvPr>
        </p:nvSpPr>
        <p:spPr>
          <a:xfrm>
            <a:off x="10547027" y="6568970"/>
            <a:ext cx="508000" cy="138112"/>
          </a:xfrm>
          <a:prstGeom prst="rect">
            <a:avLst/>
          </a:prstGeom>
          <a:ln/>
        </p:spPr>
        <p:txBody>
          <a:bodyPr anchor="ctr"/>
          <a:lstStyle>
            <a:lvl1pPr>
              <a:defRPr sz="900">
                <a:solidFill>
                  <a:schemeClr val="tx1"/>
                </a:solidFill>
              </a:defRPr>
            </a:lvl1pPr>
          </a:lstStyle>
          <a:p>
            <a:pPr>
              <a:defRPr/>
            </a:pPr>
            <a:fld id="{F3CC140C-FC75-438E-89D5-07005EE7987E}" type="slidenum">
              <a:rPr lang="en-GB"/>
              <a:pPr>
                <a:defRPr/>
              </a:pPr>
              <a:t>‹Nr.›</a:t>
            </a:fld>
            <a:endParaRPr lang="en-GB"/>
          </a:p>
        </p:txBody>
      </p:sp>
      <p:sp>
        <p:nvSpPr>
          <p:cNvPr id="3" name="Titelplatzhalter 2"/>
          <p:cNvSpPr>
            <a:spLocks noGrp="1"/>
          </p:cNvSpPr>
          <p:nvPr>
            <p:ph type="title"/>
          </p:nvPr>
        </p:nvSpPr>
        <p:spPr>
          <a:xfrm>
            <a:off x="518400" y="284400"/>
            <a:ext cx="11340000" cy="482400"/>
          </a:xfrm>
          <a:prstGeom prst="rect">
            <a:avLst/>
          </a:prstGeom>
        </p:spPr>
        <p:txBody>
          <a:bodyPr vert="horz" lIns="72000" tIns="72000" rIns="72000" bIns="72000" rtlCol="0" anchor="ctr">
            <a:normAutofit/>
          </a:bodyPr>
          <a:lstStyle/>
          <a:p>
            <a:r>
              <a:rPr lang="en-GB"/>
              <a:t>Click to add a title</a:t>
            </a:r>
          </a:p>
        </p:txBody>
      </p:sp>
      <p:sp>
        <p:nvSpPr>
          <p:cNvPr id="5" name="Textplatzhalter 4"/>
          <p:cNvSpPr>
            <a:spLocks noGrp="1"/>
          </p:cNvSpPr>
          <p:nvPr>
            <p:ph type="body" idx="1"/>
          </p:nvPr>
        </p:nvSpPr>
        <p:spPr>
          <a:xfrm>
            <a:off x="518400" y="1412776"/>
            <a:ext cx="11340000" cy="4032349"/>
          </a:xfrm>
          <a:prstGeom prst="rect">
            <a:avLst/>
          </a:prstGeom>
        </p:spPr>
        <p:txBody>
          <a:bodyPr vert="horz" lIns="72000" tIns="72000" rIns="72000" bIns="72000" rtlCol="0">
            <a:noAutofit/>
          </a:bodyPr>
          <a:lstStyle/>
          <a:p>
            <a:pPr lvl="0"/>
            <a:r>
              <a:rPr lang="en-GB" altLang="de-DE" noProof="0"/>
              <a:t>Click to add a text</a:t>
            </a:r>
          </a:p>
          <a:p>
            <a:pPr lvl="1"/>
            <a:r>
              <a:rPr lang="en-GB" altLang="de-DE" noProof="0"/>
              <a:t>Second layer</a:t>
            </a:r>
          </a:p>
          <a:p>
            <a:pPr lvl="2"/>
            <a:r>
              <a:rPr lang="en-GB" altLang="de-DE" noProof="0"/>
              <a:t>Third layer</a:t>
            </a:r>
          </a:p>
          <a:p>
            <a:pPr lvl="3"/>
            <a:r>
              <a:rPr lang="en-GB" altLang="de-DE" noProof="0"/>
              <a:t>Fourth layer</a:t>
            </a:r>
          </a:p>
          <a:p>
            <a:pPr lvl="4"/>
            <a:r>
              <a:rPr lang="en-GB" altLang="de-DE" noProof="0"/>
              <a:t>Fifth layer</a:t>
            </a:r>
          </a:p>
          <a:p>
            <a:pPr lvl="5"/>
            <a:endParaRPr lang="en-GB" altLang="de-DE" noProof="0"/>
          </a:p>
        </p:txBody>
      </p:sp>
    </p:spTree>
    <p:extLst>
      <p:ext uri="{BB962C8B-B14F-4D97-AF65-F5344CB8AC3E}">
        <p14:creationId xmlns:p14="http://schemas.microsoft.com/office/powerpoint/2010/main" val="259840729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Lst>
  <p:hf hdr="0" dt="0"/>
  <p:txStyles>
    <p:titleStyle>
      <a:lvl1pPr algn="l" rtl="0" eaLnBrk="1" fontAlgn="base" hangingPunct="1">
        <a:spcBef>
          <a:spcPct val="0"/>
        </a:spcBef>
        <a:spcAft>
          <a:spcPct val="0"/>
        </a:spcAft>
        <a:defRPr sz="2400" b="1" kern="1200">
          <a:solidFill>
            <a:schemeClr val="tx1"/>
          </a:solidFill>
          <a:latin typeface="Arial" pitchFamily="34" charset="0"/>
          <a:ea typeface="+mj-ea"/>
          <a:cs typeface="+mj-cs"/>
        </a:defRPr>
      </a:lvl1pPr>
      <a:lvl2pPr algn="l" rtl="0" eaLnBrk="1" fontAlgn="base" hangingPunct="1">
        <a:spcBef>
          <a:spcPct val="0"/>
        </a:spcBef>
        <a:spcAft>
          <a:spcPct val="0"/>
        </a:spcAft>
        <a:defRPr sz="2400" b="1">
          <a:solidFill>
            <a:schemeClr val="tx1"/>
          </a:solidFill>
          <a:latin typeface="Arial" pitchFamily="34" charset="0"/>
        </a:defRPr>
      </a:lvl2pPr>
      <a:lvl3pPr algn="l" rtl="0" eaLnBrk="1" fontAlgn="base" hangingPunct="1">
        <a:spcBef>
          <a:spcPct val="0"/>
        </a:spcBef>
        <a:spcAft>
          <a:spcPct val="0"/>
        </a:spcAft>
        <a:defRPr sz="2400" b="1">
          <a:solidFill>
            <a:schemeClr val="tx1"/>
          </a:solidFill>
          <a:latin typeface="Arial" pitchFamily="34" charset="0"/>
        </a:defRPr>
      </a:lvl3pPr>
      <a:lvl4pPr algn="l" rtl="0" eaLnBrk="1" fontAlgn="base" hangingPunct="1">
        <a:spcBef>
          <a:spcPct val="0"/>
        </a:spcBef>
        <a:spcAft>
          <a:spcPct val="0"/>
        </a:spcAft>
        <a:defRPr sz="2400" b="1">
          <a:solidFill>
            <a:schemeClr val="tx1"/>
          </a:solidFill>
          <a:latin typeface="Arial" pitchFamily="34" charset="0"/>
        </a:defRPr>
      </a:lvl4pPr>
      <a:lvl5pPr algn="l" rtl="0" eaLnBrk="1" fontAlgn="base" hangingPunct="1">
        <a:spcBef>
          <a:spcPct val="0"/>
        </a:spcBef>
        <a:spcAft>
          <a:spcPct val="0"/>
        </a:spcAft>
        <a:defRPr sz="2400" b="1">
          <a:solidFill>
            <a:schemeClr val="tx1"/>
          </a:solidFill>
          <a:latin typeface="Arial" pitchFamily="34" charset="0"/>
        </a:defRPr>
      </a:lvl5pPr>
      <a:lvl6pPr marL="457200" algn="ctr" rtl="0" eaLnBrk="1" fontAlgn="base" hangingPunct="1">
        <a:spcBef>
          <a:spcPct val="0"/>
        </a:spcBef>
        <a:spcAft>
          <a:spcPct val="0"/>
        </a:spcAft>
        <a:defRPr sz="2400" b="1">
          <a:solidFill>
            <a:schemeClr val="tx1"/>
          </a:solidFill>
          <a:latin typeface="Arial" pitchFamily="34" charset="0"/>
        </a:defRPr>
      </a:lvl6pPr>
      <a:lvl7pPr marL="914400" algn="ctr" rtl="0" eaLnBrk="1" fontAlgn="base" hangingPunct="1">
        <a:spcBef>
          <a:spcPct val="0"/>
        </a:spcBef>
        <a:spcAft>
          <a:spcPct val="0"/>
        </a:spcAft>
        <a:defRPr sz="2400" b="1">
          <a:solidFill>
            <a:schemeClr val="tx1"/>
          </a:solidFill>
          <a:latin typeface="Arial" pitchFamily="34" charset="0"/>
        </a:defRPr>
      </a:lvl7pPr>
      <a:lvl8pPr marL="1371600" algn="ctr" rtl="0" eaLnBrk="1" fontAlgn="base" hangingPunct="1">
        <a:spcBef>
          <a:spcPct val="0"/>
        </a:spcBef>
        <a:spcAft>
          <a:spcPct val="0"/>
        </a:spcAft>
        <a:defRPr sz="2400" b="1">
          <a:solidFill>
            <a:schemeClr val="tx1"/>
          </a:solidFill>
          <a:latin typeface="Arial" pitchFamily="34" charset="0"/>
        </a:defRPr>
      </a:lvl8pPr>
      <a:lvl9pPr marL="1828800" algn="ctr" rtl="0" eaLnBrk="1" fontAlgn="base" hangingPunct="1">
        <a:spcBef>
          <a:spcPct val="0"/>
        </a:spcBef>
        <a:spcAft>
          <a:spcPct val="0"/>
        </a:spcAft>
        <a:defRPr sz="2400" b="1">
          <a:solidFill>
            <a:schemeClr val="tx1"/>
          </a:solidFill>
          <a:latin typeface="Arial" pitchFamily="34" charset="0"/>
        </a:defRPr>
      </a:lvl9pPr>
    </p:titleStyle>
    <p:bodyStyle>
      <a:lvl1pPr marL="0" indent="0" algn="l" rtl="0" eaLnBrk="1" fontAlgn="base" hangingPunct="1">
        <a:spcBef>
          <a:spcPts val="0"/>
        </a:spcBef>
        <a:spcAft>
          <a:spcPct val="0"/>
        </a:spcAft>
        <a:buFont typeface="Wingdings" panose="05000000000000000000" pitchFamily="2" charset="2"/>
        <a:buNone/>
        <a:defRPr kern="1200">
          <a:solidFill>
            <a:schemeClr val="tx1"/>
          </a:solidFill>
          <a:latin typeface="Arial" pitchFamily="34" charset="0"/>
          <a:ea typeface="+mn-ea"/>
          <a:cs typeface="Arial" panose="020B0604020202020204" pitchFamily="34" charset="0"/>
        </a:defRPr>
      </a:lvl1pPr>
      <a:lvl2pPr marL="180975" indent="-180975" algn="l" rtl="0" eaLnBrk="1" fontAlgn="base" hangingPunct="1">
        <a:spcBef>
          <a:spcPts val="0"/>
        </a:spcBef>
        <a:spcAft>
          <a:spcPct val="0"/>
        </a:spcAft>
        <a:buFont typeface="Wingdings" pitchFamily="2" charset="2"/>
        <a:buChar char="§"/>
        <a:defRPr kern="1200">
          <a:solidFill>
            <a:schemeClr val="tx1"/>
          </a:solidFill>
          <a:latin typeface="Arial" panose="020B0604020202020204" pitchFamily="34" charset="0"/>
          <a:ea typeface="+mn-ea"/>
          <a:cs typeface="Arial" panose="020B0604020202020204" pitchFamily="34" charset="0"/>
        </a:defRPr>
      </a:lvl2pPr>
      <a:lvl3pPr marL="361950" marR="0" indent="-180975" algn="l" defTabSz="914400" rtl="0" eaLnBrk="1" fontAlgn="base" latinLnBrk="0" hangingPunct="1">
        <a:lnSpc>
          <a:spcPct val="100000"/>
        </a:lnSpc>
        <a:spcBef>
          <a:spcPts val="0"/>
        </a:spcBef>
        <a:spcAft>
          <a:spcPct val="0"/>
        </a:spcAft>
        <a:buClrTx/>
        <a:buSzTx/>
        <a:buFont typeface="Symbol" panose="05050102010706020507" pitchFamily="18" charset="2"/>
        <a:buChar char="-"/>
        <a:tabLst/>
        <a:defRPr sz="1600" b="0" kern="1200" baseline="0">
          <a:solidFill>
            <a:schemeClr val="tx1"/>
          </a:solidFill>
          <a:latin typeface="Arial" panose="020B0604020202020204" pitchFamily="34" charset="0"/>
          <a:ea typeface="+mn-ea"/>
          <a:cs typeface="Arial" panose="020B0604020202020204" pitchFamily="34" charset="0"/>
        </a:defRPr>
      </a:lvl3pPr>
      <a:lvl4pPr marL="542925" indent="-180975" algn="l" rtl="0" eaLnBrk="1" fontAlgn="base" hangingPunct="1">
        <a:spcBef>
          <a:spcPts val="0"/>
        </a:spcBef>
        <a:spcAft>
          <a:spcPct val="0"/>
        </a:spcAft>
        <a:buFont typeface="Webdings" pitchFamily="18" charset="2"/>
        <a:buChar char="4"/>
        <a:defRPr sz="1600" kern="1200">
          <a:solidFill>
            <a:schemeClr val="tx1"/>
          </a:solidFill>
          <a:latin typeface="Arial" panose="020B0604020202020204" pitchFamily="34" charset="0"/>
          <a:ea typeface="+mn-ea"/>
          <a:cs typeface="Arial" panose="020B0604020202020204" pitchFamily="34" charset="0"/>
        </a:defRPr>
      </a:lvl4pPr>
      <a:lvl5pPr marL="714375" indent="-171450" algn="l" rtl="0" eaLnBrk="1" fontAlgn="base" hangingPunct="1">
        <a:spcBef>
          <a:spcPts val="0"/>
        </a:spcBef>
        <a:spcAft>
          <a:spcPct val="0"/>
        </a:spcAft>
        <a:buFont typeface="Symbol" pitchFamily="18" charset="2"/>
        <a:buChar char="-"/>
        <a:defRPr sz="1600" kern="1200">
          <a:solidFill>
            <a:schemeClr val="tx1"/>
          </a:solidFill>
          <a:latin typeface="Arial" panose="020B0604020202020204" pitchFamily="34" charset="0"/>
          <a:ea typeface="+mn-ea"/>
          <a:cs typeface="Arial" panose="020B0604020202020204" pitchFamily="34" charset="0"/>
        </a:defRPr>
      </a:lvl5pPr>
      <a:lvl6pPr marL="896938" indent="0" algn="l" defTabSz="914400" rtl="0" eaLnBrk="1" latinLnBrk="0" hangingPunct="1">
        <a:spcBef>
          <a:spcPct val="20000"/>
        </a:spcBef>
        <a:buFont typeface="Arial" panose="020B0604020202020204" pitchFamily="34" charset="0"/>
        <a:buNone/>
        <a:defRPr sz="1600" kern="1200" baseline="0">
          <a:solidFill>
            <a:schemeClr val="tx1"/>
          </a:solidFill>
          <a:latin typeface="+mn-lt"/>
          <a:ea typeface="+mn-ea"/>
          <a:cs typeface="+mn-cs"/>
        </a:defRPr>
      </a:lvl6pPr>
      <a:lvl7pPr marL="820800" indent="0" algn="l" defTabSz="914400" rtl="0" eaLnBrk="1" latinLnBrk="0" hangingPunct="1">
        <a:spcBef>
          <a:spcPct val="20000"/>
        </a:spcBef>
        <a:buFont typeface="Symbol" pitchFamily="18" charset="2"/>
        <a:buNone/>
        <a:defRPr sz="1600" kern="1200" baseline="0">
          <a:solidFill>
            <a:schemeClr val="tx1"/>
          </a:solidFill>
          <a:latin typeface="+mn-lt"/>
          <a:ea typeface="+mn-ea"/>
          <a:cs typeface="+mn-cs"/>
        </a:defRPr>
      </a:lvl7pPr>
      <a:lvl8pPr marL="1220400" indent="-230400" algn="l" defTabSz="914400" rtl="0" eaLnBrk="1" latinLnBrk="0" hangingPunct="1">
        <a:spcBef>
          <a:spcPct val="20000"/>
        </a:spcBef>
        <a:buFont typeface="Symbol" pitchFamily="18" charset="2"/>
        <a:buChar char="-"/>
        <a:defRPr sz="1600" kern="1200" baseline="0">
          <a:solidFill>
            <a:schemeClr val="tx1"/>
          </a:solidFill>
          <a:latin typeface="+mn-lt"/>
          <a:ea typeface="+mn-ea"/>
          <a:cs typeface="+mn-cs"/>
        </a:defRPr>
      </a:lvl8pPr>
      <a:lvl9pPr marL="1389600" indent="-230400" algn="l" defTabSz="914400" rtl="0" eaLnBrk="1" latinLnBrk="0" hangingPunct="1">
        <a:spcBef>
          <a:spcPct val="20000"/>
        </a:spcBef>
        <a:buFont typeface="Symbol" pitchFamily="18" charset="2"/>
        <a:buChar char="-"/>
        <a:defRPr sz="1600" kern="1200" baseline="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5">
          <p15:clr>
            <a:srgbClr val="F26B43"/>
          </p15:clr>
        </p15:guide>
        <p15:guide id="2" pos="7469">
          <p15:clr>
            <a:srgbClr val="F26B43"/>
          </p15:clr>
        </p15:guide>
        <p15:guide id="3" orient="horz" pos="3430">
          <p15:clr>
            <a:srgbClr val="F26B43"/>
          </p15:clr>
        </p15:guide>
        <p15:guide id="4" orient="horz" pos="890">
          <p15:clr>
            <a:srgbClr val="F26B43"/>
          </p15:clr>
        </p15:guide>
        <p15:guide id="5" orient="horz" pos="3838">
          <p15:clr>
            <a:srgbClr val="F26B43"/>
          </p15:clr>
        </p15:guide>
        <p15:guide id="6" orient="horz" pos="18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image" Target="../media/image3.emf"/><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oleObject" Target="../embeddings/oleObject1.bin"/><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notesSlide" Target="../notesSlides/notesSlide1.xml"/><Relationship Id="rId5" Type="http://schemas.openxmlformats.org/officeDocument/2006/relationships/tags" Target="../tags/tag60.xml"/><Relationship Id="rId10" Type="http://schemas.openxmlformats.org/officeDocument/2006/relationships/slideLayout" Target="../slideLayouts/slideLayout3.xml"/><Relationship Id="rId4" Type="http://schemas.openxmlformats.org/officeDocument/2006/relationships/tags" Target="../tags/tag59.xml"/><Relationship Id="rId9" Type="http://schemas.openxmlformats.org/officeDocument/2006/relationships/tags" Target="../tags/tag6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69.xml"/><Relationship Id="rId7" Type="http://schemas.openxmlformats.org/officeDocument/2006/relationships/image" Target="../media/image4.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slideLayout" Target="../slideLayouts/slideLayout3.xml"/><Relationship Id="rId5" Type="http://schemas.openxmlformats.org/officeDocument/2006/relationships/tags" Target="../tags/tag71.xml"/><Relationship Id="rId4" Type="http://schemas.openxmlformats.org/officeDocument/2006/relationships/tags" Target="../tags/tag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1E1C7F8E-4599-520E-9B83-474B6771212B}"/>
              </a:ext>
            </a:extLst>
          </p:cNvPr>
          <p:cNvSpPr>
            <a:spLocks noGrp="1"/>
          </p:cNvSpPr>
          <p:nvPr>
            <p:ph type="title"/>
          </p:nvPr>
        </p:nvSpPr>
        <p:spPr/>
        <p:txBody>
          <a:bodyPr/>
          <a:lstStyle/>
          <a:p>
            <a:r>
              <a:rPr lang="de-DE" dirty="0"/>
              <a:t>KDD</a:t>
            </a:r>
          </a:p>
        </p:txBody>
      </p:sp>
      <p:sp>
        <p:nvSpPr>
          <p:cNvPr id="7" name="Textplatzhalter 6">
            <a:extLst>
              <a:ext uri="{FF2B5EF4-FFF2-40B4-BE49-F238E27FC236}">
                <a16:creationId xmlns:a16="http://schemas.microsoft.com/office/drawing/2014/main" id="{BE0BF5BE-1580-3AE6-8A20-DBFD9D5F6D7F}"/>
              </a:ext>
            </a:extLst>
          </p:cNvPr>
          <p:cNvSpPr>
            <a:spLocks noGrp="1"/>
          </p:cNvSpPr>
          <p:nvPr>
            <p:ph type="body" sz="quarter" idx="11"/>
          </p:nvPr>
        </p:nvSpPr>
        <p:spPr/>
        <p:txBody>
          <a:bodyPr/>
          <a:lstStyle/>
          <a:p>
            <a:endParaRPr lang="de-DE"/>
          </a:p>
        </p:txBody>
      </p:sp>
      <p:sp>
        <p:nvSpPr>
          <p:cNvPr id="3" name="Fußzeilenplatzhalter 5">
            <a:extLst>
              <a:ext uri="{FF2B5EF4-FFF2-40B4-BE49-F238E27FC236}">
                <a16:creationId xmlns:a16="http://schemas.microsoft.com/office/drawing/2014/main" id="{EBAD7470-CF1B-8162-A00D-908336F37C04}"/>
              </a:ext>
            </a:extLst>
          </p:cNvPr>
          <p:cNvSpPr txBox="1">
            <a:spLocks/>
          </p:cNvSpPr>
          <p:nvPr/>
        </p:nvSpPr>
        <p:spPr>
          <a:xfrm>
            <a:off x="0" y="6527297"/>
            <a:ext cx="12192000" cy="230832"/>
          </a:xfrm>
          <a:prstGeom prst="rect">
            <a:avLst/>
          </a:prstGeom>
          <a:ln/>
        </p:spPr>
        <p:txBody>
          <a:bodyPr anchor="ctr"/>
          <a:lstStyle>
            <a:defPPr>
              <a:defRPr lang="de-DE"/>
            </a:defPPr>
            <a:lvl1pPr algn="l" rtl="0" fontAlgn="base">
              <a:spcBef>
                <a:spcPct val="0"/>
              </a:spcBef>
              <a:spcAft>
                <a:spcPct val="0"/>
              </a:spcAft>
              <a:defRPr sz="900"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MS PGothic" pitchFamily="34" charset="-128"/>
                <a:cs typeface="+mn-cs"/>
              </a:defRPr>
            </a:lvl5pPr>
            <a:lvl6pPr marL="2286000" algn="l" defTabSz="914400" rtl="0" eaLnBrk="1" latinLnBrk="0" hangingPunct="1">
              <a:defRPr sz="2400" kern="1200">
                <a:solidFill>
                  <a:schemeClr val="tx1"/>
                </a:solidFill>
                <a:latin typeface="Arial" pitchFamily="34" charset="0"/>
                <a:ea typeface="MS PGothic" pitchFamily="34" charset="-128"/>
                <a:cs typeface="+mn-cs"/>
              </a:defRPr>
            </a:lvl6pPr>
            <a:lvl7pPr marL="2743200" algn="l" defTabSz="914400" rtl="0" eaLnBrk="1" latinLnBrk="0" hangingPunct="1">
              <a:defRPr sz="2400" kern="1200">
                <a:solidFill>
                  <a:schemeClr val="tx1"/>
                </a:solidFill>
                <a:latin typeface="Arial" pitchFamily="34" charset="0"/>
                <a:ea typeface="MS PGothic" pitchFamily="34" charset="-128"/>
                <a:cs typeface="+mn-cs"/>
              </a:defRPr>
            </a:lvl7pPr>
            <a:lvl8pPr marL="3200400" algn="l" defTabSz="914400" rtl="0" eaLnBrk="1" latinLnBrk="0" hangingPunct="1">
              <a:defRPr sz="2400" kern="1200">
                <a:solidFill>
                  <a:schemeClr val="tx1"/>
                </a:solidFill>
                <a:latin typeface="Arial" pitchFamily="34" charset="0"/>
                <a:ea typeface="MS PGothic" pitchFamily="34" charset="-128"/>
                <a:cs typeface="+mn-cs"/>
              </a:defRPr>
            </a:lvl8pPr>
            <a:lvl9pPr marL="3657600" algn="l" defTabSz="914400" rtl="0" eaLnBrk="1" latinLnBrk="0" hangingPunct="1">
              <a:defRPr sz="2400" kern="1200">
                <a:solidFill>
                  <a:schemeClr val="tx1"/>
                </a:solidFill>
                <a:latin typeface="Arial" pitchFamily="34" charset="0"/>
                <a:ea typeface="MS PGothic" pitchFamily="34" charset="-128"/>
                <a:cs typeface="+mn-cs"/>
              </a:defRPr>
            </a:lvl9pPr>
          </a:lstStyle>
          <a:p>
            <a:pPr algn="ctr">
              <a:spcBef>
                <a:spcPts val="600"/>
              </a:spcBef>
              <a:buSzPct val="100000"/>
            </a:pPr>
            <a:r>
              <a:rPr lang="en-US" sz="800" noProof="0" dirty="0">
                <a:solidFill>
                  <a:srgbClr val="313131"/>
                </a:solidFill>
                <a:latin typeface="Arial"/>
              </a:rPr>
              <a:t>Armin Turken </a:t>
            </a:r>
            <a:r>
              <a:rPr lang="en-US" sz="800" b="1" noProof="0" dirty="0">
                <a:solidFill>
                  <a:srgbClr val="313131"/>
                </a:solidFill>
                <a:latin typeface="Arial"/>
              </a:rPr>
              <a:t>| </a:t>
            </a:r>
            <a:r>
              <a:rPr lang="en-US" sz="800" noProof="0" dirty="0">
                <a:solidFill>
                  <a:srgbClr val="313131"/>
                </a:solidFill>
                <a:latin typeface="Arial"/>
              </a:rPr>
              <a:t>Deloitte</a:t>
            </a:r>
            <a:r>
              <a:rPr lang="en-US" sz="800" b="1" noProof="0" dirty="0">
                <a:solidFill>
                  <a:srgbClr val="313131"/>
                </a:solidFill>
                <a:latin typeface="Arial"/>
              </a:rPr>
              <a:t> | </a:t>
            </a:r>
            <a:r>
              <a:rPr lang="en-US" sz="800" noProof="0" dirty="0">
                <a:solidFill>
                  <a:srgbClr val="313131"/>
                </a:solidFill>
              </a:rPr>
              <a:t>Controlling</a:t>
            </a:r>
            <a:endParaRPr lang="en-US" sz="800" noProof="0" dirty="0">
              <a:solidFill>
                <a:srgbClr val="313131"/>
              </a:solidFill>
              <a:latin typeface="Arial"/>
            </a:endParaRPr>
          </a:p>
        </p:txBody>
      </p:sp>
    </p:spTree>
    <p:extLst>
      <p:ext uri="{BB962C8B-B14F-4D97-AF65-F5344CB8AC3E}">
        <p14:creationId xmlns:p14="http://schemas.microsoft.com/office/powerpoint/2010/main" val="1372550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dirty="0" err="1"/>
              <a:t>Document</a:t>
            </a:r>
            <a:r>
              <a:rPr lang="de-DE" dirty="0"/>
              <a:t> </a:t>
            </a:r>
            <a:r>
              <a:rPr lang="de-DE" dirty="0" err="1"/>
              <a:t>History</a:t>
            </a:r>
            <a:endParaRPr lang="de-DE" dirty="0"/>
          </a:p>
        </p:txBody>
      </p:sp>
      <p:sp>
        <p:nvSpPr>
          <p:cNvPr id="2" name="Textplatzhalter 1">
            <a:extLst>
              <a:ext uri="{FF2B5EF4-FFF2-40B4-BE49-F238E27FC236}">
                <a16:creationId xmlns:a16="http://schemas.microsoft.com/office/drawing/2014/main" id="{6BB1186B-EF01-75F8-69BE-9726C14B20FD}"/>
              </a:ext>
            </a:extLst>
          </p:cNvPr>
          <p:cNvSpPr>
            <a:spLocks noGrp="1"/>
          </p:cNvSpPr>
          <p:nvPr>
            <p:ph type="body" sz="quarter" idx="17"/>
          </p:nvPr>
        </p:nvSpPr>
        <p:spPr/>
        <p:txBody>
          <a:bodyPr/>
          <a:lstStyle/>
          <a:p>
            <a:endParaRPr lang="de-DE"/>
          </a:p>
        </p:txBody>
      </p:sp>
      <p:graphicFrame>
        <p:nvGraphicFramePr>
          <p:cNvPr id="7" name="Inhaltsplatzhalter 6"/>
          <p:cNvGraphicFramePr>
            <a:graphicFrameLocks noGrp="1"/>
          </p:cNvGraphicFramePr>
          <p:nvPr>
            <p:ph sz="quarter" idx="4294967295"/>
            <p:extLst>
              <p:ext uri="{D42A27DB-BD31-4B8C-83A1-F6EECF244321}">
                <p14:modId xmlns:p14="http://schemas.microsoft.com/office/powerpoint/2010/main" val="3429182597"/>
              </p:ext>
            </p:extLst>
          </p:nvPr>
        </p:nvGraphicFramePr>
        <p:xfrm>
          <a:off x="518400" y="1744496"/>
          <a:ext cx="10981530" cy="2526618"/>
        </p:xfrm>
        <a:graphic>
          <a:graphicData uri="http://schemas.openxmlformats.org/drawingml/2006/table">
            <a:tbl>
              <a:tblPr firstRow="1" bandRow="1">
                <a:tableStyleId>{5C22544A-7EE6-4342-B048-85BDC9FD1C3A}</a:tableStyleId>
              </a:tblPr>
              <a:tblGrid>
                <a:gridCol w="2355204">
                  <a:extLst>
                    <a:ext uri="{9D8B030D-6E8A-4147-A177-3AD203B41FA5}">
                      <a16:colId xmlns:a16="http://schemas.microsoft.com/office/drawing/2014/main" val="20000"/>
                    </a:ext>
                  </a:extLst>
                </a:gridCol>
                <a:gridCol w="2816760">
                  <a:extLst>
                    <a:ext uri="{9D8B030D-6E8A-4147-A177-3AD203B41FA5}">
                      <a16:colId xmlns:a16="http://schemas.microsoft.com/office/drawing/2014/main" val="20001"/>
                    </a:ext>
                  </a:extLst>
                </a:gridCol>
                <a:gridCol w="1297065">
                  <a:extLst>
                    <a:ext uri="{9D8B030D-6E8A-4147-A177-3AD203B41FA5}">
                      <a16:colId xmlns:a16="http://schemas.microsoft.com/office/drawing/2014/main" val="20002"/>
                    </a:ext>
                  </a:extLst>
                </a:gridCol>
                <a:gridCol w="4512501">
                  <a:extLst>
                    <a:ext uri="{9D8B030D-6E8A-4147-A177-3AD203B41FA5}">
                      <a16:colId xmlns:a16="http://schemas.microsoft.com/office/drawing/2014/main" val="20003"/>
                    </a:ext>
                  </a:extLst>
                </a:gridCol>
              </a:tblGrid>
              <a:tr h="303973">
                <a:tc>
                  <a:txBody>
                    <a:bodyPr/>
                    <a:lstStyle/>
                    <a:p>
                      <a:pPr algn="l" fontAlgn="b"/>
                      <a:r>
                        <a:rPr lang="de-DE" sz="1600" b="1" i="0" u="none" strike="noStrike" dirty="0" err="1">
                          <a:latin typeface="+mn-lt"/>
                        </a:rPr>
                        <a:t>Author</a:t>
                      </a:r>
                      <a:r>
                        <a:rPr lang="de-DE" sz="1600" b="1" i="0" u="none" strike="noStrike" dirty="0">
                          <a:latin typeface="+mn-lt"/>
                        </a:rPr>
                        <a:t>, </a:t>
                      </a:r>
                      <a:r>
                        <a:rPr lang="de-DE" sz="1600" b="1" i="0" u="none" strike="noStrike" dirty="0" err="1">
                          <a:latin typeface="+mn-lt"/>
                        </a:rPr>
                        <a:t>Org</a:t>
                      </a:r>
                      <a:r>
                        <a:rPr lang="de-DE" sz="1600" b="1" i="0" u="none" strike="noStrike" dirty="0">
                          <a:latin typeface="+mn-lt"/>
                        </a:rPr>
                        <a:t>-U.</a:t>
                      </a:r>
                    </a:p>
                  </a:txBody>
                  <a:tcPr marL="48000" marR="0" marT="0" marB="48000" anchor="b"/>
                </a:tc>
                <a:tc>
                  <a:txBody>
                    <a:bodyPr/>
                    <a:lstStyle/>
                    <a:p>
                      <a:pPr algn="l" fontAlgn="b"/>
                      <a:r>
                        <a:rPr lang="de-DE" sz="1600" b="1" i="0" u="none" strike="noStrike" dirty="0">
                          <a:latin typeface="+mn-lt"/>
                        </a:rPr>
                        <a:t>Version/ Date</a:t>
                      </a:r>
                    </a:p>
                  </a:txBody>
                  <a:tcPr marL="48000" marR="0" marT="0" marB="48000" anchor="b"/>
                </a:tc>
                <a:tc>
                  <a:txBody>
                    <a:bodyPr/>
                    <a:lstStyle/>
                    <a:p>
                      <a:pPr>
                        <a:spcAft>
                          <a:spcPts val="0"/>
                        </a:spcAft>
                      </a:pPr>
                      <a:r>
                        <a:rPr lang="en-US" sz="1600" b="1" dirty="0">
                          <a:latin typeface="+mn-lt"/>
                          <a:ea typeface="Times New Roman"/>
                          <a:cs typeface="Times New Roman"/>
                        </a:rPr>
                        <a:t>Status</a:t>
                      </a:r>
                      <a:endParaRPr lang="de-DE" sz="1600" dirty="0">
                        <a:latin typeface="+mn-lt"/>
                        <a:ea typeface="Times New Roman"/>
                        <a:cs typeface="Times New Roman"/>
                      </a:endParaRPr>
                    </a:p>
                  </a:txBody>
                  <a:tcPr marL="59267" marR="59267" marT="0" marB="48000"/>
                </a:tc>
                <a:tc>
                  <a:txBody>
                    <a:bodyPr/>
                    <a:lstStyle/>
                    <a:p>
                      <a:pPr>
                        <a:spcAft>
                          <a:spcPts val="0"/>
                        </a:spcAft>
                      </a:pPr>
                      <a:r>
                        <a:rPr lang="en-US" sz="1600" b="1" dirty="0">
                          <a:latin typeface="+mn-lt"/>
                          <a:ea typeface="Times New Roman"/>
                          <a:cs typeface="Times New Roman"/>
                        </a:rPr>
                        <a:t>Notes on changes to the previous version</a:t>
                      </a:r>
                      <a:endParaRPr lang="de-DE" sz="1600" dirty="0">
                        <a:latin typeface="+mn-lt"/>
                        <a:ea typeface="Times New Roman"/>
                        <a:cs typeface="Times New Roman"/>
                      </a:endParaRPr>
                    </a:p>
                  </a:txBody>
                  <a:tcPr marL="59267" marR="59267" marT="0" marB="48000" anchor="ctr"/>
                </a:tc>
                <a:extLst>
                  <a:ext uri="{0D108BD9-81ED-4DB2-BD59-A6C34878D82A}">
                    <a16:rowId xmlns:a16="http://schemas.microsoft.com/office/drawing/2014/main" val="10000"/>
                  </a:ext>
                </a:extLst>
              </a:tr>
              <a:tr h="289573">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extLst>
                  <a:ext uri="{0D108BD9-81ED-4DB2-BD59-A6C34878D82A}">
                    <a16:rowId xmlns:a16="http://schemas.microsoft.com/office/drawing/2014/main" val="10001"/>
                  </a:ext>
                </a:extLst>
              </a:tr>
              <a:tr h="286491">
                <a:tc>
                  <a:txBody>
                    <a:bodyPr/>
                    <a:lstStyle/>
                    <a:p>
                      <a:pPr algn="l" fontAlgn="b"/>
                      <a:endParaRPr lang="de-DE" sz="1300" b="0" i="0" u="none" strike="noStrike" dirty="0">
                        <a:latin typeface="+mn-lt"/>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extLst>
                  <a:ext uri="{0D108BD9-81ED-4DB2-BD59-A6C34878D82A}">
                    <a16:rowId xmlns:a16="http://schemas.microsoft.com/office/drawing/2014/main" val="10002"/>
                  </a:ext>
                </a:extLst>
              </a:tr>
              <a:tr h="288032">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extLst>
                  <a:ext uri="{0D108BD9-81ED-4DB2-BD59-A6C34878D82A}">
                    <a16:rowId xmlns:a16="http://schemas.microsoft.com/office/drawing/2014/main" val="10003"/>
                  </a:ext>
                </a:extLst>
              </a:tr>
              <a:tr h="288032">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extLst>
                  <a:ext uri="{0D108BD9-81ED-4DB2-BD59-A6C34878D82A}">
                    <a16:rowId xmlns:a16="http://schemas.microsoft.com/office/drawing/2014/main" val="10004"/>
                  </a:ext>
                </a:extLst>
              </a:tr>
              <a:tr h="288032">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extLst>
                  <a:ext uri="{0D108BD9-81ED-4DB2-BD59-A6C34878D82A}">
                    <a16:rowId xmlns:a16="http://schemas.microsoft.com/office/drawing/2014/main" val="10005"/>
                  </a:ext>
                </a:extLst>
              </a:tr>
              <a:tr h="288032">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extLst>
                  <a:ext uri="{0D108BD9-81ED-4DB2-BD59-A6C34878D82A}">
                    <a16:rowId xmlns:a16="http://schemas.microsoft.com/office/drawing/2014/main" val="10006"/>
                  </a:ext>
                </a:extLst>
              </a:tr>
              <a:tr h="494453">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tc>
                  <a:txBody>
                    <a:bodyPr/>
                    <a:lstStyle/>
                    <a:p>
                      <a:pPr algn="l" fontAlgn="b"/>
                      <a:endParaRPr lang="de-DE" sz="1300" b="0" i="0" u="none" strike="noStrike" dirty="0">
                        <a:latin typeface="Arial"/>
                      </a:endParaRPr>
                    </a:p>
                  </a:txBody>
                  <a:tcPr marL="48000" marR="0" marT="0" marB="0" anchor="b"/>
                </a:tc>
                <a:extLst>
                  <a:ext uri="{0D108BD9-81ED-4DB2-BD59-A6C34878D82A}">
                    <a16:rowId xmlns:a16="http://schemas.microsoft.com/office/drawing/2014/main" val="10007"/>
                  </a:ext>
                </a:extLst>
              </a:tr>
            </a:tbl>
          </a:graphicData>
        </a:graphic>
      </p:graphicFrame>
      <p:sp>
        <p:nvSpPr>
          <p:cNvPr id="4" name="Fußzeilenplatzhalter 5">
            <a:extLst>
              <a:ext uri="{FF2B5EF4-FFF2-40B4-BE49-F238E27FC236}">
                <a16:creationId xmlns:a16="http://schemas.microsoft.com/office/drawing/2014/main" id="{65499A02-B83E-332B-786C-290049018D20}"/>
              </a:ext>
            </a:extLst>
          </p:cNvPr>
          <p:cNvSpPr txBox="1">
            <a:spLocks/>
          </p:cNvSpPr>
          <p:nvPr/>
        </p:nvSpPr>
        <p:spPr>
          <a:xfrm>
            <a:off x="0" y="6527297"/>
            <a:ext cx="12192000" cy="230832"/>
          </a:xfrm>
          <a:prstGeom prst="rect">
            <a:avLst/>
          </a:prstGeom>
          <a:ln/>
        </p:spPr>
        <p:txBody>
          <a:bodyPr anchor="ctr"/>
          <a:lstStyle>
            <a:defPPr>
              <a:defRPr lang="de-DE"/>
            </a:defPPr>
            <a:lvl1pPr algn="l" rtl="0" fontAlgn="base">
              <a:spcBef>
                <a:spcPct val="0"/>
              </a:spcBef>
              <a:spcAft>
                <a:spcPct val="0"/>
              </a:spcAft>
              <a:defRPr sz="900"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MS PGothic" pitchFamily="34" charset="-128"/>
                <a:cs typeface="+mn-cs"/>
              </a:defRPr>
            </a:lvl5pPr>
            <a:lvl6pPr marL="2286000" algn="l" defTabSz="914400" rtl="0" eaLnBrk="1" latinLnBrk="0" hangingPunct="1">
              <a:defRPr sz="2400" kern="1200">
                <a:solidFill>
                  <a:schemeClr val="tx1"/>
                </a:solidFill>
                <a:latin typeface="Arial" pitchFamily="34" charset="0"/>
                <a:ea typeface="MS PGothic" pitchFamily="34" charset="-128"/>
                <a:cs typeface="+mn-cs"/>
              </a:defRPr>
            </a:lvl6pPr>
            <a:lvl7pPr marL="2743200" algn="l" defTabSz="914400" rtl="0" eaLnBrk="1" latinLnBrk="0" hangingPunct="1">
              <a:defRPr sz="2400" kern="1200">
                <a:solidFill>
                  <a:schemeClr val="tx1"/>
                </a:solidFill>
                <a:latin typeface="Arial" pitchFamily="34" charset="0"/>
                <a:ea typeface="MS PGothic" pitchFamily="34" charset="-128"/>
                <a:cs typeface="+mn-cs"/>
              </a:defRPr>
            </a:lvl7pPr>
            <a:lvl8pPr marL="3200400" algn="l" defTabSz="914400" rtl="0" eaLnBrk="1" latinLnBrk="0" hangingPunct="1">
              <a:defRPr sz="2400" kern="1200">
                <a:solidFill>
                  <a:schemeClr val="tx1"/>
                </a:solidFill>
                <a:latin typeface="Arial" pitchFamily="34" charset="0"/>
                <a:ea typeface="MS PGothic" pitchFamily="34" charset="-128"/>
                <a:cs typeface="+mn-cs"/>
              </a:defRPr>
            </a:lvl8pPr>
            <a:lvl9pPr marL="3657600" algn="l" defTabSz="914400" rtl="0" eaLnBrk="1" latinLnBrk="0" hangingPunct="1">
              <a:defRPr sz="2400" kern="1200">
                <a:solidFill>
                  <a:schemeClr val="tx1"/>
                </a:solidFill>
                <a:latin typeface="Arial" pitchFamily="34" charset="0"/>
                <a:ea typeface="MS PGothic" pitchFamily="34" charset="-128"/>
                <a:cs typeface="+mn-cs"/>
              </a:defRPr>
            </a:lvl9pPr>
          </a:lstStyle>
          <a:p>
            <a:pPr algn="ctr">
              <a:spcBef>
                <a:spcPts val="600"/>
              </a:spcBef>
              <a:buSzPct val="100000"/>
            </a:pPr>
            <a:r>
              <a:rPr lang="en-US" sz="800" noProof="0" dirty="0">
                <a:solidFill>
                  <a:srgbClr val="313131"/>
                </a:solidFill>
                <a:latin typeface="Arial"/>
              </a:rPr>
              <a:t>Armin Turken </a:t>
            </a:r>
            <a:r>
              <a:rPr lang="en-US" sz="800" b="1" noProof="0" dirty="0">
                <a:solidFill>
                  <a:srgbClr val="313131"/>
                </a:solidFill>
                <a:latin typeface="Arial"/>
              </a:rPr>
              <a:t>| </a:t>
            </a:r>
            <a:r>
              <a:rPr lang="en-US" sz="800" noProof="0" dirty="0">
                <a:solidFill>
                  <a:srgbClr val="313131"/>
                </a:solidFill>
                <a:latin typeface="Arial"/>
              </a:rPr>
              <a:t>Deloitte</a:t>
            </a:r>
            <a:r>
              <a:rPr lang="en-US" sz="800" b="1" noProof="0" dirty="0">
                <a:solidFill>
                  <a:srgbClr val="313131"/>
                </a:solidFill>
                <a:latin typeface="Arial"/>
              </a:rPr>
              <a:t> | </a:t>
            </a:r>
            <a:r>
              <a:rPr lang="en-US" sz="800" noProof="0" dirty="0">
                <a:solidFill>
                  <a:srgbClr val="313131"/>
                </a:solidFill>
              </a:rPr>
              <a:t>Controlling</a:t>
            </a:r>
            <a:endParaRPr lang="en-US" sz="800" noProof="0" dirty="0">
              <a:solidFill>
                <a:srgbClr val="313131"/>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kt 16" hidden="1"/>
          <p:cNvGraphicFramePr>
            <a:graphicFrameLocks noChangeAspect="1"/>
          </p:cNvGraphicFramePr>
          <p:nvPr>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Folie" r:id="rId12" imgW="216" imgH="216" progId="">
                  <p:embed/>
                </p:oleObj>
              </mc:Choice>
              <mc:Fallback>
                <p:oleObj name="think-cell Folie" r:id="rId12" imgW="216" imgH="216" progId="">
                  <p:embed/>
                  <p:pic>
                    <p:nvPicPr>
                      <p:cNvPr id="17" name="Objekt 16"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18" y="2118"/>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itel 2"/>
          <p:cNvSpPr>
            <a:spLocks noGrp="1"/>
          </p:cNvSpPr>
          <p:nvPr>
            <p:ph type="title"/>
          </p:nvPr>
        </p:nvSpPr>
        <p:spPr bwMode="gray"/>
        <p:txBody>
          <a:bodyPr>
            <a:noAutofit/>
          </a:bodyPr>
          <a:lstStyle/>
          <a:p>
            <a:r>
              <a:rPr lang="en-US" dirty="0"/>
              <a:t>Management Summary</a:t>
            </a:r>
          </a:p>
        </p:txBody>
      </p:sp>
      <p:sp>
        <p:nvSpPr>
          <p:cNvPr id="2" name="Textplatzhalter 1">
            <a:extLst>
              <a:ext uri="{FF2B5EF4-FFF2-40B4-BE49-F238E27FC236}">
                <a16:creationId xmlns:a16="http://schemas.microsoft.com/office/drawing/2014/main" id="{28F60BF9-07E3-5313-8090-8DEEE7FC92B7}"/>
              </a:ext>
            </a:extLst>
          </p:cNvPr>
          <p:cNvSpPr>
            <a:spLocks noGrp="1"/>
          </p:cNvSpPr>
          <p:nvPr>
            <p:ph type="body" sz="quarter" idx="17"/>
          </p:nvPr>
        </p:nvSpPr>
        <p:spPr/>
        <p:txBody>
          <a:bodyPr/>
          <a:lstStyle/>
          <a:p>
            <a:endParaRPr lang="de-DE"/>
          </a:p>
        </p:txBody>
      </p:sp>
      <p:sp>
        <p:nvSpPr>
          <p:cNvPr id="50" name="Rectangle 9"/>
          <p:cNvSpPr txBox="1">
            <a:spLocks noChangeArrowheads="1"/>
          </p:cNvSpPr>
          <p:nvPr>
            <p:custDataLst>
              <p:tags r:id="rId2"/>
            </p:custDataLst>
          </p:nvPr>
        </p:nvSpPr>
        <p:spPr>
          <a:xfrm>
            <a:off x="2561325" y="1124745"/>
            <a:ext cx="9187676" cy="1358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chemeClr val="tx1"/>
                </a:solidFill>
                <a:miter lim="800000"/>
                <a:headEnd/>
                <a:tailEnd/>
              </a14:hiddenLine>
            </a:ext>
            <a:ext uri="{AF507438-7753-43E0-B8FC-AC1667EBCBE1}">
              <a14:hiddenEffects xmlns:a14="http://schemas.microsoft.com/office/drawing/2010/main">
                <a:effectLst>
                  <a:outerShdw algn="ctr" rotWithShape="0">
                    <a:schemeClr val="bg2"/>
                  </a:outerShdw>
                </a:effectLst>
              </a14:hiddenEffects>
            </a:ext>
          </a:extLst>
        </p:spPr>
        <p:txBody>
          <a:bodyPr lIns="0" tIns="84667" rIns="0" bIns="0"/>
          <a:lstStyle>
            <a:defPPr>
              <a:defRPr lang="en-US"/>
            </a:defPPr>
            <a:lvl1pPr marL="285750" indent="-285750" defTabSz="839788">
              <a:spcBef>
                <a:spcPct val="20000"/>
              </a:spcBef>
              <a:buClr>
                <a:srgbClr val="5D7298"/>
              </a:buClr>
              <a:buSzPct val="65000"/>
              <a:buFont typeface="Arial" pitchFamily="34" charset="0"/>
              <a:buChar char="•"/>
              <a:defRPr sz="1400"/>
            </a:lvl1pPr>
          </a:lstStyle>
          <a:p>
            <a:pPr marL="0" indent="0">
              <a:buNone/>
            </a:pPr>
            <a:r>
              <a:rPr lang="en-US" sz="1400" dirty="0">
                <a:solidFill>
                  <a:srgbClr val="000000"/>
                </a:solidFill>
              </a:rPr>
              <a:t>This is what we see in our operation today:</a:t>
            </a:r>
          </a:p>
          <a:p>
            <a:pPr>
              <a:buFont typeface="Wingdings" pitchFamily="2" charset="2"/>
              <a:buChar char="Ø"/>
            </a:pPr>
            <a:r>
              <a:rPr lang="en-US" sz="1400" dirty="0">
                <a:solidFill>
                  <a:srgbClr val="000000"/>
                </a:solidFill>
              </a:rPr>
              <a:t>Finished goods (material type FERT) produced in Plant GER are sold intercompany to Plant FIN</a:t>
            </a:r>
          </a:p>
          <a:p>
            <a:pPr>
              <a:buFont typeface="Wingdings" pitchFamily="2" charset="2"/>
              <a:buChar char="Ø"/>
            </a:pPr>
            <a:r>
              <a:rPr lang="en-US" sz="1400" dirty="0">
                <a:solidFill>
                  <a:srgbClr val="000000"/>
                </a:solidFill>
              </a:rPr>
              <a:t>The same material number and material type are used in both plants, although the material is a finished good for Plant GER but a purchased trading good for Plant FIN</a:t>
            </a:r>
          </a:p>
        </p:txBody>
      </p:sp>
      <p:sp>
        <p:nvSpPr>
          <p:cNvPr id="62" name="AutoShape 11"/>
          <p:cNvSpPr>
            <a:spLocks noChangeArrowheads="1"/>
          </p:cNvSpPr>
          <p:nvPr>
            <p:custDataLst>
              <p:tags r:id="rId3"/>
            </p:custDataLst>
          </p:nvPr>
        </p:nvSpPr>
        <p:spPr bwMode="auto">
          <a:xfrm>
            <a:off x="735642" y="1220755"/>
            <a:ext cx="1519932" cy="573132"/>
          </a:xfrm>
          <a:prstGeom prst="homePlate">
            <a:avLst>
              <a:gd name="adj" fmla="val 29078"/>
            </a:avLst>
          </a:prstGeom>
          <a:solidFill>
            <a:schemeClr val="accent1"/>
          </a:solidFill>
          <a:ln w="9525">
            <a:noFill/>
            <a:miter lim="800000"/>
            <a:headEnd/>
            <a:tailEnd/>
          </a:ln>
          <a:effectLst/>
        </p:spPr>
        <p:txBody>
          <a:bodyPr lIns="96000" tIns="48000" rIns="96000" bIns="48000" anchor="ctr"/>
          <a:lstStyle/>
          <a:p>
            <a:pPr algn="ctr"/>
            <a:r>
              <a:rPr lang="en-US" sz="1467" b="1">
                <a:solidFill>
                  <a:schemeClr val="bg1"/>
                </a:solidFill>
              </a:rPr>
              <a:t>Current</a:t>
            </a:r>
          </a:p>
          <a:p>
            <a:pPr algn="ctr"/>
            <a:r>
              <a:rPr lang="en-US" sz="1467" b="1">
                <a:solidFill>
                  <a:schemeClr val="bg1"/>
                </a:solidFill>
              </a:rPr>
              <a:t>Situation</a:t>
            </a:r>
          </a:p>
        </p:txBody>
      </p:sp>
      <p:sp>
        <p:nvSpPr>
          <p:cNvPr id="65" name="Rectangle 13"/>
          <p:cNvSpPr>
            <a:spLocks noChangeArrowheads="1"/>
          </p:cNvSpPr>
          <p:nvPr>
            <p:custDataLst>
              <p:tags r:id="rId4"/>
            </p:custDataLst>
          </p:nvPr>
        </p:nvSpPr>
        <p:spPr bwMode="auto">
          <a:xfrm>
            <a:off x="2564482" y="2660916"/>
            <a:ext cx="9187676" cy="1136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chemeClr val="tx1"/>
                </a:solidFill>
                <a:miter lim="800000"/>
                <a:headEnd/>
                <a:tailEnd/>
              </a14:hiddenLine>
            </a:ext>
            <a:ext uri="{AF507438-7753-43E0-B8FC-AC1667EBCBE1}">
              <a14:hiddenEffects xmlns:a14="http://schemas.microsoft.com/office/drawing/2010/main">
                <a:effectLst>
                  <a:outerShdw algn="ctr" rotWithShape="0">
                    <a:schemeClr val="bg2"/>
                  </a:outerShdw>
                </a:effectLst>
              </a14:hiddenEffects>
            </a:ext>
          </a:extLst>
        </p:spPr>
        <p:txBody>
          <a:bodyPr lIns="0" tIns="84667" rIns="0" bIns="0"/>
          <a:lstStyle/>
          <a:p>
            <a:pPr marL="380990" indent="-380990" defTabSz="1119689">
              <a:spcBef>
                <a:spcPct val="20000"/>
              </a:spcBef>
              <a:buClr>
                <a:srgbClr val="5D7298"/>
              </a:buClr>
              <a:buSzPct val="65000"/>
            </a:pPr>
            <a:r>
              <a:rPr lang="en-US" sz="1400" dirty="0">
                <a:solidFill>
                  <a:srgbClr val="000000"/>
                </a:solidFill>
              </a:rPr>
              <a:t>The following requirements and system constraints have to be considered:</a:t>
            </a:r>
          </a:p>
          <a:p>
            <a:pPr marL="380990" indent="-380990" defTabSz="1119689">
              <a:spcBef>
                <a:spcPct val="20000"/>
              </a:spcBef>
              <a:buClr>
                <a:srgbClr val="5D7298"/>
              </a:buClr>
              <a:buSzPct val="65000"/>
              <a:buFont typeface="Wingdings" pitchFamily="2" charset="2"/>
              <a:buChar char="Ø"/>
            </a:pPr>
            <a:r>
              <a:rPr lang="en-US" sz="1400" dirty="0">
                <a:solidFill>
                  <a:srgbClr val="000000"/>
                </a:solidFill>
              </a:rPr>
              <a:t>Different material valuation per plant: finished goods in Plant GER, trading goods in Plant FIN</a:t>
            </a:r>
          </a:p>
          <a:p>
            <a:pPr marL="380990" indent="-380990" defTabSz="1119689">
              <a:spcBef>
                <a:spcPct val="20000"/>
              </a:spcBef>
              <a:buClr>
                <a:srgbClr val="5D7298"/>
              </a:buClr>
              <a:buSzPct val="65000"/>
              <a:buFont typeface="Wingdings" pitchFamily="2" charset="2"/>
              <a:buChar char="Ø"/>
            </a:pPr>
            <a:r>
              <a:rPr lang="en-US" sz="1400" dirty="0">
                <a:solidFill>
                  <a:srgbClr val="000000"/>
                </a:solidFill>
              </a:rPr>
              <a:t>A material number has exactly one material type across all company codes</a:t>
            </a:r>
          </a:p>
          <a:p>
            <a:pPr marL="380990" indent="-380990" defTabSz="1119689">
              <a:spcBef>
                <a:spcPct val="20000"/>
              </a:spcBef>
              <a:buClr>
                <a:srgbClr val="5D7298"/>
              </a:buClr>
              <a:buSzPct val="65000"/>
              <a:buFont typeface="Wingdings" pitchFamily="2" charset="2"/>
              <a:buChar char="Ø"/>
            </a:pPr>
            <a:r>
              <a:rPr lang="en-US" sz="1400" dirty="0">
                <a:solidFill>
                  <a:srgbClr val="000000"/>
                </a:solidFill>
              </a:rPr>
              <a:t>A valuation class belongs to one account category reference, but is assigned per plant in the material master</a:t>
            </a:r>
          </a:p>
        </p:txBody>
      </p:sp>
      <p:sp>
        <p:nvSpPr>
          <p:cNvPr id="68" name="Rectangle 16"/>
          <p:cNvSpPr>
            <a:spLocks noChangeArrowheads="1"/>
          </p:cNvSpPr>
          <p:nvPr>
            <p:custDataLst>
              <p:tags r:id="rId5"/>
            </p:custDataLst>
          </p:nvPr>
        </p:nvSpPr>
        <p:spPr bwMode="auto">
          <a:xfrm>
            <a:off x="2564482" y="4072255"/>
            <a:ext cx="9292159" cy="88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chemeClr val="tx1"/>
                </a:solidFill>
                <a:miter lim="800000"/>
                <a:headEnd/>
                <a:tailEnd/>
              </a14:hiddenLine>
            </a:ext>
            <a:ext uri="{AF507438-7753-43E0-B8FC-AC1667EBCBE1}">
              <a14:hiddenEffects xmlns:a14="http://schemas.microsoft.com/office/drawing/2010/main">
                <a:effectLst>
                  <a:outerShdw algn="ctr" rotWithShape="0">
                    <a:schemeClr val="bg2"/>
                  </a:outerShdw>
                </a:effectLst>
              </a14:hiddenEffects>
            </a:ext>
          </a:extLst>
        </p:spPr>
        <p:txBody>
          <a:bodyPr lIns="0" tIns="84667" rIns="0" bIns="0"/>
          <a:lstStyle/>
          <a:p>
            <a:pPr defTabSz="1119689">
              <a:spcBef>
                <a:spcPct val="20000"/>
              </a:spcBef>
              <a:buClr>
                <a:srgbClr val="5D7298"/>
              </a:buClr>
              <a:buSzPct val="65000"/>
            </a:pPr>
            <a:r>
              <a:rPr lang="en-US" sz="1400">
                <a:solidFill>
                  <a:srgbClr val="000000"/>
                </a:solidFill>
              </a:rPr>
              <a:t>Given the facts we see the following possible solution alternatives:</a:t>
            </a:r>
          </a:p>
          <a:p>
            <a:pPr marL="380990" indent="-380990" defTabSz="1119689">
              <a:spcBef>
                <a:spcPct val="20000"/>
              </a:spcBef>
              <a:buClr>
                <a:srgbClr val="5D7298"/>
              </a:buClr>
              <a:buSzPct val="65000"/>
              <a:buFont typeface="Wingdings" pitchFamily="2" charset="2"/>
              <a:buChar char="Ø"/>
            </a:pPr>
            <a:r>
              <a:rPr lang="en-US" sz="1400">
                <a:solidFill>
                  <a:srgbClr val="000000"/>
                </a:solidFill>
              </a:rPr>
              <a:t>Alternative 1: </a:t>
            </a:r>
            <a:r>
              <a:rPr lang="en-US" sz="1400" b="1">
                <a:solidFill>
                  <a:srgbClr val="000000"/>
                </a:solidFill>
              </a:rPr>
              <a:t>Separate material numbers</a:t>
            </a:r>
            <a:r>
              <a:rPr lang="en-US" sz="1400">
                <a:solidFill>
                  <a:srgbClr val="000000"/>
                </a:solidFill>
              </a:rPr>
              <a:t> per plant (FERT in GER, HAWA in FIN)</a:t>
            </a:r>
          </a:p>
          <a:p>
            <a:pPr marL="380990" indent="-380990" defTabSz="1119689">
              <a:spcBef>
                <a:spcPct val="20000"/>
              </a:spcBef>
              <a:buClr>
                <a:srgbClr val="5D7298"/>
              </a:buClr>
              <a:buSzPct val="65000"/>
              <a:buFont typeface="Wingdings" pitchFamily="2" charset="2"/>
              <a:buChar char="Ø"/>
            </a:pPr>
            <a:r>
              <a:rPr lang="en-US" sz="1400">
                <a:solidFill>
                  <a:srgbClr val="000000"/>
                </a:solidFill>
              </a:rPr>
              <a:t>Alternative 2: </a:t>
            </a:r>
            <a:r>
              <a:rPr lang="en-US" sz="1400" b="1">
                <a:solidFill>
                  <a:srgbClr val="000000"/>
                </a:solidFill>
              </a:rPr>
              <a:t>Uniform FERT valuation</a:t>
            </a:r>
            <a:r>
              <a:rPr lang="en-US" sz="1400">
                <a:solidFill>
                  <a:srgbClr val="000000"/>
                </a:solidFill>
              </a:rPr>
              <a:t> (7920) in both plants, manual reclassification</a:t>
            </a:r>
          </a:p>
          <a:p>
            <a:pPr marL="380990" indent="-380990" defTabSz="1119689">
              <a:spcBef>
                <a:spcPct val="20000"/>
              </a:spcBef>
              <a:buClr>
                <a:srgbClr val="5D7298"/>
              </a:buClr>
              <a:buSzPct val="65000"/>
              <a:buFont typeface="Wingdings" pitchFamily="2" charset="2"/>
              <a:buChar char="Ø"/>
            </a:pPr>
            <a:r>
              <a:rPr lang="en-US" sz="1400">
                <a:solidFill>
                  <a:srgbClr val="000000"/>
                </a:solidFill>
              </a:rPr>
              <a:t>Alternative 3: </a:t>
            </a:r>
            <a:r>
              <a:rPr lang="en-US" sz="1400" b="1">
                <a:solidFill>
                  <a:srgbClr val="000000"/>
                </a:solidFill>
              </a:rPr>
              <a:t>Custom valuation class</a:t>
            </a:r>
            <a:r>
              <a:rPr lang="en-US" sz="1400">
                <a:solidFill>
                  <a:srgbClr val="000000"/>
                </a:solidFill>
              </a:rPr>
              <a:t> with HAWA account determination for Plant FIN</a:t>
            </a:r>
          </a:p>
        </p:txBody>
      </p:sp>
      <p:sp>
        <p:nvSpPr>
          <p:cNvPr id="14" name="Rectangle 16"/>
          <p:cNvSpPr>
            <a:spLocks noChangeArrowheads="1"/>
          </p:cNvSpPr>
          <p:nvPr>
            <p:custDataLst>
              <p:tags r:id="rId6"/>
            </p:custDataLst>
          </p:nvPr>
        </p:nvSpPr>
        <p:spPr bwMode="auto">
          <a:xfrm>
            <a:off x="2561325" y="5425546"/>
            <a:ext cx="9292159" cy="88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chemeClr val="tx1"/>
                </a:solidFill>
                <a:miter lim="800000"/>
                <a:headEnd/>
                <a:tailEnd/>
              </a14:hiddenLine>
            </a:ext>
            <a:ext uri="{AF507438-7753-43E0-B8FC-AC1667EBCBE1}">
              <a14:hiddenEffects xmlns:a14="http://schemas.microsoft.com/office/drawing/2010/main">
                <a:effectLst>
                  <a:outerShdw algn="ctr" rotWithShape="0">
                    <a:schemeClr val="bg2"/>
                  </a:outerShdw>
                </a:effectLst>
              </a14:hiddenEffects>
            </a:ext>
          </a:extLst>
        </p:spPr>
        <p:txBody>
          <a:bodyPr lIns="0" tIns="84667" rIns="0" bIns="0"/>
          <a:lstStyle/>
          <a:p>
            <a:pPr defTabSz="1119689">
              <a:spcBef>
                <a:spcPct val="20000"/>
              </a:spcBef>
              <a:buClr>
                <a:srgbClr val="5D7298"/>
              </a:buClr>
              <a:buSzPct val="65000"/>
            </a:pPr>
            <a:r>
              <a:rPr lang="en-US" sz="1400" b="1">
                <a:solidFill>
                  <a:srgbClr val="000000"/>
                </a:solidFill>
              </a:rPr>
              <a:t>Alternative 3: Custom valuation class with HAWA account determination for Plant FIN</a:t>
            </a:r>
            <a:r>
              <a:rPr lang="en-US" sz="1400">
                <a:solidFill>
                  <a:srgbClr val="000000"/>
                </a:solidFill>
              </a:rPr>
              <a:t> (one material number and material type, plant-specific valuation via the material master)</a:t>
            </a:r>
          </a:p>
        </p:txBody>
      </p:sp>
      <p:sp>
        <p:nvSpPr>
          <p:cNvPr id="16" name="AutoShape 11"/>
          <p:cNvSpPr>
            <a:spLocks noChangeArrowheads="1"/>
          </p:cNvSpPr>
          <p:nvPr>
            <p:custDataLst>
              <p:tags r:id="rId7"/>
            </p:custDataLst>
          </p:nvPr>
        </p:nvSpPr>
        <p:spPr bwMode="auto">
          <a:xfrm>
            <a:off x="719403" y="4091934"/>
            <a:ext cx="1519932" cy="573132"/>
          </a:xfrm>
          <a:prstGeom prst="homePlate">
            <a:avLst>
              <a:gd name="adj" fmla="val 29078"/>
            </a:avLst>
          </a:prstGeom>
          <a:solidFill>
            <a:schemeClr val="accent1"/>
          </a:solidFill>
          <a:ln w="9525">
            <a:noFill/>
            <a:miter lim="800000"/>
            <a:headEnd/>
            <a:tailEnd/>
          </a:ln>
          <a:effectLst/>
        </p:spPr>
        <p:txBody>
          <a:bodyPr lIns="96000" tIns="48000" rIns="96000" bIns="48000" anchor="ctr"/>
          <a:lstStyle/>
          <a:p>
            <a:pPr algn="ctr"/>
            <a:r>
              <a:rPr lang="en-US" sz="1467" b="1">
                <a:solidFill>
                  <a:schemeClr val="bg1"/>
                </a:solidFill>
              </a:rPr>
              <a:t>Solution Alternatives</a:t>
            </a:r>
          </a:p>
        </p:txBody>
      </p:sp>
      <p:sp>
        <p:nvSpPr>
          <p:cNvPr id="18" name="AutoShape 11"/>
          <p:cNvSpPr>
            <a:spLocks noChangeArrowheads="1"/>
          </p:cNvSpPr>
          <p:nvPr>
            <p:custDataLst>
              <p:tags r:id="rId8"/>
            </p:custDataLst>
          </p:nvPr>
        </p:nvSpPr>
        <p:spPr bwMode="auto">
          <a:xfrm>
            <a:off x="735642" y="2663847"/>
            <a:ext cx="1519932" cy="573132"/>
          </a:xfrm>
          <a:prstGeom prst="homePlate">
            <a:avLst>
              <a:gd name="adj" fmla="val 29078"/>
            </a:avLst>
          </a:prstGeom>
          <a:solidFill>
            <a:schemeClr val="accent1"/>
          </a:solidFill>
          <a:ln w="9525">
            <a:noFill/>
            <a:miter lim="800000"/>
            <a:headEnd/>
            <a:tailEnd/>
          </a:ln>
          <a:effectLst/>
        </p:spPr>
        <p:txBody>
          <a:bodyPr lIns="96000" tIns="48000" rIns="96000" bIns="48000" anchor="ctr"/>
          <a:lstStyle/>
          <a:p>
            <a:pPr algn="ctr"/>
            <a:r>
              <a:rPr lang="en-US" sz="1467" b="1">
                <a:solidFill>
                  <a:schemeClr val="bg1"/>
                </a:solidFill>
              </a:rPr>
              <a:t>Issues</a:t>
            </a:r>
          </a:p>
        </p:txBody>
      </p:sp>
      <p:sp>
        <p:nvSpPr>
          <p:cNvPr id="19" name="AutoShape 11"/>
          <p:cNvSpPr>
            <a:spLocks noChangeArrowheads="1"/>
          </p:cNvSpPr>
          <p:nvPr>
            <p:custDataLst>
              <p:tags r:id="rId9"/>
            </p:custDataLst>
          </p:nvPr>
        </p:nvSpPr>
        <p:spPr bwMode="auto">
          <a:xfrm>
            <a:off x="735642" y="5448155"/>
            <a:ext cx="1519932" cy="573132"/>
          </a:xfrm>
          <a:prstGeom prst="homePlate">
            <a:avLst>
              <a:gd name="adj" fmla="val 29078"/>
            </a:avLst>
          </a:prstGeom>
          <a:solidFill>
            <a:schemeClr val="accent1"/>
          </a:solidFill>
          <a:ln w="9525">
            <a:noFill/>
            <a:miter lim="800000"/>
            <a:headEnd/>
            <a:tailEnd/>
          </a:ln>
          <a:effectLst/>
        </p:spPr>
        <p:txBody>
          <a:bodyPr lIns="96000" tIns="48000" rIns="96000" bIns="48000" anchor="ctr"/>
          <a:lstStyle/>
          <a:p>
            <a:pPr algn="ctr"/>
            <a:r>
              <a:rPr lang="en-US" sz="1467" b="1">
                <a:solidFill>
                  <a:schemeClr val="bg1"/>
                </a:solidFill>
              </a:rPr>
              <a:t>Recommen-dation</a:t>
            </a:r>
          </a:p>
        </p:txBody>
      </p:sp>
      <p:sp>
        <p:nvSpPr>
          <p:cNvPr id="4" name="Fußzeilenplatzhalter 5">
            <a:extLst>
              <a:ext uri="{FF2B5EF4-FFF2-40B4-BE49-F238E27FC236}">
                <a16:creationId xmlns:a16="http://schemas.microsoft.com/office/drawing/2014/main" id="{4654CE0E-2BD9-F5A5-84E8-02ACC07332E5}"/>
              </a:ext>
            </a:extLst>
          </p:cNvPr>
          <p:cNvSpPr txBox="1">
            <a:spLocks/>
          </p:cNvSpPr>
          <p:nvPr/>
        </p:nvSpPr>
        <p:spPr>
          <a:xfrm>
            <a:off x="0" y="6527297"/>
            <a:ext cx="12192000" cy="230832"/>
          </a:xfrm>
          <a:prstGeom prst="rect">
            <a:avLst/>
          </a:prstGeom>
          <a:ln/>
        </p:spPr>
        <p:txBody>
          <a:bodyPr anchor="ctr"/>
          <a:lstStyle>
            <a:defPPr>
              <a:defRPr lang="de-DE"/>
            </a:defPPr>
            <a:lvl1pPr algn="l" rtl="0" fontAlgn="base">
              <a:spcBef>
                <a:spcPct val="0"/>
              </a:spcBef>
              <a:spcAft>
                <a:spcPct val="0"/>
              </a:spcAft>
              <a:defRPr sz="900"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MS PGothic" pitchFamily="34" charset="-128"/>
                <a:cs typeface="+mn-cs"/>
              </a:defRPr>
            </a:lvl5pPr>
            <a:lvl6pPr marL="2286000" algn="l" defTabSz="914400" rtl="0" eaLnBrk="1" latinLnBrk="0" hangingPunct="1">
              <a:defRPr sz="2400" kern="1200">
                <a:solidFill>
                  <a:schemeClr val="tx1"/>
                </a:solidFill>
                <a:latin typeface="Arial" pitchFamily="34" charset="0"/>
                <a:ea typeface="MS PGothic" pitchFamily="34" charset="-128"/>
                <a:cs typeface="+mn-cs"/>
              </a:defRPr>
            </a:lvl6pPr>
            <a:lvl7pPr marL="2743200" algn="l" defTabSz="914400" rtl="0" eaLnBrk="1" latinLnBrk="0" hangingPunct="1">
              <a:defRPr sz="2400" kern="1200">
                <a:solidFill>
                  <a:schemeClr val="tx1"/>
                </a:solidFill>
                <a:latin typeface="Arial" pitchFamily="34" charset="0"/>
                <a:ea typeface="MS PGothic" pitchFamily="34" charset="-128"/>
                <a:cs typeface="+mn-cs"/>
              </a:defRPr>
            </a:lvl7pPr>
            <a:lvl8pPr marL="3200400" algn="l" defTabSz="914400" rtl="0" eaLnBrk="1" latinLnBrk="0" hangingPunct="1">
              <a:defRPr sz="2400" kern="1200">
                <a:solidFill>
                  <a:schemeClr val="tx1"/>
                </a:solidFill>
                <a:latin typeface="Arial" pitchFamily="34" charset="0"/>
                <a:ea typeface="MS PGothic" pitchFamily="34" charset="-128"/>
                <a:cs typeface="+mn-cs"/>
              </a:defRPr>
            </a:lvl8pPr>
            <a:lvl9pPr marL="3657600" algn="l" defTabSz="914400" rtl="0" eaLnBrk="1" latinLnBrk="0" hangingPunct="1">
              <a:defRPr sz="2400" kern="1200">
                <a:solidFill>
                  <a:schemeClr val="tx1"/>
                </a:solidFill>
                <a:latin typeface="Arial" pitchFamily="34" charset="0"/>
                <a:ea typeface="MS PGothic" pitchFamily="34" charset="-128"/>
                <a:cs typeface="+mn-cs"/>
              </a:defRPr>
            </a:lvl9pPr>
          </a:lstStyle>
          <a:p>
            <a:pPr algn="ctr">
              <a:spcBef>
                <a:spcPts val="600"/>
              </a:spcBef>
              <a:buSzPct val="100000"/>
            </a:pPr>
            <a:r>
              <a:rPr lang="en-US" sz="800" noProof="0" dirty="0">
                <a:solidFill>
                  <a:srgbClr val="313131"/>
                </a:solidFill>
                <a:latin typeface="Arial"/>
              </a:rPr>
              <a:t>Armin Turken </a:t>
            </a:r>
            <a:r>
              <a:rPr lang="en-US" sz="800" b="1" noProof="0" dirty="0">
                <a:solidFill>
                  <a:srgbClr val="313131"/>
                </a:solidFill>
                <a:latin typeface="Arial"/>
              </a:rPr>
              <a:t>| </a:t>
            </a:r>
            <a:r>
              <a:rPr lang="en-US" sz="800" noProof="0" dirty="0">
                <a:solidFill>
                  <a:srgbClr val="313131"/>
                </a:solidFill>
                <a:latin typeface="Arial"/>
              </a:rPr>
              <a:t>Deloitte</a:t>
            </a:r>
            <a:r>
              <a:rPr lang="en-US" sz="800" b="1" noProof="0" dirty="0">
                <a:solidFill>
                  <a:srgbClr val="313131"/>
                </a:solidFill>
                <a:latin typeface="Arial"/>
              </a:rPr>
              <a:t> | </a:t>
            </a:r>
            <a:r>
              <a:rPr lang="en-US" sz="800" noProof="0" dirty="0">
                <a:solidFill>
                  <a:srgbClr val="313131"/>
                </a:solidFill>
              </a:rPr>
              <a:t>Controlling</a:t>
            </a:r>
            <a:endParaRPr lang="en-US" sz="800" noProof="0" dirty="0">
              <a:solidFill>
                <a:srgbClr val="313131"/>
              </a:solidFill>
              <a:latin typeface="Arial"/>
            </a:endParaRPr>
          </a:p>
        </p:txBody>
      </p:sp>
    </p:spTree>
    <p:extLst>
      <p:ext uri="{BB962C8B-B14F-4D97-AF65-F5344CB8AC3E}">
        <p14:creationId xmlns:p14="http://schemas.microsoft.com/office/powerpoint/2010/main" val="1054758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kt 16" hidden="1"/>
          <p:cNvGraphicFramePr>
            <a:graphicFrameLocks noChangeAspect="1"/>
          </p:cNvGraphicFramePr>
          <p:nvPr>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Folie" r:id="rId5" imgW="216" imgH="216" progId="">
                  <p:embed/>
                </p:oleObj>
              </mc:Choice>
              <mc:Fallback>
                <p:oleObj name="think-cell Folie" r:id="rId5" imgW="216" imgH="216" progId="">
                  <p:embed/>
                  <p:pic>
                    <p:nvPicPr>
                      <p:cNvPr id="17" name="Objekt 1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8" y="2118"/>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itel 2"/>
          <p:cNvSpPr>
            <a:spLocks noGrp="1"/>
          </p:cNvSpPr>
          <p:nvPr>
            <p:ph type="title"/>
          </p:nvPr>
        </p:nvSpPr>
        <p:spPr bwMode="gray"/>
        <p:txBody>
          <a:bodyPr>
            <a:noAutofit/>
          </a:bodyPr>
          <a:lstStyle/>
          <a:p>
            <a:r>
              <a:rPr lang="en-US" dirty="0"/>
              <a:t>Solution Alternatives and Recommendation</a:t>
            </a:r>
          </a:p>
        </p:txBody>
      </p:sp>
      <p:sp>
        <p:nvSpPr>
          <p:cNvPr id="2" name="Textplatzhalter 1">
            <a:extLst>
              <a:ext uri="{FF2B5EF4-FFF2-40B4-BE49-F238E27FC236}">
                <a16:creationId xmlns:a16="http://schemas.microsoft.com/office/drawing/2014/main" id="{B3366716-6EA6-3D5A-6FE5-2FC39DA12F83}"/>
              </a:ext>
            </a:extLst>
          </p:cNvPr>
          <p:cNvSpPr>
            <a:spLocks noGrp="1"/>
          </p:cNvSpPr>
          <p:nvPr>
            <p:ph type="body" sz="quarter" idx="17"/>
          </p:nvPr>
        </p:nvSpPr>
        <p:spPr/>
        <p:txBody>
          <a:bodyPr/>
          <a:lstStyle/>
          <a:p>
            <a:endParaRPr lang="de-DE" dirty="0"/>
          </a:p>
        </p:txBody>
      </p:sp>
      <p:graphicFrame>
        <p:nvGraphicFramePr>
          <p:cNvPr id="63" name="Group 96"/>
          <p:cNvGraphicFramePr>
            <a:graphicFrameLocks/>
          </p:cNvGraphicFramePr>
          <p:nvPr>
            <p:custDataLst>
              <p:tags r:id="rId2"/>
            </p:custDataLst>
            <p:extLst>
              <p:ext uri="{D42A27DB-BD31-4B8C-83A1-F6EECF244321}">
                <p14:modId xmlns:p14="http://schemas.microsoft.com/office/powerpoint/2010/main" val="316534479"/>
              </p:ext>
            </p:extLst>
          </p:nvPr>
        </p:nvGraphicFramePr>
        <p:xfrm>
          <a:off x="228080" y="1117592"/>
          <a:ext cx="11735840" cy="4431937"/>
        </p:xfrm>
        <a:graphic>
          <a:graphicData uri="http://schemas.openxmlformats.org/drawingml/2006/table">
            <a:tbl>
              <a:tblPr/>
              <a:tblGrid>
                <a:gridCol w="1418462">
                  <a:extLst>
                    <a:ext uri="{9D8B030D-6E8A-4147-A177-3AD203B41FA5}">
                      <a16:colId xmlns:a16="http://schemas.microsoft.com/office/drawing/2014/main" val="20000"/>
                    </a:ext>
                  </a:extLst>
                </a:gridCol>
                <a:gridCol w="3340967">
                  <a:extLst>
                    <a:ext uri="{9D8B030D-6E8A-4147-A177-3AD203B41FA5}">
                      <a16:colId xmlns:a16="http://schemas.microsoft.com/office/drawing/2014/main" val="20001"/>
                    </a:ext>
                  </a:extLst>
                </a:gridCol>
                <a:gridCol w="3568850">
                  <a:extLst>
                    <a:ext uri="{9D8B030D-6E8A-4147-A177-3AD203B41FA5}">
                      <a16:colId xmlns:a16="http://schemas.microsoft.com/office/drawing/2014/main" val="20002"/>
                    </a:ext>
                  </a:extLst>
                </a:gridCol>
                <a:gridCol w="3407561">
                  <a:extLst>
                    <a:ext uri="{9D8B030D-6E8A-4147-A177-3AD203B41FA5}">
                      <a16:colId xmlns:a16="http://schemas.microsoft.com/office/drawing/2014/main" val="20003"/>
                    </a:ext>
                  </a:extLst>
                </a:gridCol>
              </a:tblGrid>
              <a:tr h="350384">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endParaRPr kumimoji="0" lang="en-US" sz="1300" b="0" i="0" u="none" strike="noStrike" cap="none" normalizeH="0" baseline="0" noProof="0" dirty="0">
                        <a:ln>
                          <a:noFill/>
                        </a:ln>
                        <a:solidFill>
                          <a:srgbClr val="000000"/>
                        </a:solidFill>
                        <a:effectLst/>
                        <a:latin typeface="+mn-lt"/>
                      </a:endParaRP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defRPr/>
                      </a:pPr>
                      <a:r>
                        <a:rPr kumimoji="0" lang="en-US" sz="1300" b="1" i="0" u="none" strike="noStrike" cap="none" normalizeH="0" baseline="0" noProof="0" dirty="0">
                          <a:ln>
                            <a:noFill/>
                          </a:ln>
                          <a:solidFill>
                            <a:schemeClr val="bg1"/>
                          </a:solidFill>
                          <a:effectLst/>
                          <a:latin typeface="+mn-lt"/>
                        </a:rPr>
                        <a:t>Alternative 1</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300" b="1" i="0" u="none" strike="noStrike" cap="none" normalizeH="0" baseline="0" noProof="0" dirty="0">
                          <a:ln>
                            <a:noFill/>
                          </a:ln>
                          <a:solidFill>
                            <a:schemeClr val="bg1"/>
                          </a:solidFill>
                          <a:effectLst/>
                          <a:latin typeface="+mn-lt"/>
                        </a:rPr>
                        <a:t>Alternative 2</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300" b="1" i="0" u="none" strike="noStrike" cap="none" normalizeH="0" baseline="0" noProof="0" dirty="0">
                          <a:ln>
                            <a:noFill/>
                          </a:ln>
                          <a:solidFill>
                            <a:schemeClr val="bg1"/>
                          </a:solidFill>
                          <a:effectLst/>
                          <a:latin typeface="+mn-lt"/>
                        </a:rPr>
                        <a:t>Alternative 3 (Recommendation)</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10000"/>
                  </a:ext>
                </a:extLst>
              </a:tr>
              <a:tr h="347639">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300" b="1" i="0" u="none" strike="noStrike" cap="none" normalizeH="0" baseline="0" noProof="0" dirty="0">
                          <a:ln>
                            <a:noFill/>
                          </a:ln>
                          <a:solidFill>
                            <a:schemeClr val="bg1"/>
                          </a:solidFill>
                          <a:effectLst/>
                          <a:latin typeface="+mn-lt"/>
                        </a:rPr>
                        <a:t>Description</a:t>
                      </a:r>
                    </a:p>
                  </a:txBody>
                  <a:tcPr marL="119996" marR="119996" marT="62419" marB="62419"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839788" rtl="0" eaLnBrk="0" fontAlgn="base" latinLnBrk="0" hangingPunct="0">
                        <a:lnSpc>
                          <a:spcPct val="100000"/>
                        </a:lnSpc>
                        <a:spcBef>
                          <a:spcPct val="0"/>
                        </a:spcBef>
                        <a:spcAft>
                          <a:spcPct val="0"/>
                        </a:spcAft>
                        <a:buClrTx/>
                        <a:buSzTx/>
                        <a:buFontTx/>
                        <a:buNone/>
                        <a:tabLst/>
                      </a:pPr>
                      <a:r>
                        <a:rPr kumimoji="0" lang="en-US" sz="1300" b="0" i="0" u="sng" strike="noStrike" cap="none" normalizeH="0" baseline="0" noProof="0" dirty="0">
                          <a:ln>
                            <a:noFill/>
                          </a:ln>
                          <a:solidFill>
                            <a:srgbClr val="000000"/>
                          </a:solidFill>
                          <a:effectLst/>
                          <a:latin typeface="+mn-lt"/>
                        </a:rPr>
                        <a:t>Separate material numbers per plant</a:t>
                      </a:r>
                    </a:p>
                  </a:txBody>
                  <a:tcPr marL="119996" marR="119996" marT="62419" marB="62419"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0" marR="0" lvl="0" indent="0" algn="ctr" defTabSz="839788" rtl="0" eaLnBrk="0" fontAlgn="base" latinLnBrk="0" hangingPunct="0">
                        <a:lnSpc>
                          <a:spcPct val="100000"/>
                        </a:lnSpc>
                        <a:spcBef>
                          <a:spcPct val="0"/>
                        </a:spcBef>
                        <a:spcAft>
                          <a:spcPct val="0"/>
                        </a:spcAft>
                        <a:buClrTx/>
                        <a:buSzTx/>
                        <a:buFontTx/>
                        <a:buNone/>
                        <a:tabLst/>
                      </a:pPr>
                      <a:r>
                        <a:rPr kumimoji="0" lang="en-US" sz="1300" b="0" i="0" u="sng" strike="noStrike" cap="none" normalizeH="0" baseline="0" noProof="0">
                          <a:ln>
                            <a:noFill/>
                          </a:ln>
                          <a:solidFill>
                            <a:srgbClr val="000000"/>
                          </a:solidFill>
                          <a:effectLst/>
                          <a:latin typeface="+mn-lt"/>
                        </a:rPr>
                        <a:t>Uniform FERT valuation in both plants</a:t>
                      </a:r>
                      <a:endParaRPr kumimoji="0" lang="en-US" sz="1300" b="0" i="0" u="sng" strike="noStrike" cap="none" normalizeH="0" baseline="0" noProof="0" dirty="0">
                        <a:ln>
                          <a:noFill/>
                        </a:ln>
                        <a:solidFill>
                          <a:srgbClr val="000000"/>
                        </a:solidFill>
                        <a:effectLst/>
                        <a:latin typeface="+mn-lt"/>
                      </a:endParaRPr>
                    </a:p>
                  </a:txBody>
                  <a:tcPr marL="119996" marR="119996" marT="62419" marB="62419"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0" marR="0" lvl="0" indent="0" algn="ctr" defTabSz="839788" rtl="0" eaLnBrk="0" fontAlgn="base" latinLnBrk="0" hangingPunct="0">
                        <a:lnSpc>
                          <a:spcPct val="100000"/>
                        </a:lnSpc>
                        <a:spcBef>
                          <a:spcPct val="0"/>
                        </a:spcBef>
                        <a:spcAft>
                          <a:spcPct val="0"/>
                        </a:spcAft>
                        <a:buClrTx/>
                        <a:buSzTx/>
                        <a:buFontTx/>
                        <a:buNone/>
                        <a:tabLst/>
                      </a:pPr>
                      <a:r>
                        <a:rPr kumimoji="0" lang="en-US" sz="1300" b="0" i="0" u="sng" strike="noStrike" cap="none" normalizeH="0" baseline="0" noProof="0">
                          <a:ln>
                            <a:noFill/>
                          </a:ln>
                          <a:solidFill>
                            <a:srgbClr val="000000"/>
                          </a:solidFill>
                          <a:effectLst/>
                          <a:latin typeface="+mn-lt"/>
                        </a:rPr>
                        <a:t>Custom valuation class for Plant FIN</a:t>
                      </a:r>
                      <a:endParaRPr kumimoji="0" lang="en-US" sz="1300" b="0" i="0" u="sng" strike="noStrike" cap="none" normalizeH="0" baseline="0" noProof="0" dirty="0">
                        <a:ln>
                          <a:noFill/>
                        </a:ln>
                        <a:solidFill>
                          <a:srgbClr val="000000"/>
                        </a:solidFill>
                        <a:effectLst/>
                        <a:latin typeface="+mn-lt"/>
                      </a:endParaRPr>
                    </a:p>
                  </a:txBody>
                  <a:tcPr marL="119996" marR="119996" marT="62419" marB="62419"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extLst>
                  <a:ext uri="{0D108BD9-81ED-4DB2-BD59-A6C34878D82A}">
                    <a16:rowId xmlns:a16="http://schemas.microsoft.com/office/drawing/2014/main" val="10001"/>
                  </a:ext>
                </a:extLst>
              </a:tr>
              <a:tr h="1500000">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300" b="1" i="0" u="none" strike="noStrike" cap="none" normalizeH="0" baseline="0" noProof="0" dirty="0">
                          <a:ln>
                            <a:noFill/>
                          </a:ln>
                          <a:solidFill>
                            <a:schemeClr val="bg1"/>
                          </a:solidFill>
                          <a:effectLst/>
                          <a:latin typeface="+mn-lt"/>
                        </a:rPr>
                        <a:t>PRO</a:t>
                      </a:r>
                    </a:p>
                  </a:txBody>
                  <a:tcPr marL="119996" marR="119996" marT="62419" marB="62419"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SAP standard material types and valuation classes, no additional configuration</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Correct stock and P&amp;L accounts in both plants via standard account determination</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One material number and one valuation class, no additional configuration</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Lowest implementation effort, simplest master data maintenance</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One material number and material type across all company codes</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Plant-specific valuation via valuation class in the material master (SAP standard)</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Correct accounts: finished goods in Plant GER, trading goods in Plant FIN</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extLst>
                  <a:ext uri="{0D108BD9-81ED-4DB2-BD59-A6C34878D82A}">
                    <a16:rowId xmlns:a16="http://schemas.microsoft.com/office/drawing/2014/main" val="10002"/>
                  </a:ext>
                </a:extLst>
              </a:tr>
              <a:tr h="1500000">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300" b="1" i="0" u="none" strike="noStrike" cap="none" normalizeH="0" baseline="0" noProof="0" dirty="0">
                          <a:ln>
                            <a:noFill/>
                          </a:ln>
                          <a:solidFill>
                            <a:schemeClr val="bg1"/>
                          </a:solidFill>
                          <a:effectLst/>
                          <a:latin typeface="+mn-lt"/>
                        </a:rPr>
                        <a:t>CON</a:t>
                      </a:r>
                    </a:p>
                  </a:txBody>
                  <a:tcPr marL="119996" marR="119996" marT="62419" marB="62419"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Same product under two material numbers: double master data maintenance</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Intercompany process (PO in FIN, SO in GER, delivery, billing) needs a mapping between the material numbers</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No cross-plant stock overview, planning and reporting per material</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Plant FIN shows purchased goods as finished goods in balance sheet and P&amp;L</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Requirement of plant-specific material valuation not met</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Manual reclassification at period end: error-prone, not transparent</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One more valuation class and its account determination to maintain</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Valuation class must be set correctly per plant in the material master</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Only usable for FERT materials (one account category reference)</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extLst>
                  <a:ext uri="{0D108BD9-81ED-4DB2-BD59-A6C34878D82A}">
                    <a16:rowId xmlns:a16="http://schemas.microsoft.com/office/drawing/2014/main" val="10003"/>
                  </a:ext>
                </a:extLst>
              </a:tr>
              <a:tr h="500000">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300" b="1" i="0" u="none" strike="noStrike" cap="none" normalizeH="0" baseline="0" noProof="0" dirty="0">
                          <a:ln>
                            <a:noFill/>
                          </a:ln>
                          <a:solidFill>
                            <a:schemeClr val="bg1"/>
                          </a:solidFill>
                          <a:effectLst/>
                          <a:latin typeface="+mn-lt"/>
                        </a:rPr>
                        <a:t>Impact</a:t>
                      </a:r>
                    </a:p>
                  </a:txBody>
                  <a:tcPr marL="119996" marR="119996" marT="62419" marB="62419"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high: duplicate master data, more complex intercompany process</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medium: low set-up effort, but ongoing manual work and reporting risk</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300" b="0" i="0" u="none" strike="noStrike" cap="none" normalizeH="0" baseline="0" noProof="0">
                          <a:ln>
                            <a:noFill/>
                          </a:ln>
                          <a:solidFill>
                            <a:srgbClr val="000000"/>
                          </a:solidFill>
                          <a:effectLst/>
                          <a:latin typeface="+mn-lt"/>
                        </a:rPr>
                        <a:t>low: configuration of one valuation class, no additional master data</a:t>
                      </a:r>
                    </a:p>
                  </a:txBody>
                  <a:tcPr marL="121916" marR="121916" marT="60979" marB="609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extLst>
                  <a:ext uri="{0D108BD9-81ED-4DB2-BD59-A6C34878D82A}">
                    <a16:rowId xmlns:a16="http://schemas.microsoft.com/office/drawing/2014/main" val="10004"/>
                  </a:ext>
                </a:extLst>
              </a:tr>
            </a:tbl>
          </a:graphicData>
        </a:graphic>
      </p:graphicFrame>
      <p:sp>
        <p:nvSpPr>
          <p:cNvPr id="5" name="Fußzeilenplatzhalter 5">
            <a:extLst>
              <a:ext uri="{FF2B5EF4-FFF2-40B4-BE49-F238E27FC236}">
                <a16:creationId xmlns:a16="http://schemas.microsoft.com/office/drawing/2014/main" id="{CEB28E6D-846F-FA16-4F39-E1E8D6F03EBA}"/>
              </a:ext>
            </a:extLst>
          </p:cNvPr>
          <p:cNvSpPr txBox="1">
            <a:spLocks/>
          </p:cNvSpPr>
          <p:nvPr/>
        </p:nvSpPr>
        <p:spPr>
          <a:xfrm>
            <a:off x="0" y="6527297"/>
            <a:ext cx="12192000" cy="230832"/>
          </a:xfrm>
          <a:prstGeom prst="rect">
            <a:avLst/>
          </a:prstGeom>
          <a:ln/>
        </p:spPr>
        <p:txBody>
          <a:bodyPr anchor="ctr"/>
          <a:lstStyle>
            <a:defPPr>
              <a:defRPr lang="de-DE"/>
            </a:defPPr>
            <a:lvl1pPr algn="l" rtl="0" fontAlgn="base">
              <a:spcBef>
                <a:spcPct val="0"/>
              </a:spcBef>
              <a:spcAft>
                <a:spcPct val="0"/>
              </a:spcAft>
              <a:defRPr sz="900"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MS PGothic" pitchFamily="34" charset="-128"/>
                <a:cs typeface="+mn-cs"/>
              </a:defRPr>
            </a:lvl5pPr>
            <a:lvl6pPr marL="2286000" algn="l" defTabSz="914400" rtl="0" eaLnBrk="1" latinLnBrk="0" hangingPunct="1">
              <a:defRPr sz="2400" kern="1200">
                <a:solidFill>
                  <a:schemeClr val="tx1"/>
                </a:solidFill>
                <a:latin typeface="Arial" pitchFamily="34" charset="0"/>
                <a:ea typeface="MS PGothic" pitchFamily="34" charset="-128"/>
                <a:cs typeface="+mn-cs"/>
              </a:defRPr>
            </a:lvl6pPr>
            <a:lvl7pPr marL="2743200" algn="l" defTabSz="914400" rtl="0" eaLnBrk="1" latinLnBrk="0" hangingPunct="1">
              <a:defRPr sz="2400" kern="1200">
                <a:solidFill>
                  <a:schemeClr val="tx1"/>
                </a:solidFill>
                <a:latin typeface="Arial" pitchFamily="34" charset="0"/>
                <a:ea typeface="MS PGothic" pitchFamily="34" charset="-128"/>
                <a:cs typeface="+mn-cs"/>
              </a:defRPr>
            </a:lvl7pPr>
            <a:lvl8pPr marL="3200400" algn="l" defTabSz="914400" rtl="0" eaLnBrk="1" latinLnBrk="0" hangingPunct="1">
              <a:defRPr sz="2400" kern="1200">
                <a:solidFill>
                  <a:schemeClr val="tx1"/>
                </a:solidFill>
                <a:latin typeface="Arial" pitchFamily="34" charset="0"/>
                <a:ea typeface="MS PGothic" pitchFamily="34" charset="-128"/>
                <a:cs typeface="+mn-cs"/>
              </a:defRPr>
            </a:lvl8pPr>
            <a:lvl9pPr marL="3657600" algn="l" defTabSz="914400" rtl="0" eaLnBrk="1" latinLnBrk="0" hangingPunct="1">
              <a:defRPr sz="2400" kern="1200">
                <a:solidFill>
                  <a:schemeClr val="tx1"/>
                </a:solidFill>
                <a:latin typeface="Arial" pitchFamily="34" charset="0"/>
                <a:ea typeface="MS PGothic" pitchFamily="34" charset="-128"/>
                <a:cs typeface="+mn-cs"/>
              </a:defRPr>
            </a:lvl9pPr>
          </a:lstStyle>
          <a:p>
            <a:pPr algn="ctr">
              <a:spcBef>
                <a:spcPts val="600"/>
              </a:spcBef>
              <a:buSzPct val="100000"/>
            </a:pPr>
            <a:r>
              <a:rPr lang="en-US" sz="800" noProof="0" dirty="0">
                <a:solidFill>
                  <a:srgbClr val="313131"/>
                </a:solidFill>
                <a:latin typeface="Arial"/>
              </a:rPr>
              <a:t>Armin Turken </a:t>
            </a:r>
            <a:r>
              <a:rPr lang="en-US" sz="800" b="1" noProof="0" dirty="0">
                <a:solidFill>
                  <a:srgbClr val="313131"/>
                </a:solidFill>
                <a:latin typeface="Arial"/>
              </a:rPr>
              <a:t>| </a:t>
            </a:r>
            <a:r>
              <a:rPr lang="en-US" sz="800" noProof="0" dirty="0">
                <a:solidFill>
                  <a:srgbClr val="313131"/>
                </a:solidFill>
                <a:latin typeface="Arial"/>
              </a:rPr>
              <a:t>Deloitte</a:t>
            </a:r>
            <a:r>
              <a:rPr lang="en-US" sz="800" b="1" noProof="0" dirty="0">
                <a:solidFill>
                  <a:srgbClr val="313131"/>
                </a:solidFill>
                <a:latin typeface="Arial"/>
              </a:rPr>
              <a:t> | </a:t>
            </a:r>
            <a:r>
              <a:rPr lang="en-US" sz="800" noProof="0" dirty="0">
                <a:solidFill>
                  <a:srgbClr val="313131"/>
                </a:solidFill>
              </a:rPr>
              <a:t>Controlling</a:t>
            </a:r>
            <a:endParaRPr lang="en-US" sz="800" noProof="0" dirty="0">
              <a:solidFill>
                <a:srgbClr val="313131"/>
              </a:solidFill>
              <a:latin typeface="Arial"/>
            </a:endParaRPr>
          </a:p>
        </p:txBody>
      </p:sp>
    </p:spTree>
    <p:extLst>
      <p:ext uri="{BB962C8B-B14F-4D97-AF65-F5344CB8AC3E}">
        <p14:creationId xmlns:p14="http://schemas.microsoft.com/office/powerpoint/2010/main" val="3790920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dirty="0" err="1"/>
              <a:t>Signature</a:t>
            </a:r>
            <a:r>
              <a:rPr lang="de-DE" dirty="0"/>
              <a:t> Sheet</a:t>
            </a:r>
          </a:p>
        </p:txBody>
      </p:sp>
      <p:sp>
        <p:nvSpPr>
          <p:cNvPr id="2" name="Textplatzhalter 1">
            <a:extLst>
              <a:ext uri="{FF2B5EF4-FFF2-40B4-BE49-F238E27FC236}">
                <a16:creationId xmlns:a16="http://schemas.microsoft.com/office/drawing/2014/main" id="{8EECAAA1-E867-A78C-CBAD-78694226BC6F}"/>
              </a:ext>
            </a:extLst>
          </p:cNvPr>
          <p:cNvSpPr>
            <a:spLocks noGrp="1"/>
          </p:cNvSpPr>
          <p:nvPr>
            <p:ph type="body" sz="quarter" idx="17"/>
          </p:nvPr>
        </p:nvSpPr>
        <p:spPr/>
        <p:txBody>
          <a:bodyPr/>
          <a:lstStyle/>
          <a:p>
            <a:endParaRPr lang="de-DE"/>
          </a:p>
        </p:txBody>
      </p:sp>
      <p:graphicFrame>
        <p:nvGraphicFramePr>
          <p:cNvPr id="7" name="Inhaltsplatzhalter 6"/>
          <p:cNvGraphicFramePr>
            <a:graphicFrameLocks noGrp="1"/>
          </p:cNvGraphicFramePr>
          <p:nvPr>
            <p:ph sz="quarter" idx="4294967295"/>
            <p:extLst>
              <p:ext uri="{D42A27DB-BD31-4B8C-83A1-F6EECF244321}">
                <p14:modId xmlns:p14="http://schemas.microsoft.com/office/powerpoint/2010/main" val="1603631019"/>
              </p:ext>
            </p:extLst>
          </p:nvPr>
        </p:nvGraphicFramePr>
        <p:xfrm>
          <a:off x="599852" y="3801143"/>
          <a:ext cx="11258548" cy="1950554"/>
        </p:xfrm>
        <a:graphic>
          <a:graphicData uri="http://schemas.openxmlformats.org/drawingml/2006/table">
            <a:tbl>
              <a:tblPr firstRow="1" bandRow="1">
                <a:tableStyleId>{5C22544A-7EE6-4342-B048-85BDC9FD1C3A}</a:tableStyleId>
              </a:tblPr>
              <a:tblGrid>
                <a:gridCol w="2814637">
                  <a:extLst>
                    <a:ext uri="{9D8B030D-6E8A-4147-A177-3AD203B41FA5}">
                      <a16:colId xmlns:a16="http://schemas.microsoft.com/office/drawing/2014/main" val="20000"/>
                    </a:ext>
                  </a:extLst>
                </a:gridCol>
                <a:gridCol w="2814637">
                  <a:extLst>
                    <a:ext uri="{9D8B030D-6E8A-4147-A177-3AD203B41FA5}">
                      <a16:colId xmlns:a16="http://schemas.microsoft.com/office/drawing/2014/main" val="20001"/>
                    </a:ext>
                  </a:extLst>
                </a:gridCol>
                <a:gridCol w="2814637">
                  <a:extLst>
                    <a:ext uri="{9D8B030D-6E8A-4147-A177-3AD203B41FA5}">
                      <a16:colId xmlns:a16="http://schemas.microsoft.com/office/drawing/2014/main" val="20002"/>
                    </a:ext>
                  </a:extLst>
                </a:gridCol>
                <a:gridCol w="2814637">
                  <a:extLst>
                    <a:ext uri="{9D8B030D-6E8A-4147-A177-3AD203B41FA5}">
                      <a16:colId xmlns:a16="http://schemas.microsoft.com/office/drawing/2014/main" val="20003"/>
                    </a:ext>
                  </a:extLst>
                </a:gridCol>
              </a:tblGrid>
              <a:tr h="303973">
                <a:tc>
                  <a:txBody>
                    <a:bodyPr/>
                    <a:lstStyle/>
                    <a:p>
                      <a:pPr algn="l">
                        <a:lnSpc>
                          <a:spcPct val="115000"/>
                        </a:lnSpc>
                        <a:spcAft>
                          <a:spcPts val="0"/>
                        </a:spcAft>
                      </a:pPr>
                      <a:r>
                        <a:rPr lang="en-GB" sz="1300" b="1" dirty="0">
                          <a:latin typeface="Arial"/>
                          <a:ea typeface="Times New Roman"/>
                          <a:cs typeface="Times New Roman"/>
                        </a:rPr>
                        <a:t>Role</a:t>
                      </a:r>
                      <a:endParaRPr lang="de-DE" sz="1300" dirty="0">
                        <a:latin typeface="Arial"/>
                        <a:ea typeface="Times New Roman"/>
                        <a:cs typeface="Times New Roman"/>
                      </a:endParaRPr>
                    </a:p>
                  </a:txBody>
                  <a:tcPr marT="0" marB="0" anchor="ctr"/>
                </a:tc>
                <a:tc>
                  <a:txBody>
                    <a:bodyPr/>
                    <a:lstStyle/>
                    <a:p>
                      <a:pPr algn="l">
                        <a:lnSpc>
                          <a:spcPct val="115000"/>
                        </a:lnSpc>
                        <a:spcAft>
                          <a:spcPts val="0"/>
                        </a:spcAft>
                      </a:pPr>
                      <a:r>
                        <a:rPr lang="en-GB" sz="1300" b="1">
                          <a:latin typeface="Arial"/>
                          <a:ea typeface="Times New Roman"/>
                          <a:cs typeface="Times New Roman"/>
                        </a:rPr>
                        <a:t>Name, Org.-U.</a:t>
                      </a:r>
                      <a:endParaRPr lang="de-DE" sz="1300">
                        <a:latin typeface="Arial"/>
                        <a:ea typeface="Times New Roman"/>
                        <a:cs typeface="Times New Roman"/>
                      </a:endParaRPr>
                    </a:p>
                  </a:txBody>
                  <a:tcPr marT="0" marB="0" anchor="ctr"/>
                </a:tc>
                <a:tc>
                  <a:txBody>
                    <a:bodyPr/>
                    <a:lstStyle/>
                    <a:p>
                      <a:pPr algn="l">
                        <a:lnSpc>
                          <a:spcPct val="115000"/>
                        </a:lnSpc>
                        <a:spcAft>
                          <a:spcPts val="0"/>
                        </a:spcAft>
                      </a:pPr>
                      <a:r>
                        <a:rPr lang="en-GB" sz="1300" b="1">
                          <a:latin typeface="Arial"/>
                          <a:ea typeface="Times New Roman"/>
                          <a:cs typeface="Times New Roman"/>
                        </a:rPr>
                        <a:t>Date</a:t>
                      </a:r>
                      <a:endParaRPr lang="de-DE" sz="1300">
                        <a:latin typeface="Arial"/>
                        <a:ea typeface="Times New Roman"/>
                        <a:cs typeface="Times New Roman"/>
                      </a:endParaRPr>
                    </a:p>
                  </a:txBody>
                  <a:tcPr marT="0" marB="0" anchor="ctr"/>
                </a:tc>
                <a:tc>
                  <a:txBody>
                    <a:bodyPr/>
                    <a:lstStyle/>
                    <a:p>
                      <a:pPr algn="l">
                        <a:lnSpc>
                          <a:spcPct val="115000"/>
                        </a:lnSpc>
                        <a:spcAft>
                          <a:spcPts val="0"/>
                        </a:spcAft>
                      </a:pPr>
                      <a:r>
                        <a:rPr lang="en-GB" sz="1300" b="1">
                          <a:latin typeface="Arial"/>
                          <a:ea typeface="Times New Roman"/>
                          <a:cs typeface="Times New Roman"/>
                        </a:rPr>
                        <a:t>Signature</a:t>
                      </a:r>
                      <a:endParaRPr lang="de-DE" sz="1300">
                        <a:latin typeface="Arial"/>
                        <a:ea typeface="Times New Roman"/>
                        <a:cs typeface="Times New Roman"/>
                      </a:endParaRPr>
                    </a:p>
                  </a:txBody>
                  <a:tcPr marT="0" marB="0" anchor="ctr"/>
                </a:tc>
                <a:extLst>
                  <a:ext uri="{0D108BD9-81ED-4DB2-BD59-A6C34878D82A}">
                    <a16:rowId xmlns:a16="http://schemas.microsoft.com/office/drawing/2014/main" val="10000"/>
                  </a:ext>
                </a:extLst>
              </a:tr>
              <a:tr h="384043">
                <a:tc>
                  <a:txBody>
                    <a:bodyPr/>
                    <a:lstStyle/>
                    <a:p>
                      <a:pPr algn="l">
                        <a:lnSpc>
                          <a:spcPct val="115000"/>
                        </a:lnSpc>
                        <a:spcAft>
                          <a:spcPts val="0"/>
                        </a:spcAft>
                      </a:pPr>
                      <a:r>
                        <a:rPr lang="en-GB" sz="1300" b="1" dirty="0">
                          <a:latin typeface="Arial"/>
                          <a:ea typeface="Times New Roman"/>
                          <a:cs typeface="Times New Roman"/>
                        </a:rPr>
                        <a:t>Project Manager</a:t>
                      </a:r>
                      <a:endParaRPr lang="de-DE" sz="1300" dirty="0">
                        <a:latin typeface="Arial"/>
                        <a:ea typeface="Times New Roman"/>
                        <a:cs typeface="Times New Roman"/>
                      </a:endParaRPr>
                    </a:p>
                  </a:txBody>
                  <a:tcPr marT="0" marB="0" anchor="ctr"/>
                </a:tc>
                <a:tc>
                  <a:txBody>
                    <a:bodyPr/>
                    <a:lstStyle/>
                    <a:p>
                      <a:pPr algn="l">
                        <a:lnSpc>
                          <a:spcPct val="115000"/>
                        </a:lnSpc>
                        <a:spcAft>
                          <a:spcPts val="0"/>
                        </a:spcAft>
                      </a:pPr>
                      <a:endParaRPr lang="en-GB" sz="1300" dirty="0">
                        <a:latin typeface="Arial"/>
                        <a:ea typeface="Times New Roman"/>
                        <a:cs typeface="Times New Roman"/>
                      </a:endParaRPr>
                    </a:p>
                  </a:txBody>
                  <a:tcPr marT="0" marB="0" anchor="ctr"/>
                </a:tc>
                <a:tc>
                  <a:txBody>
                    <a:bodyPr/>
                    <a:lstStyle/>
                    <a:p>
                      <a:pPr algn="l">
                        <a:lnSpc>
                          <a:spcPct val="115000"/>
                        </a:lnSpc>
                        <a:spcAft>
                          <a:spcPts val="0"/>
                        </a:spcAft>
                      </a:pPr>
                      <a:endParaRPr lang="en-GB" sz="1300">
                        <a:latin typeface="Arial"/>
                        <a:ea typeface="Times New Roman"/>
                        <a:cs typeface="Times New Roman"/>
                      </a:endParaRPr>
                    </a:p>
                  </a:txBody>
                  <a:tcPr marT="0" marB="0" anchor="ctr"/>
                </a:tc>
                <a:tc>
                  <a:txBody>
                    <a:bodyPr/>
                    <a:lstStyle/>
                    <a:p>
                      <a:pPr algn="l">
                        <a:lnSpc>
                          <a:spcPct val="115000"/>
                        </a:lnSpc>
                        <a:spcAft>
                          <a:spcPts val="0"/>
                        </a:spcAft>
                      </a:pPr>
                      <a:endParaRPr lang="en-GB" sz="1300">
                        <a:latin typeface="Arial"/>
                        <a:ea typeface="Times New Roman"/>
                        <a:cs typeface="Times New Roman"/>
                      </a:endParaRPr>
                    </a:p>
                  </a:txBody>
                  <a:tcPr marT="0" marB="0" anchor="ctr"/>
                </a:tc>
                <a:extLst>
                  <a:ext uri="{0D108BD9-81ED-4DB2-BD59-A6C34878D82A}">
                    <a16:rowId xmlns:a16="http://schemas.microsoft.com/office/drawing/2014/main" val="10001"/>
                  </a:ext>
                </a:extLst>
              </a:tr>
              <a:tr h="288032">
                <a:tc>
                  <a:txBody>
                    <a:bodyPr/>
                    <a:lstStyle/>
                    <a:p>
                      <a:pPr algn="l">
                        <a:lnSpc>
                          <a:spcPct val="115000"/>
                        </a:lnSpc>
                        <a:spcAft>
                          <a:spcPts val="0"/>
                        </a:spcAft>
                      </a:pPr>
                      <a:r>
                        <a:rPr lang="en-GB" sz="1300" b="1" dirty="0">
                          <a:latin typeface="Arial"/>
                          <a:ea typeface="Times New Roman"/>
                          <a:cs typeface="Times New Roman"/>
                        </a:rPr>
                        <a:t>Ordering Person</a:t>
                      </a:r>
                      <a:endParaRPr lang="de-DE" sz="1300" dirty="0">
                        <a:latin typeface="Arial"/>
                        <a:ea typeface="Times New Roman"/>
                        <a:cs typeface="Times New Roman"/>
                      </a:endParaRPr>
                    </a:p>
                  </a:txBody>
                  <a:tcPr marT="0" marB="0" anchor="ctr"/>
                </a:tc>
                <a:tc>
                  <a:txBody>
                    <a:bodyPr/>
                    <a:lstStyle/>
                    <a:p>
                      <a:pPr algn="l">
                        <a:lnSpc>
                          <a:spcPct val="115000"/>
                        </a:lnSpc>
                        <a:spcAft>
                          <a:spcPts val="0"/>
                        </a:spcAft>
                      </a:pPr>
                      <a:endParaRPr lang="en-GB" sz="1300">
                        <a:latin typeface="Arial"/>
                        <a:ea typeface="Times New Roman"/>
                        <a:cs typeface="Times New Roman"/>
                      </a:endParaRPr>
                    </a:p>
                  </a:txBody>
                  <a:tcPr marT="0" marB="0" anchor="ctr"/>
                </a:tc>
                <a:tc>
                  <a:txBody>
                    <a:bodyPr/>
                    <a:lstStyle/>
                    <a:p>
                      <a:pPr algn="l">
                        <a:lnSpc>
                          <a:spcPct val="115000"/>
                        </a:lnSpc>
                        <a:spcAft>
                          <a:spcPts val="0"/>
                        </a:spcAft>
                      </a:pPr>
                      <a:endParaRPr lang="en-GB" sz="1300">
                        <a:latin typeface="Arial"/>
                        <a:ea typeface="Times New Roman"/>
                        <a:cs typeface="Times New Roman"/>
                      </a:endParaRPr>
                    </a:p>
                  </a:txBody>
                  <a:tcPr marT="0" marB="0" anchor="ctr"/>
                </a:tc>
                <a:tc>
                  <a:txBody>
                    <a:bodyPr/>
                    <a:lstStyle/>
                    <a:p>
                      <a:pPr algn="l">
                        <a:lnSpc>
                          <a:spcPct val="115000"/>
                        </a:lnSpc>
                        <a:spcAft>
                          <a:spcPts val="0"/>
                        </a:spcAft>
                      </a:pPr>
                      <a:endParaRPr lang="en-GB" sz="1300">
                        <a:latin typeface="Arial"/>
                        <a:ea typeface="Times New Roman"/>
                        <a:cs typeface="Times New Roman"/>
                      </a:endParaRPr>
                    </a:p>
                  </a:txBody>
                  <a:tcPr marT="0" marB="0" anchor="ctr"/>
                </a:tc>
                <a:extLst>
                  <a:ext uri="{0D108BD9-81ED-4DB2-BD59-A6C34878D82A}">
                    <a16:rowId xmlns:a16="http://schemas.microsoft.com/office/drawing/2014/main" val="10002"/>
                  </a:ext>
                </a:extLst>
              </a:tr>
              <a:tr h="480053">
                <a:tc>
                  <a:txBody>
                    <a:bodyPr/>
                    <a:lstStyle/>
                    <a:p>
                      <a:pPr algn="l">
                        <a:lnSpc>
                          <a:spcPct val="115000"/>
                        </a:lnSpc>
                        <a:spcAft>
                          <a:spcPts val="0"/>
                        </a:spcAft>
                      </a:pPr>
                      <a:r>
                        <a:rPr lang="en-GB" sz="1300" b="1" dirty="0">
                          <a:latin typeface="Arial"/>
                          <a:ea typeface="Times New Roman"/>
                          <a:cs typeface="Times New Roman"/>
                        </a:rPr>
                        <a:t>IT(implementation) Responsible</a:t>
                      </a:r>
                      <a:endParaRPr lang="de-DE" sz="1300" dirty="0">
                        <a:latin typeface="Arial"/>
                        <a:ea typeface="Times New Roman"/>
                        <a:cs typeface="Times New Roman"/>
                      </a:endParaRPr>
                    </a:p>
                    <a:p>
                      <a:pPr algn="l">
                        <a:lnSpc>
                          <a:spcPct val="115000"/>
                        </a:lnSpc>
                        <a:spcAft>
                          <a:spcPts val="0"/>
                        </a:spcAft>
                      </a:pPr>
                      <a:r>
                        <a:rPr lang="en-GB" sz="1100" dirty="0">
                          <a:latin typeface="Arial"/>
                          <a:ea typeface="Times New Roman"/>
                          <a:cs typeface="Times New Roman"/>
                        </a:rPr>
                        <a:t>(tech.)</a:t>
                      </a:r>
                      <a:endParaRPr lang="de-DE" sz="1300" dirty="0">
                        <a:latin typeface="Arial"/>
                        <a:ea typeface="Times New Roman"/>
                        <a:cs typeface="Times New Roman"/>
                      </a:endParaRPr>
                    </a:p>
                  </a:txBody>
                  <a:tcPr marT="0" marB="0" anchor="ctr"/>
                </a:tc>
                <a:tc>
                  <a:txBody>
                    <a:bodyPr/>
                    <a:lstStyle/>
                    <a:p>
                      <a:pPr algn="l">
                        <a:lnSpc>
                          <a:spcPct val="115000"/>
                        </a:lnSpc>
                        <a:spcAft>
                          <a:spcPts val="0"/>
                        </a:spcAft>
                      </a:pPr>
                      <a:endParaRPr lang="en-GB" sz="1300">
                        <a:latin typeface="Arial"/>
                        <a:ea typeface="Times New Roman"/>
                        <a:cs typeface="Times New Roman"/>
                      </a:endParaRPr>
                    </a:p>
                  </a:txBody>
                  <a:tcPr marT="0" marB="0" anchor="ctr"/>
                </a:tc>
                <a:tc>
                  <a:txBody>
                    <a:bodyPr/>
                    <a:lstStyle/>
                    <a:p>
                      <a:pPr algn="l">
                        <a:lnSpc>
                          <a:spcPct val="115000"/>
                        </a:lnSpc>
                        <a:spcAft>
                          <a:spcPts val="0"/>
                        </a:spcAft>
                      </a:pPr>
                      <a:endParaRPr lang="en-GB" sz="1300">
                        <a:latin typeface="Arial"/>
                        <a:ea typeface="Times New Roman"/>
                        <a:cs typeface="Times New Roman"/>
                      </a:endParaRPr>
                    </a:p>
                  </a:txBody>
                  <a:tcPr marT="0" marB="0" anchor="ctr"/>
                </a:tc>
                <a:tc>
                  <a:txBody>
                    <a:bodyPr/>
                    <a:lstStyle/>
                    <a:p>
                      <a:pPr algn="l">
                        <a:lnSpc>
                          <a:spcPct val="115000"/>
                        </a:lnSpc>
                        <a:spcAft>
                          <a:spcPts val="0"/>
                        </a:spcAft>
                      </a:pPr>
                      <a:endParaRPr lang="en-GB" sz="1300">
                        <a:latin typeface="Arial"/>
                        <a:ea typeface="Times New Roman"/>
                        <a:cs typeface="Times New Roman"/>
                      </a:endParaRPr>
                    </a:p>
                  </a:txBody>
                  <a:tcPr marT="0" marB="0" anchor="ctr"/>
                </a:tc>
                <a:extLst>
                  <a:ext uri="{0D108BD9-81ED-4DB2-BD59-A6C34878D82A}">
                    <a16:rowId xmlns:a16="http://schemas.microsoft.com/office/drawing/2014/main" val="10003"/>
                  </a:ext>
                </a:extLst>
              </a:tr>
              <a:tr h="494453">
                <a:tc>
                  <a:txBody>
                    <a:bodyPr/>
                    <a:lstStyle/>
                    <a:p>
                      <a:pPr algn="l">
                        <a:lnSpc>
                          <a:spcPct val="115000"/>
                        </a:lnSpc>
                        <a:spcAft>
                          <a:spcPts val="0"/>
                        </a:spcAft>
                      </a:pPr>
                      <a:r>
                        <a:rPr lang="en-GB" sz="1300" b="1" dirty="0">
                          <a:latin typeface="Arial"/>
                          <a:ea typeface="Times New Roman"/>
                          <a:cs typeface="Times New Roman"/>
                        </a:rPr>
                        <a:t>Process Consultant</a:t>
                      </a:r>
                      <a:endParaRPr lang="de-DE" sz="1300" dirty="0">
                        <a:latin typeface="Arial"/>
                        <a:ea typeface="Times New Roman"/>
                        <a:cs typeface="Times New Roman"/>
                      </a:endParaRPr>
                    </a:p>
                    <a:p>
                      <a:pPr algn="l">
                        <a:lnSpc>
                          <a:spcPct val="115000"/>
                        </a:lnSpc>
                        <a:spcAft>
                          <a:spcPts val="0"/>
                        </a:spcAft>
                      </a:pPr>
                      <a:r>
                        <a:rPr lang="en-GB" sz="1100" dirty="0">
                          <a:latin typeface="Arial"/>
                          <a:ea typeface="Times New Roman"/>
                          <a:cs typeface="Times New Roman"/>
                        </a:rPr>
                        <a:t>(if available)</a:t>
                      </a:r>
                      <a:endParaRPr lang="de-DE" sz="1300" dirty="0">
                        <a:latin typeface="Arial"/>
                        <a:ea typeface="Times New Roman"/>
                        <a:cs typeface="Times New Roman"/>
                      </a:endParaRPr>
                    </a:p>
                  </a:txBody>
                  <a:tcPr marT="0" marB="0" anchor="ctr"/>
                </a:tc>
                <a:tc>
                  <a:txBody>
                    <a:bodyPr/>
                    <a:lstStyle/>
                    <a:p>
                      <a:pPr algn="l">
                        <a:lnSpc>
                          <a:spcPct val="115000"/>
                        </a:lnSpc>
                        <a:spcAft>
                          <a:spcPts val="0"/>
                        </a:spcAft>
                      </a:pPr>
                      <a:endParaRPr lang="en-GB" sz="1300" dirty="0">
                        <a:latin typeface="Arial"/>
                        <a:ea typeface="Times New Roman"/>
                        <a:cs typeface="Times New Roman"/>
                      </a:endParaRPr>
                    </a:p>
                  </a:txBody>
                  <a:tcPr marT="0" marB="0" anchor="ctr"/>
                </a:tc>
                <a:tc>
                  <a:txBody>
                    <a:bodyPr/>
                    <a:lstStyle/>
                    <a:p>
                      <a:pPr algn="l">
                        <a:lnSpc>
                          <a:spcPct val="115000"/>
                        </a:lnSpc>
                        <a:spcAft>
                          <a:spcPts val="0"/>
                        </a:spcAft>
                      </a:pPr>
                      <a:endParaRPr lang="en-GB" sz="1300" dirty="0">
                        <a:latin typeface="Arial"/>
                        <a:ea typeface="Times New Roman"/>
                        <a:cs typeface="Times New Roman"/>
                      </a:endParaRPr>
                    </a:p>
                  </a:txBody>
                  <a:tcPr marT="0" marB="0" anchor="ctr"/>
                </a:tc>
                <a:tc>
                  <a:txBody>
                    <a:bodyPr/>
                    <a:lstStyle/>
                    <a:p>
                      <a:pPr algn="l">
                        <a:lnSpc>
                          <a:spcPct val="115000"/>
                        </a:lnSpc>
                        <a:spcAft>
                          <a:spcPts val="0"/>
                        </a:spcAft>
                      </a:pPr>
                      <a:endParaRPr lang="en-GB" sz="1300" dirty="0">
                        <a:latin typeface="Arial"/>
                        <a:ea typeface="Times New Roman"/>
                        <a:cs typeface="Times New Roman"/>
                      </a:endParaRPr>
                    </a:p>
                  </a:txBody>
                  <a:tcPr marT="0" marB="0" anchor="ctr"/>
                </a:tc>
                <a:extLst>
                  <a:ext uri="{0D108BD9-81ED-4DB2-BD59-A6C34878D82A}">
                    <a16:rowId xmlns:a16="http://schemas.microsoft.com/office/drawing/2014/main" val="10004"/>
                  </a:ext>
                </a:extLst>
              </a:tr>
            </a:tbl>
          </a:graphicData>
        </a:graphic>
      </p:graphicFrame>
      <p:sp>
        <p:nvSpPr>
          <p:cNvPr id="8" name="Inhaltsplatzhalter 1"/>
          <p:cNvSpPr txBox="1">
            <a:spLocks/>
          </p:cNvSpPr>
          <p:nvPr/>
        </p:nvSpPr>
        <p:spPr>
          <a:xfrm>
            <a:off x="490847" y="1684868"/>
            <a:ext cx="11257808" cy="2608229"/>
          </a:xfrm>
          <a:prstGeom prst="rect">
            <a:avLst/>
          </a:prstGeom>
        </p:spPr>
        <p:txBody>
          <a:bodyPr vert="horz" lIns="0" tIns="0" rIns="0" bIns="0" rtlCol="0">
            <a:normAutofit/>
          </a:bodyPr>
          <a:lstStyle/>
          <a:p>
            <a:pPr marL="234945" indent="-234945" defTabSz="1219170" fontAlgn="auto">
              <a:spcBef>
                <a:spcPts val="800"/>
              </a:spcBef>
              <a:spcAft>
                <a:spcPts val="0"/>
              </a:spcAft>
              <a:buClr>
                <a:schemeClr val="accent1"/>
              </a:buClr>
              <a:buSzPct val="100000"/>
              <a:buFont typeface="Arial" pitchFamily="34" charset="0"/>
              <a:buChar char="•"/>
              <a:tabLst>
                <a:tab pos="234945" algn="l"/>
              </a:tabLst>
              <a:defRPr/>
            </a:pPr>
            <a:r>
              <a:rPr lang="en-GB" sz="1400" dirty="0">
                <a:solidFill>
                  <a:srgbClr val="020B13"/>
                </a:solidFill>
                <a:latin typeface="+mn-lt"/>
                <a:ea typeface="+mn-ea"/>
              </a:rPr>
              <a:t>The ordering person and the person responsible for technical implementation accept with their legally binding signatures below the complete contents of this functional specification. They will oblige to comply and to consider the contents of the functional specification in the implementation of the project.</a:t>
            </a:r>
            <a:endParaRPr lang="de-DE" sz="1400" dirty="0">
              <a:solidFill>
                <a:srgbClr val="020B13"/>
              </a:solidFill>
              <a:latin typeface="+mn-lt"/>
              <a:ea typeface="+mn-ea"/>
            </a:endParaRPr>
          </a:p>
          <a:p>
            <a:pPr marL="234945" indent="-234945" defTabSz="1219170" fontAlgn="auto">
              <a:spcBef>
                <a:spcPts val="800"/>
              </a:spcBef>
              <a:spcAft>
                <a:spcPts val="0"/>
              </a:spcAft>
              <a:buClr>
                <a:schemeClr val="accent1"/>
              </a:buClr>
              <a:buSzPct val="100000"/>
              <a:buFont typeface="Arial" pitchFamily="34" charset="0"/>
              <a:buChar char="•"/>
              <a:tabLst>
                <a:tab pos="234945" algn="l"/>
              </a:tabLst>
              <a:defRPr/>
            </a:pPr>
            <a:r>
              <a:rPr lang="en-GB" sz="1400" dirty="0">
                <a:solidFill>
                  <a:srgbClr val="020B13"/>
                </a:solidFill>
                <a:latin typeface="+mn-lt"/>
                <a:ea typeface="+mn-ea"/>
              </a:rPr>
              <a:t>If the ordering person and the person responsible for technical implementation should have change requests in several topics, they have to communicate it detailed in written form. The document for the change request has to refer to the according topic in the requirement or functional specification. The project manager has to decide in coordination with the ordering person, if the change request will be accepted.</a:t>
            </a:r>
            <a:endParaRPr lang="de-DE" sz="1400" dirty="0">
              <a:solidFill>
                <a:srgbClr val="020B13"/>
              </a:solidFill>
              <a:latin typeface="+mn-lt"/>
              <a:ea typeface="+mn-ea"/>
            </a:endParaRPr>
          </a:p>
          <a:p>
            <a:pPr marL="234945" indent="-234945" defTabSz="1219170" fontAlgn="auto">
              <a:spcBef>
                <a:spcPts val="800"/>
              </a:spcBef>
              <a:spcAft>
                <a:spcPts val="0"/>
              </a:spcAft>
              <a:buClr>
                <a:schemeClr val="accent1"/>
              </a:buClr>
              <a:buSzPct val="100000"/>
              <a:buFont typeface="Arial" pitchFamily="34" charset="0"/>
              <a:buChar char="•"/>
              <a:tabLst>
                <a:tab pos="234945" algn="l"/>
              </a:tabLst>
              <a:defRPr/>
            </a:pPr>
            <a:r>
              <a:rPr lang="en-GB" sz="1400" dirty="0">
                <a:solidFill>
                  <a:srgbClr val="020B13"/>
                </a:solidFill>
                <a:latin typeface="+mn-lt"/>
                <a:ea typeface="+mn-ea"/>
              </a:rPr>
              <a:t>Each accepted change request has to be documented as attachment of the functional specification. The change request must refer to the according section the requirements and functional specification.</a:t>
            </a:r>
            <a:endParaRPr lang="de-DE" sz="1400" dirty="0">
              <a:solidFill>
                <a:srgbClr val="020B13"/>
              </a:solidFill>
              <a:latin typeface="+mn-lt"/>
              <a:ea typeface="+mn-ea"/>
            </a:endParaRPr>
          </a:p>
          <a:p>
            <a:pPr marL="234945" indent="-234945" defTabSz="1219170" fontAlgn="auto">
              <a:spcBef>
                <a:spcPts val="800"/>
              </a:spcBef>
              <a:spcAft>
                <a:spcPts val="0"/>
              </a:spcAft>
              <a:buClr>
                <a:schemeClr val="accent1"/>
              </a:buClr>
              <a:buSzPct val="100000"/>
              <a:tabLst>
                <a:tab pos="234945" algn="l"/>
              </a:tabLst>
              <a:defRPr/>
            </a:pPr>
            <a:endParaRPr lang="de-DE" sz="1400" dirty="0">
              <a:solidFill>
                <a:srgbClr val="020B13"/>
              </a:solidFill>
              <a:latin typeface="+mn-lt"/>
              <a:ea typeface="+mn-ea"/>
            </a:endParaRPr>
          </a:p>
        </p:txBody>
      </p:sp>
      <p:sp>
        <p:nvSpPr>
          <p:cNvPr id="4" name="Fußzeilenplatzhalter 5">
            <a:extLst>
              <a:ext uri="{FF2B5EF4-FFF2-40B4-BE49-F238E27FC236}">
                <a16:creationId xmlns:a16="http://schemas.microsoft.com/office/drawing/2014/main" id="{4C026334-DC06-4F46-F6E3-3F6E25303A0C}"/>
              </a:ext>
            </a:extLst>
          </p:cNvPr>
          <p:cNvSpPr txBox="1">
            <a:spLocks/>
          </p:cNvSpPr>
          <p:nvPr/>
        </p:nvSpPr>
        <p:spPr>
          <a:xfrm>
            <a:off x="0" y="6527297"/>
            <a:ext cx="12192000" cy="230832"/>
          </a:xfrm>
          <a:prstGeom prst="rect">
            <a:avLst/>
          </a:prstGeom>
          <a:ln/>
        </p:spPr>
        <p:txBody>
          <a:bodyPr anchor="ctr"/>
          <a:lstStyle>
            <a:defPPr>
              <a:defRPr lang="de-DE"/>
            </a:defPPr>
            <a:lvl1pPr algn="l" rtl="0" fontAlgn="base">
              <a:spcBef>
                <a:spcPct val="0"/>
              </a:spcBef>
              <a:spcAft>
                <a:spcPct val="0"/>
              </a:spcAft>
              <a:defRPr sz="900"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MS PGothic" pitchFamily="34" charset="-128"/>
                <a:cs typeface="+mn-cs"/>
              </a:defRPr>
            </a:lvl5pPr>
            <a:lvl6pPr marL="2286000" algn="l" defTabSz="914400" rtl="0" eaLnBrk="1" latinLnBrk="0" hangingPunct="1">
              <a:defRPr sz="2400" kern="1200">
                <a:solidFill>
                  <a:schemeClr val="tx1"/>
                </a:solidFill>
                <a:latin typeface="Arial" pitchFamily="34" charset="0"/>
                <a:ea typeface="MS PGothic" pitchFamily="34" charset="-128"/>
                <a:cs typeface="+mn-cs"/>
              </a:defRPr>
            </a:lvl6pPr>
            <a:lvl7pPr marL="2743200" algn="l" defTabSz="914400" rtl="0" eaLnBrk="1" latinLnBrk="0" hangingPunct="1">
              <a:defRPr sz="2400" kern="1200">
                <a:solidFill>
                  <a:schemeClr val="tx1"/>
                </a:solidFill>
                <a:latin typeface="Arial" pitchFamily="34" charset="0"/>
                <a:ea typeface="MS PGothic" pitchFamily="34" charset="-128"/>
                <a:cs typeface="+mn-cs"/>
              </a:defRPr>
            </a:lvl7pPr>
            <a:lvl8pPr marL="3200400" algn="l" defTabSz="914400" rtl="0" eaLnBrk="1" latinLnBrk="0" hangingPunct="1">
              <a:defRPr sz="2400" kern="1200">
                <a:solidFill>
                  <a:schemeClr val="tx1"/>
                </a:solidFill>
                <a:latin typeface="Arial" pitchFamily="34" charset="0"/>
                <a:ea typeface="MS PGothic" pitchFamily="34" charset="-128"/>
                <a:cs typeface="+mn-cs"/>
              </a:defRPr>
            </a:lvl8pPr>
            <a:lvl9pPr marL="3657600" algn="l" defTabSz="914400" rtl="0" eaLnBrk="1" latinLnBrk="0" hangingPunct="1">
              <a:defRPr sz="2400" kern="1200">
                <a:solidFill>
                  <a:schemeClr val="tx1"/>
                </a:solidFill>
                <a:latin typeface="Arial" pitchFamily="34" charset="0"/>
                <a:ea typeface="MS PGothic" pitchFamily="34" charset="-128"/>
                <a:cs typeface="+mn-cs"/>
              </a:defRPr>
            </a:lvl9pPr>
          </a:lstStyle>
          <a:p>
            <a:pPr algn="ctr">
              <a:spcBef>
                <a:spcPts val="600"/>
              </a:spcBef>
              <a:buSzPct val="100000"/>
            </a:pPr>
            <a:r>
              <a:rPr lang="en-US" sz="800" noProof="0" dirty="0">
                <a:solidFill>
                  <a:srgbClr val="313131"/>
                </a:solidFill>
                <a:latin typeface="Arial"/>
              </a:rPr>
              <a:t>Armin Turken </a:t>
            </a:r>
            <a:r>
              <a:rPr lang="en-US" sz="800" b="1" noProof="0" dirty="0">
                <a:solidFill>
                  <a:srgbClr val="313131"/>
                </a:solidFill>
                <a:latin typeface="Arial"/>
              </a:rPr>
              <a:t>| </a:t>
            </a:r>
            <a:r>
              <a:rPr lang="en-US" sz="800" noProof="0" dirty="0">
                <a:solidFill>
                  <a:srgbClr val="313131"/>
                </a:solidFill>
                <a:latin typeface="Arial"/>
              </a:rPr>
              <a:t>Deloitte</a:t>
            </a:r>
            <a:r>
              <a:rPr lang="en-US" sz="800" b="1" noProof="0" dirty="0">
                <a:solidFill>
                  <a:srgbClr val="313131"/>
                </a:solidFill>
                <a:latin typeface="Arial"/>
              </a:rPr>
              <a:t> | </a:t>
            </a:r>
            <a:r>
              <a:rPr lang="en-US" sz="800" noProof="0" dirty="0">
                <a:solidFill>
                  <a:srgbClr val="313131"/>
                </a:solidFill>
              </a:rPr>
              <a:t>Controlling</a:t>
            </a:r>
            <a:endParaRPr lang="en-US" sz="800" noProof="0" dirty="0">
              <a:solidFill>
                <a:srgbClr val="313131"/>
              </a:solidFill>
              <a:latin typeface="Arial"/>
            </a:endParaRPr>
          </a:p>
        </p:txBody>
      </p:sp>
    </p:spTree>
    <p:extLst>
      <p:ext uri="{BB962C8B-B14F-4D97-AF65-F5344CB8AC3E}">
        <p14:creationId xmlns:p14="http://schemas.microsoft.com/office/powerpoint/2010/main" val="2874569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24CCE6-6692-B865-D180-FBFA7107E62E}"/>
            </a:ext>
          </a:extLst>
        </p:cNvPr>
        <p:cNvGrpSpPr/>
        <p:nvPr/>
      </p:nvGrpSpPr>
      <p:grpSpPr>
        <a:xfrm>
          <a:off x="0" y="0"/>
          <a:ext cx="0" cy="0"/>
          <a:chOff x="0" y="0"/>
          <a:chExt cx="0" cy="0"/>
        </a:xfrm>
      </p:grpSpPr>
      <p:sp>
        <p:nvSpPr>
          <p:cNvPr id="10" name="Title 3">
            <a:extLst>
              <a:ext uri="{FF2B5EF4-FFF2-40B4-BE49-F238E27FC236}">
                <a16:creationId xmlns:a16="http://schemas.microsoft.com/office/drawing/2014/main" id="{FCCC992F-CD1F-D096-0F65-B2A406AE29DB}"/>
              </a:ext>
            </a:extLst>
          </p:cNvPr>
          <p:cNvSpPr>
            <a:spLocks noGrp="1"/>
          </p:cNvSpPr>
          <p:nvPr>
            <p:ph type="title"/>
          </p:nvPr>
        </p:nvSpPr>
        <p:spPr>
          <a:xfrm>
            <a:off x="518400" y="284163"/>
            <a:ext cx="11340000" cy="481012"/>
          </a:xfrm>
        </p:spPr>
        <p:txBody>
          <a:bodyPr/>
          <a:lstStyle/>
          <a:p>
            <a:r>
              <a:rPr lang="en-US" noProof="0" dirty="0"/>
              <a:t>Intercompany Business of Finished Goods</a:t>
            </a:r>
            <a:endParaRPr lang="en-US" noProof="0" dirty="0">
              <a:latin typeface="+mj-lt"/>
            </a:endParaRPr>
          </a:p>
        </p:txBody>
      </p:sp>
      <p:sp>
        <p:nvSpPr>
          <p:cNvPr id="6" name="Text Placeholder 5">
            <a:extLst>
              <a:ext uri="{FF2B5EF4-FFF2-40B4-BE49-F238E27FC236}">
                <a16:creationId xmlns:a16="http://schemas.microsoft.com/office/drawing/2014/main" id="{A5F40042-69CA-A2C1-B1BF-B9F507D30907}"/>
              </a:ext>
            </a:extLst>
          </p:cNvPr>
          <p:cNvSpPr>
            <a:spLocks noGrp="1"/>
          </p:cNvSpPr>
          <p:nvPr>
            <p:ph type="body" sz="quarter" idx="17"/>
          </p:nvPr>
        </p:nvSpPr>
        <p:spPr/>
        <p:txBody>
          <a:bodyPr/>
          <a:lstStyle/>
          <a:p>
            <a:r>
              <a:rPr lang="en-US" noProof="0" dirty="0"/>
              <a:t>Same Material Number and Type but different Material Valuations across Plants</a:t>
            </a:r>
          </a:p>
        </p:txBody>
      </p:sp>
      <p:sp>
        <p:nvSpPr>
          <p:cNvPr id="2" name="Fußzeilenplatzhalter 5">
            <a:extLst>
              <a:ext uri="{FF2B5EF4-FFF2-40B4-BE49-F238E27FC236}">
                <a16:creationId xmlns:a16="http://schemas.microsoft.com/office/drawing/2014/main" id="{231E8331-1ED5-DD29-6DB8-AD8459BC53B7}"/>
              </a:ext>
            </a:extLst>
          </p:cNvPr>
          <p:cNvSpPr txBox="1">
            <a:spLocks/>
          </p:cNvSpPr>
          <p:nvPr/>
        </p:nvSpPr>
        <p:spPr>
          <a:xfrm>
            <a:off x="0" y="6527297"/>
            <a:ext cx="12192000" cy="230832"/>
          </a:xfrm>
          <a:prstGeom prst="rect">
            <a:avLst/>
          </a:prstGeom>
          <a:ln/>
        </p:spPr>
        <p:txBody>
          <a:bodyPr anchor="ctr"/>
          <a:lstStyle>
            <a:defPPr>
              <a:defRPr lang="de-DE"/>
            </a:defPPr>
            <a:lvl1pPr algn="l" rtl="0" fontAlgn="base">
              <a:spcBef>
                <a:spcPct val="0"/>
              </a:spcBef>
              <a:spcAft>
                <a:spcPct val="0"/>
              </a:spcAft>
              <a:defRPr sz="900"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MS PGothic" pitchFamily="34" charset="-128"/>
                <a:cs typeface="+mn-cs"/>
              </a:defRPr>
            </a:lvl5pPr>
            <a:lvl6pPr marL="2286000" algn="l" defTabSz="914400" rtl="0" eaLnBrk="1" latinLnBrk="0" hangingPunct="1">
              <a:defRPr sz="2400" kern="1200">
                <a:solidFill>
                  <a:schemeClr val="tx1"/>
                </a:solidFill>
                <a:latin typeface="Arial" pitchFamily="34" charset="0"/>
                <a:ea typeface="MS PGothic" pitchFamily="34" charset="-128"/>
                <a:cs typeface="+mn-cs"/>
              </a:defRPr>
            </a:lvl6pPr>
            <a:lvl7pPr marL="2743200" algn="l" defTabSz="914400" rtl="0" eaLnBrk="1" latinLnBrk="0" hangingPunct="1">
              <a:defRPr sz="2400" kern="1200">
                <a:solidFill>
                  <a:schemeClr val="tx1"/>
                </a:solidFill>
                <a:latin typeface="Arial" pitchFamily="34" charset="0"/>
                <a:ea typeface="MS PGothic" pitchFamily="34" charset="-128"/>
                <a:cs typeface="+mn-cs"/>
              </a:defRPr>
            </a:lvl7pPr>
            <a:lvl8pPr marL="3200400" algn="l" defTabSz="914400" rtl="0" eaLnBrk="1" latinLnBrk="0" hangingPunct="1">
              <a:defRPr sz="2400" kern="1200">
                <a:solidFill>
                  <a:schemeClr val="tx1"/>
                </a:solidFill>
                <a:latin typeface="Arial" pitchFamily="34" charset="0"/>
                <a:ea typeface="MS PGothic" pitchFamily="34" charset="-128"/>
                <a:cs typeface="+mn-cs"/>
              </a:defRPr>
            </a:lvl8pPr>
            <a:lvl9pPr marL="3657600" algn="l" defTabSz="914400" rtl="0" eaLnBrk="1" latinLnBrk="0" hangingPunct="1">
              <a:defRPr sz="2400" kern="1200">
                <a:solidFill>
                  <a:schemeClr val="tx1"/>
                </a:solidFill>
                <a:latin typeface="Arial" pitchFamily="34" charset="0"/>
                <a:ea typeface="MS PGothic" pitchFamily="34" charset="-128"/>
                <a:cs typeface="+mn-cs"/>
              </a:defRPr>
            </a:lvl9pPr>
          </a:lstStyle>
          <a:p>
            <a:pPr algn="ctr">
              <a:spcBef>
                <a:spcPts val="600"/>
              </a:spcBef>
              <a:buSzPct val="100000"/>
            </a:pPr>
            <a:r>
              <a:rPr lang="en-US" sz="800" noProof="0" dirty="0">
                <a:solidFill>
                  <a:srgbClr val="313131"/>
                </a:solidFill>
                <a:latin typeface="Arial"/>
              </a:rPr>
              <a:t>Armin Turken </a:t>
            </a:r>
            <a:r>
              <a:rPr lang="en-US" sz="800" b="1" noProof="0" dirty="0">
                <a:solidFill>
                  <a:srgbClr val="313131"/>
                </a:solidFill>
                <a:latin typeface="Arial"/>
              </a:rPr>
              <a:t>| </a:t>
            </a:r>
            <a:r>
              <a:rPr lang="en-US" sz="800" noProof="0" dirty="0">
                <a:solidFill>
                  <a:srgbClr val="313131"/>
                </a:solidFill>
                <a:latin typeface="Arial"/>
              </a:rPr>
              <a:t>Deloitte</a:t>
            </a:r>
            <a:r>
              <a:rPr lang="en-US" sz="800" b="1" noProof="0" dirty="0">
                <a:solidFill>
                  <a:srgbClr val="313131"/>
                </a:solidFill>
                <a:latin typeface="Arial"/>
              </a:rPr>
              <a:t> | </a:t>
            </a:r>
            <a:r>
              <a:rPr lang="en-US" sz="800" noProof="0" dirty="0">
                <a:solidFill>
                  <a:srgbClr val="313131"/>
                </a:solidFill>
              </a:rPr>
              <a:t>Controlling</a:t>
            </a:r>
            <a:endParaRPr lang="en-US" sz="800" noProof="0" dirty="0">
              <a:solidFill>
                <a:srgbClr val="313131"/>
              </a:solidFill>
              <a:latin typeface="Arial"/>
            </a:endParaRPr>
          </a:p>
        </p:txBody>
      </p:sp>
      <p:sp>
        <p:nvSpPr>
          <p:cNvPr id="79" name="TextBox 78">
            <a:extLst>
              <a:ext uri="{FF2B5EF4-FFF2-40B4-BE49-F238E27FC236}">
                <a16:creationId xmlns:a16="http://schemas.microsoft.com/office/drawing/2014/main" id="{77F78186-D50E-12D0-DA24-B44199840680}"/>
              </a:ext>
            </a:extLst>
          </p:cNvPr>
          <p:cNvSpPr txBox="1"/>
          <p:nvPr/>
        </p:nvSpPr>
        <p:spPr bwMode="auto">
          <a:xfrm>
            <a:off x="9061551" y="3186956"/>
            <a:ext cx="3149447" cy="525401"/>
          </a:xfrm>
          <a:prstGeom prst="rect">
            <a:avLst/>
          </a:prstGeom>
          <a:noFill/>
          <a:ln w="9525">
            <a:noFill/>
            <a:miter lim="800000"/>
            <a:headEnd/>
            <a:tailEnd/>
          </a:ln>
        </p:spPr>
        <p:txBody>
          <a:bodyPr vert="horz" wrap="square" lIns="90000" tIns="46800" rIns="90000" bIns="46800" rtlCol="0">
            <a:spAutoFit/>
          </a:bodyPr>
          <a:lstStyle/>
          <a:p>
            <a:pPr algn="ctr">
              <a:spcBef>
                <a:spcPct val="20000"/>
              </a:spcBef>
              <a:buClr>
                <a:srgbClr val="000000"/>
              </a:buClr>
              <a:buSzPts val="1600"/>
            </a:pPr>
            <a:r>
              <a:rPr lang="en-US" sz="1400" i="0" u="none" baseline="0" noProof="0" dirty="0">
                <a:solidFill>
                  <a:srgbClr val="E40043"/>
                </a:solidFill>
                <a:latin typeface="Arial" panose="020B0604020202020204" pitchFamily="34" charset="0"/>
                <a:ea typeface="ヒラギノ角ゴ Pro W3" charset="-128"/>
              </a:rPr>
              <a:t>Valuation Class can only be assigned to one </a:t>
            </a:r>
            <a:r>
              <a:rPr lang="en-US" sz="1400" noProof="0" dirty="0">
                <a:solidFill>
                  <a:srgbClr val="E40043"/>
                </a:solidFill>
                <a:ea typeface="ヒラギノ角ゴ Pro W3" charset="-128"/>
              </a:rPr>
              <a:t>Account Category Reference</a:t>
            </a:r>
          </a:p>
        </p:txBody>
      </p:sp>
      <p:sp>
        <p:nvSpPr>
          <p:cNvPr id="81" name="TextBox 80">
            <a:extLst>
              <a:ext uri="{FF2B5EF4-FFF2-40B4-BE49-F238E27FC236}">
                <a16:creationId xmlns:a16="http://schemas.microsoft.com/office/drawing/2014/main" id="{301FEF67-C033-7D27-9146-C0346E06436A}"/>
              </a:ext>
            </a:extLst>
          </p:cNvPr>
          <p:cNvSpPr txBox="1"/>
          <p:nvPr/>
        </p:nvSpPr>
        <p:spPr bwMode="auto">
          <a:xfrm>
            <a:off x="9061552" y="4556382"/>
            <a:ext cx="3101708" cy="956288"/>
          </a:xfrm>
          <a:prstGeom prst="rect">
            <a:avLst/>
          </a:prstGeom>
          <a:noFill/>
          <a:ln w="9525">
            <a:noFill/>
            <a:miter lim="800000"/>
            <a:headEnd/>
            <a:tailEnd/>
          </a:ln>
        </p:spPr>
        <p:txBody>
          <a:bodyPr vert="horz" wrap="square" lIns="90000" tIns="46800" rIns="90000" bIns="46800" rtlCol="0">
            <a:spAutoFit/>
          </a:bodyPr>
          <a:lstStyle/>
          <a:p>
            <a:pPr algn="ctr">
              <a:spcBef>
                <a:spcPct val="20000"/>
              </a:spcBef>
              <a:buClr>
                <a:srgbClr val="000000"/>
              </a:buClr>
              <a:buSzPts val="1600"/>
            </a:pPr>
            <a:r>
              <a:rPr lang="en-US" sz="1400" i="0" u="none" baseline="0" noProof="0" dirty="0">
                <a:solidFill>
                  <a:srgbClr val="E40043"/>
                </a:solidFill>
                <a:latin typeface="Arial" panose="020B0604020202020204" pitchFamily="34" charset="0"/>
                <a:ea typeface="ヒラギノ角ゴ Pro W3" charset="-128"/>
              </a:rPr>
              <a:t>Valuation </a:t>
            </a:r>
            <a:r>
              <a:rPr lang="en-US" sz="1400" noProof="0" dirty="0">
                <a:solidFill>
                  <a:srgbClr val="E40043"/>
                </a:solidFill>
                <a:ea typeface="ヒラギノ角ゴ Pro W3" charset="-128"/>
              </a:rPr>
              <a:t>C</a:t>
            </a:r>
            <a:r>
              <a:rPr lang="en-US" sz="1400" i="0" u="none" baseline="0" noProof="0" dirty="0">
                <a:solidFill>
                  <a:srgbClr val="E40043"/>
                </a:solidFill>
                <a:latin typeface="Arial" panose="020B0604020202020204" pitchFamily="34" charset="0"/>
                <a:ea typeface="ヒラギノ角ゴ Pro W3" charset="-128"/>
              </a:rPr>
              <a:t>lasses are assigned in the Material </a:t>
            </a:r>
            <a:r>
              <a:rPr lang="en-US" sz="1400" noProof="0" dirty="0">
                <a:solidFill>
                  <a:srgbClr val="E40043"/>
                </a:solidFill>
                <a:ea typeface="ヒラギノ角ゴ Pro W3" charset="-128"/>
              </a:rPr>
              <a:t>M</a:t>
            </a:r>
            <a:r>
              <a:rPr lang="en-US" sz="1400" i="0" u="none" baseline="0" noProof="0" dirty="0">
                <a:solidFill>
                  <a:srgbClr val="E40043"/>
                </a:solidFill>
                <a:latin typeface="Arial" panose="020B0604020202020204" pitchFamily="34" charset="0"/>
                <a:ea typeface="ヒラギノ角ゴ Pro W3" charset="-128"/>
              </a:rPr>
              <a:t>aster at the Plant level (= different Valuation Classes per plant are possible)</a:t>
            </a:r>
            <a:endParaRPr lang="en-US" sz="1400" noProof="0" dirty="0">
              <a:solidFill>
                <a:srgbClr val="E40043"/>
              </a:solidFill>
              <a:ea typeface="ヒラギノ角ゴ Pro W3" charset="-128"/>
            </a:endParaRPr>
          </a:p>
        </p:txBody>
      </p:sp>
      <p:sp>
        <p:nvSpPr>
          <p:cNvPr id="83" name="TextBox 82">
            <a:extLst>
              <a:ext uri="{FF2B5EF4-FFF2-40B4-BE49-F238E27FC236}">
                <a16:creationId xmlns:a16="http://schemas.microsoft.com/office/drawing/2014/main" id="{DC056883-34E0-F849-F5E4-0601D9FA6D64}"/>
              </a:ext>
            </a:extLst>
          </p:cNvPr>
          <p:cNvSpPr txBox="1"/>
          <p:nvPr/>
        </p:nvSpPr>
        <p:spPr bwMode="auto">
          <a:xfrm>
            <a:off x="9109292" y="1431144"/>
            <a:ext cx="3053967" cy="956288"/>
          </a:xfrm>
          <a:prstGeom prst="rect">
            <a:avLst/>
          </a:prstGeom>
          <a:noFill/>
          <a:ln w="9525">
            <a:noFill/>
            <a:miter lim="800000"/>
            <a:headEnd/>
            <a:tailEnd/>
          </a:ln>
        </p:spPr>
        <p:txBody>
          <a:bodyPr vert="horz" wrap="square" lIns="90000" tIns="46800" rIns="90000" bIns="46800" rtlCol="0">
            <a:spAutoFit/>
          </a:bodyPr>
          <a:lstStyle/>
          <a:p>
            <a:pPr algn="ctr">
              <a:spcBef>
                <a:spcPct val="20000"/>
              </a:spcBef>
              <a:buClr>
                <a:srgbClr val="000000"/>
              </a:buClr>
              <a:buSzPts val="1600"/>
            </a:pPr>
            <a:r>
              <a:rPr lang="en-US" sz="1400" i="0" u="none" baseline="0" noProof="0" dirty="0">
                <a:solidFill>
                  <a:srgbClr val="E40043"/>
                </a:solidFill>
                <a:latin typeface="Arial" panose="020B0604020202020204" pitchFamily="34" charset="0"/>
                <a:ea typeface="ヒラギノ角ゴ Pro W3" charset="-128"/>
              </a:rPr>
              <a:t>A material type applies across all company codes, which is why a material number can be assigned to a material type only once.</a:t>
            </a:r>
            <a:endParaRPr lang="en-US" sz="1400" noProof="0" dirty="0">
              <a:solidFill>
                <a:srgbClr val="E40043"/>
              </a:solidFill>
              <a:ea typeface="ヒラギノ角ゴ Pro W3" charset="-128"/>
            </a:endParaRPr>
          </a:p>
        </p:txBody>
      </p:sp>
      <p:grpSp>
        <p:nvGrpSpPr>
          <p:cNvPr id="113" name="Group 112">
            <a:extLst>
              <a:ext uri="{FF2B5EF4-FFF2-40B4-BE49-F238E27FC236}">
                <a16:creationId xmlns:a16="http://schemas.microsoft.com/office/drawing/2014/main" id="{F989C0C1-E176-0296-9918-1BD824918D0D}"/>
              </a:ext>
            </a:extLst>
          </p:cNvPr>
          <p:cNvGrpSpPr/>
          <p:nvPr/>
        </p:nvGrpSpPr>
        <p:grpSpPr>
          <a:xfrm>
            <a:off x="354133" y="1599219"/>
            <a:ext cx="8243020" cy="3814321"/>
            <a:chOff x="506533" y="1452851"/>
            <a:chExt cx="8243020" cy="3814321"/>
          </a:xfrm>
        </p:grpSpPr>
        <p:grpSp>
          <p:nvGrpSpPr>
            <p:cNvPr id="84" name="Group 83">
              <a:extLst>
                <a:ext uri="{FF2B5EF4-FFF2-40B4-BE49-F238E27FC236}">
                  <a16:creationId xmlns:a16="http://schemas.microsoft.com/office/drawing/2014/main" id="{41BA6659-0C5F-5221-5C60-EB5F007C93E4}"/>
                </a:ext>
              </a:extLst>
            </p:cNvPr>
            <p:cNvGrpSpPr/>
            <p:nvPr/>
          </p:nvGrpSpPr>
          <p:grpSpPr>
            <a:xfrm>
              <a:off x="506533" y="1452851"/>
              <a:ext cx="8243020" cy="3806586"/>
              <a:chOff x="505841" y="1452851"/>
              <a:chExt cx="8723853" cy="4183066"/>
            </a:xfrm>
          </p:grpSpPr>
          <p:sp>
            <p:nvSpPr>
              <p:cNvPr id="5" name="TextBox 4">
                <a:extLst>
                  <a:ext uri="{FF2B5EF4-FFF2-40B4-BE49-F238E27FC236}">
                    <a16:creationId xmlns:a16="http://schemas.microsoft.com/office/drawing/2014/main" id="{A01AD0A2-2952-7179-2E89-EDE633B18A32}"/>
                  </a:ext>
                </a:extLst>
              </p:cNvPr>
              <p:cNvSpPr txBox="1"/>
              <p:nvPr/>
            </p:nvSpPr>
            <p:spPr bwMode="auto">
              <a:xfrm>
                <a:off x="518400" y="1452851"/>
                <a:ext cx="1479357"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E40043"/>
                    </a:solidFill>
                    <a:ea typeface="ヒラギノ角ゴ Pro W3" charset="-128"/>
                  </a:rPr>
                  <a:t>Material Type</a:t>
                </a:r>
                <a:endParaRPr lang="en-US" sz="1600" b="1" i="0" u="none" baseline="0" noProof="0" dirty="0">
                  <a:solidFill>
                    <a:srgbClr val="E40043"/>
                  </a:solidFill>
                  <a:latin typeface="Arial" panose="020B0604020202020204" pitchFamily="34" charset="0"/>
                  <a:ea typeface="ヒラギノ角ゴ Pro W3" charset="-128"/>
                </a:endParaRPr>
              </a:p>
            </p:txBody>
          </p:sp>
          <p:cxnSp>
            <p:nvCxnSpPr>
              <p:cNvPr id="9" name="Straight Arrow Connector 8">
                <a:extLst>
                  <a:ext uri="{FF2B5EF4-FFF2-40B4-BE49-F238E27FC236}">
                    <a16:creationId xmlns:a16="http://schemas.microsoft.com/office/drawing/2014/main" id="{FB5C8517-9016-E979-2F7B-178E38D3F83A}"/>
                  </a:ext>
                </a:extLst>
              </p:cNvPr>
              <p:cNvCxnSpPr>
                <a:cxnSpLocks/>
              </p:cNvCxnSpPr>
              <p:nvPr/>
            </p:nvCxnSpPr>
            <p:spPr>
              <a:xfrm flipH="1">
                <a:off x="3855024" y="1891013"/>
                <a:ext cx="3" cy="45465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753AB92-DD6D-76AB-70C8-D07909B5CF06}"/>
                  </a:ext>
                </a:extLst>
              </p:cNvPr>
              <p:cNvSpPr txBox="1"/>
              <p:nvPr/>
            </p:nvSpPr>
            <p:spPr bwMode="auto">
              <a:xfrm>
                <a:off x="2632390" y="1452853"/>
                <a:ext cx="2461228"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Finished Goods (FERT)</a:t>
                </a:r>
                <a:endParaRPr lang="en-US" sz="1600" b="1" i="0" u="none" baseline="0" noProof="0" dirty="0">
                  <a:solidFill>
                    <a:srgbClr val="000000"/>
                  </a:solidFill>
                  <a:latin typeface="Arial" panose="020B0604020202020204" pitchFamily="34" charset="0"/>
                  <a:ea typeface="ヒラギノ角ゴ Pro W3" charset="-128"/>
                </a:endParaRPr>
              </a:p>
            </p:txBody>
          </p:sp>
          <p:sp>
            <p:nvSpPr>
              <p:cNvPr id="16" name="TextBox 15">
                <a:extLst>
                  <a:ext uri="{FF2B5EF4-FFF2-40B4-BE49-F238E27FC236}">
                    <a16:creationId xmlns:a16="http://schemas.microsoft.com/office/drawing/2014/main" id="{E1AC8BBD-9803-1BD5-F76E-AB93440A7654}"/>
                  </a:ext>
                </a:extLst>
              </p:cNvPr>
              <p:cNvSpPr txBox="1"/>
              <p:nvPr/>
            </p:nvSpPr>
            <p:spPr bwMode="auto">
              <a:xfrm>
                <a:off x="6791293" y="1456875"/>
                <a:ext cx="2438401"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Trading Goods (HAWA)</a:t>
                </a:r>
                <a:endParaRPr lang="en-US" sz="1600" b="1" i="0" u="none" baseline="0" noProof="0" dirty="0">
                  <a:solidFill>
                    <a:srgbClr val="000000"/>
                  </a:solidFill>
                  <a:latin typeface="Arial" panose="020B0604020202020204" pitchFamily="34" charset="0"/>
                  <a:ea typeface="ヒラギノ角ゴ Pro W3" charset="-128"/>
                </a:endParaRPr>
              </a:p>
            </p:txBody>
          </p:sp>
          <p:sp>
            <p:nvSpPr>
              <p:cNvPr id="19" name="TextBox 18">
                <a:extLst>
                  <a:ext uri="{FF2B5EF4-FFF2-40B4-BE49-F238E27FC236}">
                    <a16:creationId xmlns:a16="http://schemas.microsoft.com/office/drawing/2014/main" id="{4FFAED56-9306-3FBF-5419-709D224ECDF3}"/>
                  </a:ext>
                </a:extLst>
              </p:cNvPr>
              <p:cNvSpPr txBox="1"/>
              <p:nvPr/>
            </p:nvSpPr>
            <p:spPr bwMode="auto">
              <a:xfrm>
                <a:off x="518398" y="2337348"/>
                <a:ext cx="2113987" cy="639282"/>
              </a:xfrm>
              <a:prstGeom prst="rect">
                <a:avLst/>
              </a:prstGeom>
              <a:noFill/>
              <a:ln w="9525">
                <a:noFill/>
                <a:miter lim="800000"/>
                <a:headEnd/>
                <a:tailEnd/>
              </a:ln>
            </p:spPr>
            <p:txBody>
              <a:bodyPr vert="horz" wrap="square" lIns="90000" tIns="46800" rIns="90000" bIns="46800" rtlCol="0">
                <a:spAutoFit/>
              </a:bodyPr>
              <a:lstStyle/>
              <a:p>
                <a:pPr rtl="0" eaLnBrk="1" fontAlgn="base" hangingPunct="1">
                  <a:lnSpc>
                    <a:spcPct val="100000"/>
                  </a:lnSpc>
                  <a:spcBef>
                    <a:spcPct val="20000"/>
                  </a:spcBef>
                  <a:spcAft>
                    <a:spcPct val="0"/>
                  </a:spcAft>
                  <a:buClr>
                    <a:srgbClr val="000000"/>
                  </a:buClr>
                  <a:buSzPts val="1600"/>
                </a:pPr>
                <a:r>
                  <a:rPr lang="en-US" sz="1600" b="1" noProof="0" dirty="0">
                    <a:solidFill>
                      <a:srgbClr val="E40043"/>
                    </a:solidFill>
                    <a:ea typeface="ヒラギノ角ゴ Pro W3" charset="-128"/>
                  </a:rPr>
                  <a:t>Account Category Reference</a:t>
                </a:r>
                <a:endParaRPr lang="en-US" sz="1600" b="1" i="0" u="none" baseline="0" noProof="0" dirty="0">
                  <a:solidFill>
                    <a:srgbClr val="E40043"/>
                  </a:solidFill>
                  <a:latin typeface="Arial" panose="020B0604020202020204" pitchFamily="34" charset="0"/>
                  <a:ea typeface="ヒラギノ角ゴ Pro W3" charset="-128"/>
                </a:endParaRPr>
              </a:p>
            </p:txBody>
          </p:sp>
          <p:sp>
            <p:nvSpPr>
              <p:cNvPr id="21" name="TextBox 20">
                <a:extLst>
                  <a:ext uri="{FF2B5EF4-FFF2-40B4-BE49-F238E27FC236}">
                    <a16:creationId xmlns:a16="http://schemas.microsoft.com/office/drawing/2014/main" id="{A1EC300C-278E-A1F5-F2AC-0C1272B0A3B5}"/>
                  </a:ext>
                </a:extLst>
              </p:cNvPr>
              <p:cNvSpPr txBox="1"/>
              <p:nvPr/>
            </p:nvSpPr>
            <p:spPr bwMode="auto">
              <a:xfrm>
                <a:off x="3536518" y="2434929"/>
                <a:ext cx="637011"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0009</a:t>
                </a:r>
                <a:endParaRPr lang="en-US" sz="1600" b="1" i="0" u="none" baseline="0" noProof="0" dirty="0">
                  <a:solidFill>
                    <a:srgbClr val="000000"/>
                  </a:solidFill>
                  <a:latin typeface="Arial" panose="020B0604020202020204" pitchFamily="34" charset="0"/>
                  <a:ea typeface="ヒラギノ角ゴ Pro W3" charset="-128"/>
                </a:endParaRPr>
              </a:p>
            </p:txBody>
          </p:sp>
          <p:sp>
            <p:nvSpPr>
              <p:cNvPr id="24" name="TextBox 23">
                <a:extLst>
                  <a:ext uri="{FF2B5EF4-FFF2-40B4-BE49-F238E27FC236}">
                    <a16:creationId xmlns:a16="http://schemas.microsoft.com/office/drawing/2014/main" id="{7DCDB97B-F37F-BD53-46C5-DD11E738B3E9}"/>
                  </a:ext>
                </a:extLst>
              </p:cNvPr>
              <p:cNvSpPr txBox="1"/>
              <p:nvPr/>
            </p:nvSpPr>
            <p:spPr bwMode="auto">
              <a:xfrm>
                <a:off x="7691985" y="3322139"/>
                <a:ext cx="716066" cy="368735"/>
              </a:xfrm>
              <a:prstGeom prst="rect">
                <a:avLst/>
              </a:prstGeom>
              <a:noFill/>
              <a:ln w="9525">
                <a:noFill/>
                <a:miter lim="800000"/>
                <a:headEnd/>
                <a:tailEnd/>
              </a:ln>
            </p:spPr>
            <p:txBody>
              <a:bodyPr wrap="square">
                <a:spAutoFit/>
              </a:bodyPr>
              <a:lstStyle/>
              <a:p>
                <a:r>
                  <a:rPr lang="en-US" sz="1600" b="1" i="0" noProof="0" dirty="0">
                    <a:solidFill>
                      <a:schemeClr val="tx1"/>
                    </a:solidFill>
                    <a:effectLst/>
                    <a:latin typeface="Arial" pitchFamily="34" charset="0"/>
                  </a:rPr>
                  <a:t>3100</a:t>
                </a:r>
                <a:endParaRPr lang="en-US" sz="1600" b="1" noProof="0" dirty="0"/>
              </a:p>
            </p:txBody>
          </p:sp>
          <p:sp>
            <p:nvSpPr>
              <p:cNvPr id="26" name="TextBox 25">
                <a:extLst>
                  <a:ext uri="{FF2B5EF4-FFF2-40B4-BE49-F238E27FC236}">
                    <a16:creationId xmlns:a16="http://schemas.microsoft.com/office/drawing/2014/main" id="{F3FDE4A4-8531-5180-F257-FA81ADE62B68}"/>
                  </a:ext>
                </a:extLst>
              </p:cNvPr>
              <p:cNvSpPr txBox="1"/>
              <p:nvPr/>
            </p:nvSpPr>
            <p:spPr bwMode="auto">
              <a:xfrm>
                <a:off x="7691987" y="2447114"/>
                <a:ext cx="637011"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0005</a:t>
                </a:r>
                <a:endParaRPr lang="en-US" sz="1600" b="1" i="0" u="none" baseline="0" noProof="0" dirty="0">
                  <a:solidFill>
                    <a:srgbClr val="000000"/>
                  </a:solidFill>
                  <a:latin typeface="Arial" panose="020B0604020202020204" pitchFamily="34" charset="0"/>
                  <a:ea typeface="ヒラギノ角ゴ Pro W3" charset="-128"/>
                </a:endParaRPr>
              </a:p>
            </p:txBody>
          </p:sp>
          <p:sp>
            <p:nvSpPr>
              <p:cNvPr id="28" name="TextBox 27">
                <a:extLst>
                  <a:ext uri="{FF2B5EF4-FFF2-40B4-BE49-F238E27FC236}">
                    <a16:creationId xmlns:a16="http://schemas.microsoft.com/office/drawing/2014/main" id="{D08C871A-A878-E3CC-B4AD-8999FE9347DD}"/>
                  </a:ext>
                </a:extLst>
              </p:cNvPr>
              <p:cNvSpPr txBox="1"/>
              <p:nvPr/>
            </p:nvSpPr>
            <p:spPr bwMode="auto">
              <a:xfrm>
                <a:off x="518399" y="3315934"/>
                <a:ext cx="1967348" cy="340735"/>
              </a:xfrm>
              <a:prstGeom prst="rect">
                <a:avLst/>
              </a:prstGeom>
              <a:noFill/>
              <a:ln w="9525">
                <a:noFill/>
                <a:miter lim="800000"/>
                <a:headEnd/>
                <a:tailEnd/>
              </a:ln>
            </p:spPr>
            <p:txBody>
              <a:bodyPr vert="horz" wrap="squar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E40043"/>
                    </a:solidFill>
                    <a:ea typeface="ヒラギノ角ゴ Pro W3" charset="-128"/>
                  </a:rPr>
                  <a:t>Valuation Class</a:t>
                </a:r>
                <a:endParaRPr lang="en-US" sz="1600" b="1" i="0" u="none" baseline="0" noProof="0" dirty="0">
                  <a:solidFill>
                    <a:srgbClr val="E40043"/>
                  </a:solidFill>
                  <a:latin typeface="Arial" panose="020B0604020202020204" pitchFamily="34" charset="0"/>
                  <a:ea typeface="ヒラギノ角ゴ Pro W3" charset="-128"/>
                </a:endParaRPr>
              </a:p>
            </p:txBody>
          </p:sp>
          <p:sp>
            <p:nvSpPr>
              <p:cNvPr id="30" name="TextBox 29">
                <a:extLst>
                  <a:ext uri="{FF2B5EF4-FFF2-40B4-BE49-F238E27FC236}">
                    <a16:creationId xmlns:a16="http://schemas.microsoft.com/office/drawing/2014/main" id="{735D9B45-F18A-0777-9270-B688125CCD61}"/>
                  </a:ext>
                </a:extLst>
              </p:cNvPr>
              <p:cNvSpPr txBox="1"/>
              <p:nvPr/>
            </p:nvSpPr>
            <p:spPr bwMode="auto">
              <a:xfrm>
                <a:off x="3544498" y="3336766"/>
                <a:ext cx="637011"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7920</a:t>
                </a:r>
                <a:endParaRPr lang="en-US" sz="1600" b="1" i="0" u="none" baseline="0" noProof="0" dirty="0">
                  <a:solidFill>
                    <a:srgbClr val="000000"/>
                  </a:solidFill>
                  <a:latin typeface="Arial" panose="020B0604020202020204" pitchFamily="34" charset="0"/>
                  <a:ea typeface="ヒラギノ角ゴ Pro W3" charset="-128"/>
                </a:endParaRPr>
              </a:p>
            </p:txBody>
          </p:sp>
          <p:cxnSp>
            <p:nvCxnSpPr>
              <p:cNvPr id="33" name="Straight Connector 32">
                <a:extLst>
                  <a:ext uri="{FF2B5EF4-FFF2-40B4-BE49-F238E27FC236}">
                    <a16:creationId xmlns:a16="http://schemas.microsoft.com/office/drawing/2014/main" id="{2238D650-3197-53DF-8EAB-27653ED85C8A}"/>
                  </a:ext>
                </a:extLst>
              </p:cNvPr>
              <p:cNvCxnSpPr>
                <a:cxnSpLocks/>
              </p:cNvCxnSpPr>
              <p:nvPr/>
            </p:nvCxnSpPr>
            <p:spPr>
              <a:xfrm flipV="1">
                <a:off x="3863004" y="2862334"/>
                <a:ext cx="1969488" cy="751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7969323-6CF0-E7D3-BDC1-ACFABC64BA07}"/>
                  </a:ext>
                </a:extLst>
              </p:cNvPr>
              <p:cNvSpPr txBox="1"/>
              <p:nvPr/>
            </p:nvSpPr>
            <p:spPr bwMode="auto">
              <a:xfrm>
                <a:off x="4525176" y="3333637"/>
                <a:ext cx="2759551" cy="374434"/>
              </a:xfrm>
              <a:prstGeom prst="rect">
                <a:avLst/>
              </a:prstGeom>
              <a:noFill/>
              <a:ln w="9525">
                <a:noFill/>
                <a:miter lim="800000"/>
                <a:headEnd/>
                <a:tailEnd/>
              </a:ln>
            </p:spPr>
            <p:txBody>
              <a:bodyPr vert="horz" wrap="square" lIns="90000" tIns="46800" rIns="90000" bIns="46800" rtlCol="0">
                <a:spAutoFit/>
              </a:bodyPr>
              <a:lstStyle/>
              <a:p>
                <a:pPr algn="ctr" rtl="0" eaLnBrk="1" fontAlgn="base" hangingPunct="1">
                  <a:lnSpc>
                    <a:spcPct val="100000"/>
                  </a:lnSpc>
                  <a:spcBef>
                    <a:spcPct val="20000"/>
                  </a:spcBef>
                  <a:spcAft>
                    <a:spcPct val="0"/>
                  </a:spcAft>
                  <a:buClr>
                    <a:srgbClr val="000000"/>
                  </a:buClr>
                  <a:buSzPts val="1600"/>
                </a:pPr>
                <a:r>
                  <a:rPr lang="en-US" sz="1600" b="1" noProof="0" dirty="0">
                    <a:solidFill>
                      <a:schemeClr val="accent3"/>
                    </a:solidFill>
                    <a:ea typeface="ヒラギノ角ゴ Pro W3" charset="-128"/>
                  </a:rPr>
                  <a:t>Custom Valuation Class</a:t>
                </a:r>
                <a:endParaRPr lang="en-US" sz="1600" b="1" i="0" u="none" baseline="0" noProof="0" dirty="0">
                  <a:solidFill>
                    <a:schemeClr val="accent3"/>
                  </a:solidFill>
                  <a:latin typeface="Arial" panose="020B0604020202020204" pitchFamily="34" charset="0"/>
                  <a:ea typeface="ヒラギノ角ゴ Pro W3" charset="-128"/>
                </a:endParaRPr>
              </a:p>
            </p:txBody>
          </p:sp>
          <p:sp>
            <p:nvSpPr>
              <p:cNvPr id="39" name="TextBox 38">
                <a:extLst>
                  <a:ext uri="{FF2B5EF4-FFF2-40B4-BE49-F238E27FC236}">
                    <a16:creationId xmlns:a16="http://schemas.microsoft.com/office/drawing/2014/main" id="{96A11F71-0CC2-6F0E-4DCF-FE5631F15D43}"/>
                  </a:ext>
                </a:extLst>
              </p:cNvPr>
              <p:cNvSpPr txBox="1"/>
              <p:nvPr/>
            </p:nvSpPr>
            <p:spPr bwMode="auto">
              <a:xfrm>
                <a:off x="505841" y="5122326"/>
                <a:ext cx="879080" cy="340735"/>
              </a:xfrm>
              <a:prstGeom prst="rect">
                <a:avLst/>
              </a:prstGeom>
              <a:noFill/>
              <a:ln w="9525">
                <a:noFill/>
                <a:miter lim="800000"/>
                <a:headEnd/>
                <a:tailEnd/>
              </a:ln>
            </p:spPr>
            <p:txBody>
              <a:bodyPr vert="horz" wrap="squar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E40043"/>
                    </a:solidFill>
                    <a:ea typeface="ヒラギノ角ゴ Pro W3" charset="-128"/>
                  </a:rPr>
                  <a:t>Plant</a:t>
                </a:r>
                <a:endParaRPr lang="en-US" sz="1600" b="1" i="0" u="none" baseline="0" noProof="0" dirty="0">
                  <a:solidFill>
                    <a:srgbClr val="E40043"/>
                  </a:solidFill>
                  <a:latin typeface="Arial" panose="020B0604020202020204" pitchFamily="34" charset="0"/>
                  <a:ea typeface="ヒラギノ角ゴ Pro W3" charset="-128"/>
                </a:endParaRPr>
              </a:p>
            </p:txBody>
          </p:sp>
          <p:sp>
            <p:nvSpPr>
              <p:cNvPr id="41" name="TextBox 40">
                <a:extLst>
                  <a:ext uri="{FF2B5EF4-FFF2-40B4-BE49-F238E27FC236}">
                    <a16:creationId xmlns:a16="http://schemas.microsoft.com/office/drawing/2014/main" id="{C485F30B-16DB-4851-8C9C-4DD931F75742}"/>
                  </a:ext>
                </a:extLst>
              </p:cNvPr>
              <p:cNvSpPr txBox="1"/>
              <p:nvPr/>
            </p:nvSpPr>
            <p:spPr bwMode="auto">
              <a:xfrm>
                <a:off x="3262398" y="5012574"/>
                <a:ext cx="1185238"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Plant GER</a:t>
                </a:r>
                <a:endParaRPr lang="en-US" sz="1600" b="1" i="0" u="none" baseline="0" noProof="0" dirty="0">
                  <a:solidFill>
                    <a:srgbClr val="000000"/>
                  </a:solidFill>
                  <a:latin typeface="Arial" panose="020B0604020202020204" pitchFamily="34" charset="0"/>
                  <a:ea typeface="ヒラギノ角ゴ Pro W3" charset="-128"/>
                </a:endParaRPr>
              </a:p>
            </p:txBody>
          </p:sp>
          <p:sp>
            <p:nvSpPr>
              <p:cNvPr id="43" name="TextBox 42">
                <a:extLst>
                  <a:ext uri="{FF2B5EF4-FFF2-40B4-BE49-F238E27FC236}">
                    <a16:creationId xmlns:a16="http://schemas.microsoft.com/office/drawing/2014/main" id="{2A85D9EF-C639-D35A-407F-6A295D00796A}"/>
                  </a:ext>
                </a:extLst>
              </p:cNvPr>
              <p:cNvSpPr txBox="1"/>
              <p:nvPr/>
            </p:nvSpPr>
            <p:spPr bwMode="auto">
              <a:xfrm>
                <a:off x="5278582" y="4998546"/>
                <a:ext cx="1071425"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Plant FIN</a:t>
                </a:r>
                <a:endParaRPr lang="en-US" sz="1600" b="1" i="0" u="none" baseline="0" noProof="0" dirty="0">
                  <a:solidFill>
                    <a:srgbClr val="000000"/>
                  </a:solidFill>
                  <a:latin typeface="Arial" panose="020B0604020202020204" pitchFamily="34" charset="0"/>
                  <a:ea typeface="ヒラギノ角ゴ Pro W3" charset="-128"/>
                </a:endParaRPr>
              </a:p>
            </p:txBody>
          </p:sp>
          <p:cxnSp>
            <p:nvCxnSpPr>
              <p:cNvPr id="52" name="Straight Arrow Connector 51">
                <a:extLst>
                  <a:ext uri="{FF2B5EF4-FFF2-40B4-BE49-F238E27FC236}">
                    <a16:creationId xmlns:a16="http://schemas.microsoft.com/office/drawing/2014/main" id="{93793063-8626-4FA0-2015-E7B5E2BA8079}"/>
                  </a:ext>
                </a:extLst>
              </p:cNvPr>
              <p:cNvCxnSpPr>
                <a:cxnSpLocks/>
              </p:cNvCxnSpPr>
              <p:nvPr/>
            </p:nvCxnSpPr>
            <p:spPr>
              <a:xfrm flipH="1">
                <a:off x="3855022" y="2862334"/>
                <a:ext cx="1" cy="45360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E0FDE5C-1BD9-F71F-0527-FF3F00363407}"/>
                  </a:ext>
                </a:extLst>
              </p:cNvPr>
              <p:cNvCxnSpPr>
                <a:cxnSpLocks/>
              </p:cNvCxnSpPr>
              <p:nvPr/>
            </p:nvCxnSpPr>
            <p:spPr>
              <a:xfrm flipH="1">
                <a:off x="5832491" y="2845769"/>
                <a:ext cx="1" cy="45360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pic>
            <p:nvPicPr>
              <p:cNvPr id="57" name="Germany">
                <a:extLst>
                  <a:ext uri="{FF2B5EF4-FFF2-40B4-BE49-F238E27FC236}">
                    <a16:creationId xmlns:a16="http://schemas.microsoft.com/office/drawing/2014/main" id="{ECE32166-FDD9-E8EC-F851-CF95349EF129}"/>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3616147" y="5347917"/>
                <a:ext cx="477740" cy="288000"/>
              </a:xfrm>
              <a:prstGeom prst="rect">
                <a:avLst/>
              </a:prstGeom>
              <a:ln w="9525">
                <a:solidFill>
                  <a:schemeClr val="bg1">
                    <a:lumMod val="65000"/>
                  </a:schemeClr>
                </a:solidFill>
              </a:ln>
            </p:spPr>
          </p:pic>
          <p:pic>
            <p:nvPicPr>
              <p:cNvPr id="59" name="Finland">
                <a:extLst>
                  <a:ext uri="{FF2B5EF4-FFF2-40B4-BE49-F238E27FC236}">
                    <a16:creationId xmlns:a16="http://schemas.microsoft.com/office/drawing/2014/main" id="{DEFFDDBF-9701-5076-7733-7BC8BE0DD287}"/>
                  </a:ext>
                </a:extLst>
              </p:cNvPr>
              <p:cNvPicPr>
                <a:picLocks noChangeAspect="1"/>
              </p:cNvPicPr>
              <p:nvPr>
                <p:custDataLst>
                  <p:tags r:id="rId5"/>
                </p:custDataLst>
              </p:nvPr>
            </p:nvPicPr>
            <p:blipFill>
              <a:blip r:embed="rId8" cstate="print">
                <a:extLst>
                  <a:ext uri="{28A0092B-C50C-407E-A947-70E740481C1C}">
                    <a14:useLocalDpi xmlns:a14="http://schemas.microsoft.com/office/drawing/2010/main" val="0"/>
                  </a:ext>
                </a:extLst>
              </a:blip>
              <a:stretch>
                <a:fillRect/>
              </a:stretch>
            </p:blipFill>
            <p:spPr>
              <a:xfrm>
                <a:off x="5582341" y="5347917"/>
                <a:ext cx="477740" cy="288000"/>
              </a:xfrm>
              <a:prstGeom prst="rect">
                <a:avLst/>
              </a:prstGeom>
              <a:ln w="9525">
                <a:solidFill>
                  <a:schemeClr val="bg1">
                    <a:lumMod val="65000"/>
                  </a:schemeClr>
                </a:solidFill>
              </a:ln>
            </p:spPr>
          </p:pic>
          <p:sp>
            <p:nvSpPr>
              <p:cNvPr id="63" name="TextBox 62">
                <a:extLst>
                  <a:ext uri="{FF2B5EF4-FFF2-40B4-BE49-F238E27FC236}">
                    <a16:creationId xmlns:a16="http://schemas.microsoft.com/office/drawing/2014/main" id="{EE97510F-C4AB-4C58-B847-0CB26CA31D12}"/>
                  </a:ext>
                </a:extLst>
              </p:cNvPr>
              <p:cNvSpPr txBox="1"/>
              <p:nvPr/>
            </p:nvSpPr>
            <p:spPr bwMode="auto">
              <a:xfrm>
                <a:off x="505841" y="4051418"/>
                <a:ext cx="2373289" cy="586957"/>
              </a:xfrm>
              <a:prstGeom prst="rect">
                <a:avLst/>
              </a:prstGeom>
              <a:noFill/>
              <a:ln w="9525">
                <a:noFill/>
                <a:miter lim="800000"/>
                <a:headEnd/>
                <a:tailEnd/>
              </a:ln>
            </p:spPr>
            <p:txBody>
              <a:bodyPr vert="horz" wrap="squar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E40043"/>
                    </a:solidFill>
                    <a:ea typeface="ヒラギノ角ゴ Pro W3" charset="-128"/>
                  </a:rPr>
                  <a:t>MM Account Determination</a:t>
                </a:r>
                <a:endParaRPr lang="en-US" sz="1600" b="1" i="0" u="none" baseline="0" noProof="0" dirty="0">
                  <a:solidFill>
                    <a:srgbClr val="E40043"/>
                  </a:solidFill>
                  <a:latin typeface="Arial" panose="020B0604020202020204" pitchFamily="34" charset="0"/>
                  <a:ea typeface="ヒラギノ角ゴ Pro W3" charset="-128"/>
                </a:endParaRPr>
              </a:p>
            </p:txBody>
          </p:sp>
          <p:cxnSp>
            <p:nvCxnSpPr>
              <p:cNvPr id="66" name="Straight Arrow Connector 65">
                <a:extLst>
                  <a:ext uri="{FF2B5EF4-FFF2-40B4-BE49-F238E27FC236}">
                    <a16:creationId xmlns:a16="http://schemas.microsoft.com/office/drawing/2014/main" id="{51ABEDE1-A6F1-B407-83F3-5B3E19F2278D}"/>
                  </a:ext>
                </a:extLst>
              </p:cNvPr>
              <p:cNvCxnSpPr>
                <a:cxnSpLocks/>
              </p:cNvCxnSpPr>
              <p:nvPr/>
            </p:nvCxnSpPr>
            <p:spPr>
              <a:xfrm flipH="1">
                <a:off x="5825574" y="3690874"/>
                <a:ext cx="1" cy="45360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748FD62-499E-E38D-D50D-26ACAEDED013}"/>
                  </a:ext>
                </a:extLst>
              </p:cNvPr>
              <p:cNvCxnSpPr>
                <a:cxnSpLocks/>
              </p:cNvCxnSpPr>
              <p:nvPr/>
            </p:nvCxnSpPr>
            <p:spPr>
              <a:xfrm flipH="1">
                <a:off x="3855021" y="3685349"/>
                <a:ext cx="1" cy="45360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C622FB8-7DA9-6DA8-A2FC-3204C41C5227}"/>
                  </a:ext>
                </a:extLst>
              </p:cNvPr>
              <p:cNvSpPr txBox="1"/>
              <p:nvPr/>
            </p:nvSpPr>
            <p:spPr bwMode="auto">
              <a:xfrm>
                <a:off x="2975901" y="4162301"/>
                <a:ext cx="1758239" cy="374434"/>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Standard FERT</a:t>
                </a:r>
                <a:endParaRPr lang="en-US" sz="1600" b="1" i="0" u="none" baseline="0" noProof="0" dirty="0">
                  <a:solidFill>
                    <a:srgbClr val="000000"/>
                  </a:solidFill>
                  <a:latin typeface="Arial" panose="020B0604020202020204" pitchFamily="34" charset="0"/>
                  <a:ea typeface="ヒラギノ角ゴ Pro W3" charset="-128"/>
                </a:endParaRPr>
              </a:p>
            </p:txBody>
          </p:sp>
          <p:sp>
            <p:nvSpPr>
              <p:cNvPr id="71" name="TextBox 70">
                <a:extLst>
                  <a:ext uri="{FF2B5EF4-FFF2-40B4-BE49-F238E27FC236}">
                    <a16:creationId xmlns:a16="http://schemas.microsoft.com/office/drawing/2014/main" id="{8E00A1C1-4A4C-C13F-2891-63F9790CDEB0}"/>
                  </a:ext>
                </a:extLst>
              </p:cNvPr>
              <p:cNvSpPr txBox="1"/>
              <p:nvPr/>
            </p:nvSpPr>
            <p:spPr bwMode="auto">
              <a:xfrm>
                <a:off x="4532090" y="4170060"/>
                <a:ext cx="2600801" cy="374434"/>
              </a:xfrm>
              <a:prstGeom prst="rect">
                <a:avLst/>
              </a:prstGeom>
              <a:noFill/>
              <a:ln w="9525">
                <a:noFill/>
                <a:miter lim="800000"/>
                <a:headEnd/>
                <a:tailEnd/>
              </a:ln>
            </p:spPr>
            <p:txBody>
              <a:bodyPr vert="horz" wrap="square" lIns="90000" tIns="46800" rIns="90000" bIns="46800" rtlCol="0">
                <a:spAutoFit/>
              </a:bodyPr>
              <a:lstStyle/>
              <a:p>
                <a:pPr algn="ctr" rtl="0" eaLnBrk="1" fontAlgn="base" hangingPunct="1">
                  <a:lnSpc>
                    <a:spcPct val="100000"/>
                  </a:lnSpc>
                  <a:spcBef>
                    <a:spcPct val="20000"/>
                  </a:spcBef>
                  <a:spcAft>
                    <a:spcPct val="0"/>
                  </a:spcAft>
                  <a:buClr>
                    <a:srgbClr val="000000"/>
                  </a:buClr>
                  <a:buSzPts val="1600"/>
                </a:pPr>
                <a:r>
                  <a:rPr lang="en-US" sz="1600" b="1" noProof="0" dirty="0">
                    <a:solidFill>
                      <a:schemeClr val="accent3"/>
                    </a:solidFill>
                    <a:ea typeface="ヒラギノ角ゴ Pro W3" charset="-128"/>
                  </a:rPr>
                  <a:t>Copy from HAWA</a:t>
                </a:r>
                <a:endParaRPr lang="en-US" sz="1600" b="1" i="0" u="none" baseline="0" noProof="0" dirty="0">
                  <a:solidFill>
                    <a:schemeClr val="accent3"/>
                  </a:solidFill>
                  <a:latin typeface="Arial" panose="020B0604020202020204" pitchFamily="34" charset="0"/>
                  <a:ea typeface="ヒラギノ角ゴ Pro W3" charset="-128"/>
                </a:endParaRPr>
              </a:p>
            </p:txBody>
          </p:sp>
          <p:cxnSp>
            <p:nvCxnSpPr>
              <p:cNvPr id="72" name="Straight Arrow Connector 71">
                <a:extLst>
                  <a:ext uri="{FF2B5EF4-FFF2-40B4-BE49-F238E27FC236}">
                    <a16:creationId xmlns:a16="http://schemas.microsoft.com/office/drawing/2014/main" id="{426FFFB3-111F-5595-8BD8-653179EE4B3D}"/>
                  </a:ext>
                </a:extLst>
              </p:cNvPr>
              <p:cNvCxnSpPr>
                <a:cxnSpLocks/>
              </p:cNvCxnSpPr>
              <p:nvPr/>
            </p:nvCxnSpPr>
            <p:spPr>
              <a:xfrm flipH="1">
                <a:off x="5825573" y="4584077"/>
                <a:ext cx="1" cy="45360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67A089B-48D3-00F8-FCA3-E24B3A3AA774}"/>
                  </a:ext>
                </a:extLst>
              </p:cNvPr>
              <p:cNvCxnSpPr>
                <a:cxnSpLocks/>
              </p:cNvCxnSpPr>
              <p:nvPr/>
            </p:nvCxnSpPr>
            <p:spPr>
              <a:xfrm flipH="1">
                <a:off x="8010493" y="1895037"/>
                <a:ext cx="3" cy="45465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2CF1C76-3255-DFD6-DBA1-70B73C94C6FB}"/>
                  </a:ext>
                </a:extLst>
              </p:cNvPr>
              <p:cNvCxnSpPr>
                <a:cxnSpLocks/>
              </p:cNvCxnSpPr>
              <p:nvPr/>
            </p:nvCxnSpPr>
            <p:spPr>
              <a:xfrm flipH="1">
                <a:off x="8010492" y="2849793"/>
                <a:ext cx="3" cy="45465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8" name="Straight Arrow Connector 87">
              <a:extLst>
                <a:ext uri="{FF2B5EF4-FFF2-40B4-BE49-F238E27FC236}">
                  <a16:creationId xmlns:a16="http://schemas.microsoft.com/office/drawing/2014/main" id="{6440DD77-A456-31F7-886B-B531235A745F}"/>
                </a:ext>
              </a:extLst>
            </p:cNvPr>
            <p:cNvCxnSpPr>
              <a:cxnSpLocks/>
            </p:cNvCxnSpPr>
            <p:nvPr/>
          </p:nvCxnSpPr>
          <p:spPr>
            <a:xfrm>
              <a:off x="7604389" y="3478501"/>
              <a:ext cx="6535" cy="420661"/>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AADE6020-5C93-9E89-521F-2FDADCAECD06}"/>
                </a:ext>
              </a:extLst>
            </p:cNvPr>
            <p:cNvSpPr txBox="1"/>
            <p:nvPr/>
          </p:nvSpPr>
          <p:spPr bwMode="auto">
            <a:xfrm>
              <a:off x="6715273" y="3898305"/>
              <a:ext cx="1791301" cy="340735"/>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Standard HAWA </a:t>
              </a:r>
              <a:endParaRPr lang="en-US" sz="1600" b="1" i="0" u="none" baseline="0" noProof="0" dirty="0">
                <a:solidFill>
                  <a:srgbClr val="000000"/>
                </a:solidFill>
                <a:latin typeface="Arial" panose="020B0604020202020204" pitchFamily="34" charset="0"/>
                <a:ea typeface="ヒラギノ角ゴ Pro W3" charset="-128"/>
              </a:endParaRPr>
            </a:p>
          </p:txBody>
        </p:sp>
        <p:sp>
          <p:nvSpPr>
            <p:cNvPr id="93" name="TextBox 92">
              <a:extLst>
                <a:ext uri="{FF2B5EF4-FFF2-40B4-BE49-F238E27FC236}">
                  <a16:creationId xmlns:a16="http://schemas.microsoft.com/office/drawing/2014/main" id="{76940877-9F51-3366-113B-4176E72B38D3}"/>
                </a:ext>
              </a:extLst>
            </p:cNvPr>
            <p:cNvSpPr txBox="1"/>
            <p:nvPr/>
          </p:nvSpPr>
          <p:spPr bwMode="auto">
            <a:xfrm>
              <a:off x="6538702" y="4673287"/>
              <a:ext cx="1119911" cy="310069"/>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Plant GER</a:t>
              </a:r>
              <a:endParaRPr lang="en-US" sz="1600" b="1" i="0" u="none" baseline="0" noProof="0" dirty="0">
                <a:solidFill>
                  <a:srgbClr val="000000"/>
                </a:solidFill>
                <a:latin typeface="Arial" panose="020B0604020202020204" pitchFamily="34" charset="0"/>
                <a:ea typeface="ヒラギノ角ゴ Pro W3" charset="-128"/>
              </a:endParaRPr>
            </a:p>
          </p:txBody>
        </p:sp>
        <p:sp>
          <p:nvSpPr>
            <p:cNvPr id="95" name="TextBox 94">
              <a:extLst>
                <a:ext uri="{FF2B5EF4-FFF2-40B4-BE49-F238E27FC236}">
                  <a16:creationId xmlns:a16="http://schemas.microsoft.com/office/drawing/2014/main" id="{76CF0900-D68F-C92B-6A06-5CDE28052D98}"/>
                </a:ext>
              </a:extLst>
            </p:cNvPr>
            <p:cNvSpPr txBox="1"/>
            <p:nvPr/>
          </p:nvSpPr>
          <p:spPr bwMode="auto">
            <a:xfrm>
              <a:off x="7619260" y="4662450"/>
              <a:ext cx="1012371" cy="310069"/>
            </a:xfrm>
            <a:prstGeom prst="rect">
              <a:avLst/>
            </a:prstGeom>
            <a:noFill/>
            <a:ln w="9525">
              <a:noFill/>
              <a:miter lim="800000"/>
              <a:headEnd/>
              <a:tailEnd/>
            </a:ln>
          </p:spPr>
          <p:txBody>
            <a:bodyPr vert="horz" wrap="none" lIns="90000" tIns="46800" rIns="90000" bIns="46800" rtlCol="0">
              <a:spAutoFit/>
            </a:bodyPr>
            <a:lstStyle/>
            <a:p>
              <a:pPr algn="l" rtl="0" eaLnBrk="1" fontAlgn="base" hangingPunct="1">
                <a:lnSpc>
                  <a:spcPct val="100000"/>
                </a:lnSpc>
                <a:spcBef>
                  <a:spcPct val="20000"/>
                </a:spcBef>
                <a:spcAft>
                  <a:spcPct val="0"/>
                </a:spcAft>
                <a:buClr>
                  <a:srgbClr val="000000"/>
                </a:buClr>
                <a:buSzPts val="1600"/>
              </a:pPr>
              <a:r>
                <a:rPr lang="en-US" sz="1600" b="1" noProof="0" dirty="0">
                  <a:solidFill>
                    <a:srgbClr val="000000"/>
                  </a:solidFill>
                  <a:ea typeface="ヒラギノ角ゴ Pro W3" charset="-128"/>
                </a:rPr>
                <a:t>Plant FIN</a:t>
              </a:r>
              <a:endParaRPr lang="en-US" sz="1600" b="1" i="0" u="none" baseline="0" noProof="0" dirty="0">
                <a:solidFill>
                  <a:srgbClr val="000000"/>
                </a:solidFill>
                <a:latin typeface="Arial" panose="020B0604020202020204" pitchFamily="34" charset="0"/>
                <a:ea typeface="ヒラギノ角ゴ Pro W3" charset="-128"/>
              </a:endParaRPr>
            </a:p>
          </p:txBody>
        </p:sp>
        <p:pic>
          <p:nvPicPr>
            <p:cNvPr id="97" name="Germany">
              <a:extLst>
                <a:ext uri="{FF2B5EF4-FFF2-40B4-BE49-F238E27FC236}">
                  <a16:creationId xmlns:a16="http://schemas.microsoft.com/office/drawing/2014/main" id="{09A283D0-E946-6F99-BC8C-E47C8B4327D5}"/>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6913216" y="5005092"/>
              <a:ext cx="451408" cy="262080"/>
            </a:xfrm>
            <a:prstGeom prst="rect">
              <a:avLst/>
            </a:prstGeom>
            <a:ln w="9525">
              <a:solidFill>
                <a:schemeClr val="bg1">
                  <a:lumMod val="65000"/>
                </a:schemeClr>
              </a:solidFill>
            </a:ln>
          </p:spPr>
        </p:pic>
        <p:pic>
          <p:nvPicPr>
            <p:cNvPr id="99" name="Finland">
              <a:extLst>
                <a:ext uri="{FF2B5EF4-FFF2-40B4-BE49-F238E27FC236}">
                  <a16:creationId xmlns:a16="http://schemas.microsoft.com/office/drawing/2014/main" id="{8224F130-E3D7-27DD-7550-20A7E185A683}"/>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7932545" y="5005092"/>
              <a:ext cx="451408" cy="262080"/>
            </a:xfrm>
            <a:prstGeom prst="rect">
              <a:avLst/>
            </a:prstGeom>
            <a:ln w="9525">
              <a:solidFill>
                <a:schemeClr val="bg1">
                  <a:lumMod val="65000"/>
                </a:schemeClr>
              </a:solidFill>
            </a:ln>
          </p:spPr>
        </p:pic>
        <p:cxnSp>
          <p:nvCxnSpPr>
            <p:cNvPr id="101" name="Straight Connector 100">
              <a:extLst>
                <a:ext uri="{FF2B5EF4-FFF2-40B4-BE49-F238E27FC236}">
                  <a16:creationId xmlns:a16="http://schemas.microsoft.com/office/drawing/2014/main" id="{DB1CAB8B-191A-460A-463B-0854A59BD8EA}"/>
                </a:ext>
              </a:extLst>
            </p:cNvPr>
            <p:cNvCxnSpPr>
              <a:cxnSpLocks/>
            </p:cNvCxnSpPr>
            <p:nvPr/>
          </p:nvCxnSpPr>
          <p:spPr>
            <a:xfrm>
              <a:off x="7165173" y="4316311"/>
              <a:ext cx="891500" cy="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D58FB237-DCE1-912B-D264-1D9E48D60629}"/>
                </a:ext>
              </a:extLst>
            </p:cNvPr>
            <p:cNvCxnSpPr>
              <a:cxnSpLocks/>
            </p:cNvCxnSpPr>
            <p:nvPr/>
          </p:nvCxnSpPr>
          <p:spPr>
            <a:xfrm flipH="1">
              <a:off x="7165173" y="4299515"/>
              <a:ext cx="1" cy="412776"/>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884D75A6-15BD-1D33-92B5-2E978CFEDF94}"/>
                </a:ext>
              </a:extLst>
            </p:cNvPr>
            <p:cNvCxnSpPr>
              <a:cxnSpLocks/>
            </p:cNvCxnSpPr>
            <p:nvPr/>
          </p:nvCxnSpPr>
          <p:spPr>
            <a:xfrm flipH="1">
              <a:off x="8056673" y="4299515"/>
              <a:ext cx="1" cy="412776"/>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BDF810E1-7185-4E25-4995-443B608AB13B}"/>
                </a:ext>
              </a:extLst>
            </p:cNvPr>
            <p:cNvCxnSpPr>
              <a:cxnSpLocks/>
            </p:cNvCxnSpPr>
            <p:nvPr/>
          </p:nvCxnSpPr>
          <p:spPr>
            <a:xfrm flipH="1">
              <a:off x="3671113" y="4302264"/>
              <a:ext cx="3" cy="413731"/>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
        <p:nvSpPr>
          <p:cNvPr id="114" name="Rectangle 113">
            <a:extLst>
              <a:ext uri="{FF2B5EF4-FFF2-40B4-BE49-F238E27FC236}">
                <a16:creationId xmlns:a16="http://schemas.microsoft.com/office/drawing/2014/main" id="{DB405986-3751-CC8D-0839-B147C58B3A9A}"/>
              </a:ext>
            </a:extLst>
          </p:cNvPr>
          <p:cNvSpPr/>
          <p:nvPr/>
        </p:nvSpPr>
        <p:spPr bwMode="auto">
          <a:xfrm>
            <a:off x="518398" y="5906452"/>
            <a:ext cx="1249200" cy="278250"/>
          </a:xfrm>
          <a:prstGeom prst="rect">
            <a:avLst/>
          </a:prstGeom>
          <a:solidFill>
            <a:schemeClr val="tx1"/>
          </a:solidFill>
          <a:ln w="9525" algn="ctr">
            <a:noFill/>
            <a:miter lim="800000"/>
            <a:headEnd/>
            <a:tailEnd/>
          </a:ln>
        </p:spPr>
        <p:txBody>
          <a:bodyPr lIns="72000" tIns="72000" rIns="72000" bIns="72000" rtlCol="0" anchor="ctr"/>
          <a:lstStyle/>
          <a:p>
            <a:pPr algn="ctr" rtl="0" eaLnBrk="1" fontAlgn="base" hangingPunct="1">
              <a:lnSpc>
                <a:spcPct val="100000"/>
              </a:lnSpc>
              <a:spcBef>
                <a:spcPct val="0"/>
              </a:spcBef>
              <a:spcAft>
                <a:spcPct val="0"/>
              </a:spcAft>
            </a:pPr>
            <a:r>
              <a:rPr lang="de-DE" sz="1400" b="1" i="0" u="none" kern="0" baseline="0" dirty="0">
                <a:solidFill>
                  <a:schemeClr val="bg2"/>
                </a:solidFill>
                <a:latin typeface="Arial" panose="020B0604020202020204" pitchFamily="34" charset="0"/>
                <a:ea typeface="ＭＳ Ｐゴシック" charset="-128"/>
              </a:rPr>
              <a:t>Standard</a:t>
            </a:r>
          </a:p>
        </p:txBody>
      </p:sp>
      <p:sp>
        <p:nvSpPr>
          <p:cNvPr id="116" name="Rectangle 115">
            <a:extLst>
              <a:ext uri="{FF2B5EF4-FFF2-40B4-BE49-F238E27FC236}">
                <a16:creationId xmlns:a16="http://schemas.microsoft.com/office/drawing/2014/main" id="{808F476D-2823-A8E8-4377-67BDADD9E761}"/>
              </a:ext>
            </a:extLst>
          </p:cNvPr>
          <p:cNvSpPr/>
          <p:nvPr/>
        </p:nvSpPr>
        <p:spPr bwMode="auto">
          <a:xfrm>
            <a:off x="1908038" y="5906452"/>
            <a:ext cx="1249345" cy="278250"/>
          </a:xfrm>
          <a:prstGeom prst="rect">
            <a:avLst/>
          </a:prstGeom>
          <a:solidFill>
            <a:schemeClr val="accent3"/>
          </a:solidFill>
          <a:ln w="9525" algn="ctr">
            <a:noFill/>
            <a:miter lim="800000"/>
            <a:headEnd/>
            <a:tailEnd/>
          </a:ln>
        </p:spPr>
        <p:txBody>
          <a:bodyPr lIns="72000" tIns="72000" rIns="72000" bIns="72000" rtlCol="0" anchor="ctr"/>
          <a:lstStyle/>
          <a:p>
            <a:pPr algn="ctr" rtl="0" eaLnBrk="1" fontAlgn="base" hangingPunct="1">
              <a:lnSpc>
                <a:spcPct val="100000"/>
              </a:lnSpc>
              <a:spcBef>
                <a:spcPct val="0"/>
              </a:spcBef>
              <a:spcAft>
                <a:spcPct val="0"/>
              </a:spcAft>
            </a:pPr>
            <a:r>
              <a:rPr lang="de-DE" sz="1400" b="1" i="0" u="none" kern="0" baseline="0" dirty="0">
                <a:solidFill>
                  <a:schemeClr val="bg2"/>
                </a:solidFill>
                <a:latin typeface="Arial" panose="020B0604020202020204" pitchFamily="34" charset="0"/>
                <a:ea typeface="ＭＳ Ｐゴシック" charset="-128"/>
              </a:rPr>
              <a:t>Customizing</a:t>
            </a:r>
          </a:p>
        </p:txBody>
      </p:sp>
    </p:spTree>
    <p:custDataLst>
      <p:tags r:id="rId1"/>
    </p:custDataLst>
    <p:extLst>
      <p:ext uri="{BB962C8B-B14F-4D97-AF65-F5344CB8AC3E}">
        <p14:creationId xmlns:p14="http://schemas.microsoft.com/office/powerpoint/2010/main" val="1815403509"/>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CHANGETRACKING" val="true"/>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IAAAAAAAAAAwAAAAMAAAAA/////wQAPwwAAAAAAAAAAAAAIAD///////////////8AAAD///////////////8DAAAAAwD///////8DAAAAAgD///////////////////////////////////////////////////////////////////////////////////////////////////////////////////////////////////////////////////////////////////////////////////////////////////////////////////////////////////////////////////////////////////////////////////////////////////////////////////////////////////////////////////////////////////////////////////////////////////////////////////////////////////////////////////////////////////////////////////////////////8BACAA////////////////AAAO////////AwAAAAIA////////////////////////////////////////////////////////////////////////////////////////////////////////////////////////////////////////////////////////////////////////////////////////////////////////////////////////////////////////////////////////////////////////////////////////////////////////////////////////////////////////////////////////////////////////////////////////////////////////////////////////////////////////////////////////////////////////////////////////////////////////////////////////AgACAP///////wQAAAACABAAC+Yfb6O20LdCiIVja5iTm9gFAAAAAAADAAAAAwADAAAAAQADAAAAAAD///////8DAAEA////////BAAAAAMAEAALhVOfW4OyMUSuW18FHeB/XQ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BQMAAAAAAAAAAAAACAB////////////////AAAA////////////////BAAAAAMA////////BAAAAAMA////////////////////////////////////////////////////////////////////////////////////////////////////////////////////////////////////////////////////////////////////////////////////////////////////////////////////////////////////////////////////////////////////////////////////////////////////////////////////////////////////////////////////////////////////////////////////////////////////////////////////////////////////////////////////////////////////////////////////////////////AQAgAf///////////////wAADv///////wQAAAACAP///////////////////////////////////////////////////////////////////////////////////////////////////////////////////////////////////////////////////////////////////////////////////////////////////////////////////////////////////////////////////////////////////////////////////////////////////////////////////////////////////////////////////////////////////////////////////////////////////////////////////////////////////////////////////////////////////////////////////////////////////////////////////////wIAAgEDAAAAAgD///////8aAAZMaW5rZWRTaGFwZXNEYXRhUHJvcGVydHlfMAUAAAAAAAQAAAADAAQAAAABAAQAAAADAP///////wMAAgEDAAAAAwD///////8lAAZMaW5rZWRTaGFwZVByZXNlbnRhdGlvblNldHRpbmdzRGF0YV8wBQAAAAEABAAAAAAABAAAAAI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OYfb6O20LdCiIVja5iTm9gDRGF0YQAbAAAABExpbmtlZFNoYXBlRGF0YQAFAAAAAAACTmFtZQAZAAAATGlua2VkU2hhcGVzRGF0YVByb3BlcnR5ABBWZXJzaW9uAAAAAAAJTGFzdFdyaXRlALn21sJ9AQAAAAEA/////8YAxgAAAAVfaWQAEAAAAASFU59bg7IxRK5bXwUd4H9dA0RhdGEAUwAAAAhQcmVzZW50YXRpb25TY2FubmVkRm9yTGlua2VkU2hhcGVzAAECTnVtYmVyRm9ybWF0U2VwYXJhdG9yTW9kZQAKAAAAQXV0b21hdGljAAACTmFtZQAkAAAATGlua2VkU2hhcGVQcmVzZW50YXRpb25TZXR0aW5nc0RhdGEAEFZlcnNpb24AAAAAAAlMYXN0V3JpdGUAjffWwn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Lst>
</file>

<file path=ppt/tags/tag2.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f029d760-e0a1-4b24-88a3-0451a2dc326f"/>
  <p:tag name="MIO_CONTENTTAG" val="ZnglHz1viUqdHNeWdleZ2A=="/>
  <p:tag name="MIO_DBID" val="338A29B5-695B-45AD-981D-46622E76BF4A"/>
  <p:tag name="MIO_EK" val="2823"/>
  <p:tag name="MIO_EKGUID" val="9e07b9b6-a3ca-4626-a251-62b011227d49"/>
  <p:tag name="MIO_EMBED_FONT" val="False"/>
  <p:tag name="MIO_FALLBACK_LAYOUT" val="3"/>
  <p:tag name="MIO_HDS" val="True"/>
  <p:tag name="MIO_LASTDOWNLOADED" val="08.09.2026 09:58:47.282"/>
  <p:tag name="MIO_LASTEDITORNAME" val="Johanna Archutowski"/>
  <p:tag name="MIO_MATCH_COLOR_SCHEME" val="False"/>
  <p:tag name="MIO_NUMBER_OF_VALID_LAYOUTS" val="8"/>
  <p:tag name="MIO_OBJECTNAME" val="FLG EN 16:9"/>
  <p:tag name="MIO_PRESI_FIRST_SLIDENUMBER" val="1"/>
  <p:tag name="MIO_SHOW_DATE" val="False"/>
  <p:tag name="MIO_SHOW_FOOTER" val="True"/>
  <p:tag name="MIO_SHOW_PAGENUMBER" val="True"/>
  <p:tag name="MIO_SKIPVERSION" val="01.01.0001 00:00:00"/>
  <p:tag name="MIO_UPDATE" val="True"/>
  <p:tag name="MIO_VERSION" val="05.05.2026 09:54:59"/>
</p:tagLst>
</file>

<file path=ppt/tags/tag3.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6.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9.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2.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6.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8.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9.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2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21.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2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6.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2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2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9.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3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3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2.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3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34.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3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3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38.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3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41.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42.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4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4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4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48.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49.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5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1.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5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54.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5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1;-2"/>
</p:tagLst>
</file>

<file path=ppt/tags/tag58.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5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1;-2"/>
</p:tagLst>
</file>

<file path=ppt/tags/tag60.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1;-2"/>
</p:tagLst>
</file>

<file path=ppt/tags/tag61.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1;-2"/>
</p:tagLst>
</file>

<file path=ppt/tags/tag62.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63.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64.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COLORSETCLASSNAME" val="ColorSet1"/>
  <p:tag name="COLORS" val="-1;-1;-1;White;-1;-2"/>
</p:tagLst>
</file>

<file path=ppt/tags/tag67.xml><?xml version="1.0" encoding="utf-8"?>
<p:tagLst xmlns:a="http://schemas.openxmlformats.org/drawingml/2006/main" xmlns:r="http://schemas.openxmlformats.org/officeDocument/2006/relationships" xmlns:p="http://schemas.openxmlformats.org/presentationml/2006/main">
  <p:tag name="MIO_GUID" val="b17027d4-9ac8-4d2a-b0b5-6644075b4274"/>
</p:tagLst>
</file>

<file path=ppt/tags/tag68.xml><?xml version="1.0" encoding="utf-8"?>
<p:tagLst xmlns:a="http://schemas.openxmlformats.org/drawingml/2006/main" xmlns:r="http://schemas.openxmlformats.org/officeDocument/2006/relationships" xmlns:p="http://schemas.openxmlformats.org/presentationml/2006/main">
  <p:tag name="MIO_GUID" val="4406832c-4ef4-4ed0-a016-d6120a1e16e3"/>
  <p:tag name="MIO_EKGUID" val="82c860b0-6ed9-4712-9a00-033079c7b26d"/>
  <p:tag name="MIO_UPDATE" val="True"/>
  <p:tag name="MIO_VERSION" val="13.04.2022 13:12:49"/>
  <p:tag name="MIO_DBID" val="fede6900-895c-4459-b97c-72b2b9dac459"/>
  <p:tag name="MIO_LASTDOWNLOADED" val="15.10.2026 16:08:55.563"/>
  <p:tag name="MIO_OBJECTNAME" val="Germany"/>
  <p:tag name="MIO_LASTEDITORNAME" val="Steffi Rauh"/>
</p:tagLst>
</file>

<file path=ppt/tags/tag69.xml><?xml version="1.0" encoding="utf-8"?>
<p:tagLst xmlns:a="http://schemas.openxmlformats.org/drawingml/2006/main" xmlns:r="http://schemas.openxmlformats.org/officeDocument/2006/relationships" xmlns:p="http://schemas.openxmlformats.org/presentationml/2006/main">
  <p:tag name="MIO_GUID" val="583e0925-b020-4894-ab53-fea5fa8225ce"/>
  <p:tag name="MIO_EKGUID" val="3789350f-d353-43b8-ac57-f3b8befb3ab2"/>
  <p:tag name="MIO_UPDATE" val="True"/>
  <p:tag name="MIO_VERSION" val="13.04.2022 13:12:48"/>
  <p:tag name="MIO_DBID" val="fede6900-895c-4459-b97c-72b2b9dac459"/>
  <p:tag name="MIO_LASTDOWNLOADED" val="15.10.2026 16:09:18.705"/>
  <p:tag name="MIO_OBJECTNAME" val="Finland"/>
  <p:tag name="MIO_LASTEDITORNAME" val="Steffi Rauh"/>
</p:tagLst>
</file>

<file path=ppt/tags/tag70.xml><?xml version="1.0" encoding="utf-8"?>
<p:tagLst xmlns:a="http://schemas.openxmlformats.org/drawingml/2006/main" xmlns:r="http://schemas.openxmlformats.org/officeDocument/2006/relationships" xmlns:p="http://schemas.openxmlformats.org/presentationml/2006/main">
  <p:tag name="MIO_GUID" val="4406832c-4ef4-4ed0-a016-d6120a1e16e3"/>
  <p:tag name="MIO_EKGUID" val="82c860b0-6ed9-4712-9a00-033079c7b26d"/>
  <p:tag name="MIO_UPDATE" val="True"/>
  <p:tag name="MIO_VERSION" val="13.04.2022 13:12:49"/>
  <p:tag name="MIO_DBID" val="fede6900-895c-4459-b97c-72b2b9dac459"/>
  <p:tag name="MIO_LASTDOWNLOADED" val="15.10.2026 16:08:55.563"/>
  <p:tag name="MIO_OBJECTNAME" val="Germany"/>
  <p:tag name="MIO_LASTEDITORNAME" val="Steffi Rauh"/>
</p:tagLst>
</file>

<file path=ppt/tags/tag71.xml><?xml version="1.0" encoding="utf-8"?>
<p:tagLst xmlns:a="http://schemas.openxmlformats.org/drawingml/2006/main" xmlns:r="http://schemas.openxmlformats.org/officeDocument/2006/relationships" xmlns:p="http://schemas.openxmlformats.org/presentationml/2006/main">
  <p:tag name="MIO_GUID" val="583e0925-b020-4894-ab53-fea5fa8225ce"/>
  <p:tag name="MIO_EKGUID" val="3789350f-d353-43b8-ac57-f3b8befb3ab2"/>
  <p:tag name="MIO_UPDATE" val="True"/>
  <p:tag name="MIO_VERSION" val="13.04.2022 13:12:48"/>
  <p:tag name="MIO_DBID" val="fede6900-895c-4459-b97c-72b2b9dac459"/>
  <p:tag name="MIO_LASTDOWNLOADED" val="15.10.2026 16:09:18.705"/>
  <p:tag name="MIO_OBJECTNAME" val="Finland"/>
  <p:tag name="MIO_LASTEDITORNAME" val="Steffi Rauh"/>
</p:tagLst>
</file>

<file path=ppt/theme/theme1.xml><?xml version="1.0" encoding="utf-8"?>
<a:theme xmlns:a="http://schemas.openxmlformats.org/drawingml/2006/main" name="1_Default Theme">
  <a:themeElements>
    <a:clrScheme name="Hyperlink">
      <a:dk1>
        <a:srgbClr val="000000"/>
      </a:dk1>
      <a:lt1>
        <a:srgbClr val="FFFFFF"/>
      </a:lt1>
      <a:dk2>
        <a:srgbClr val="000000"/>
      </a:dk2>
      <a:lt2>
        <a:srgbClr val="FFFFFF"/>
      </a:lt2>
      <a:accent1>
        <a:srgbClr val="E3006A"/>
      </a:accent1>
      <a:accent2>
        <a:srgbClr val="93117E"/>
      </a:accent2>
      <a:accent3>
        <a:srgbClr val="005EA8"/>
      </a:accent3>
      <a:accent4>
        <a:srgbClr val="008BD0"/>
      </a:accent4>
      <a:accent5>
        <a:srgbClr val="008E4F"/>
      </a:accent5>
      <a:accent6>
        <a:srgbClr val="000000"/>
      </a:accent6>
      <a:hlink>
        <a:srgbClr val="000000"/>
      </a:hlink>
      <a:folHlink>
        <a:srgbClr val="00000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85000"/>
          </a:schemeClr>
        </a:solidFill>
        <a:ln w="9525" algn="ctr">
          <a:noFill/>
          <a:miter lim="800000"/>
          <a:headEnd/>
          <a:tailEnd/>
        </a:ln>
      </a:spPr>
      <a:bodyPr lIns="72000" tIns="72000" rIns="72000" bIns="72000" rtlCol="0" anchor="ctr"/>
      <a:lstStyle>
        <a:defPPr algn="ctr" rtl="0" eaLnBrk="1" fontAlgn="base" hangingPunct="1">
          <a:lnSpc>
            <a:spcPct val="100000"/>
          </a:lnSpc>
          <a:spcBef>
            <a:spcPct val="0"/>
          </a:spcBef>
          <a:spcAft>
            <a:spcPct val="0"/>
          </a:spcAft>
          <a:defRPr sz="1800" b="1" i="0" u="none" kern="0" baseline="0" dirty="0">
            <a:solidFill>
              <a:srgbClr val="000000"/>
            </a:solidFill>
            <a:latin typeface="Arial" panose="020B0604020202020204" pitchFamily="34" charset="0"/>
            <a:ea typeface="ＭＳ Ｐゴシック" charset="-128"/>
          </a:defRPr>
        </a:defPPr>
      </a:lstStyle>
    </a:spDef>
    <a:lnDef>
      <a:spPr>
        <a:ln>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vert="horz" wrap="square" lIns="90000" tIns="46800" rIns="90000" bIns="46800" rtlCol="0">
        <a:spAutoFit/>
      </a:bodyPr>
      <a:lstStyle>
        <a:defPPr algn="l" rtl="0" eaLnBrk="1" fontAlgn="base" hangingPunct="1">
          <a:lnSpc>
            <a:spcPct val="100000"/>
          </a:lnSpc>
          <a:spcBef>
            <a:spcPct val="20000"/>
          </a:spcBef>
          <a:spcAft>
            <a:spcPct val="0"/>
          </a:spcAft>
          <a:buClr>
            <a:srgbClr val="000000"/>
          </a:buClr>
          <a:buSzPts val="1600"/>
          <a:defRPr sz="1600" b="0" i="0" u="none" baseline="0" dirty="0">
            <a:solidFill>
              <a:srgbClr val="000000"/>
            </a:solidFill>
            <a:latin typeface="Arial" panose="020B0604020202020204" pitchFamily="34" charset="0"/>
            <a:ea typeface="ヒラギノ角ゴ Pro W3" charset="-128"/>
          </a:defRPr>
        </a:defPPr>
      </a:lstStyle>
    </a:txDef>
  </a:objectDefaults>
  <a:extraClrSchemeLst/>
  <a:custClrLst>
    <a:custClr name="Berichtswesen blau (Ist)">
      <a:srgbClr val="0000FF"/>
    </a:custClr>
    <a:custClr name="Berichtswesen grün (Plan)">
      <a:srgbClr val="339966"/>
    </a:custClr>
    <a:custClr name="Berichtswesen rot (Vorjahr)">
      <a:srgbClr val="FF0000"/>
    </a:custClr>
    <a:custClr name="Berichtswesen hellblau (Forecast)">
      <a:srgbClr val="6496FF"/>
    </a:custClr>
  </a:custClrLst>
  <a:extLst>
    <a:ext uri="{05A4C25C-085E-4340-85A3-A5531E510DB2}">
      <thm15:themeFamily xmlns:thm15="http://schemas.microsoft.com/office/thememl/2012/main" name="Präsentation2" id="{AFFAB6C5-EA8F-4099-8F63-20EF8548BE8E}" vid="{F4B5E296-AF3A-4A0B-BD59-A8371215C520}"/>
    </a:ext>
  </a:ext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4E79D0333608F479BF27F25B640F11A" ma:contentTypeVersion="6" ma:contentTypeDescription="Create a new document." ma:contentTypeScope="" ma:versionID="5a2c94424de62b72b226c0da23bd05a0">
  <xsd:schema xmlns:xsd="http://www.w3.org/2001/XMLSchema" xmlns:xs="http://www.w3.org/2001/XMLSchema" xmlns:p="http://schemas.microsoft.com/office/2006/metadata/properties" xmlns:ns2="c4416e52-f767-4207-bb1b-8a837b1f2956" targetNamespace="http://schemas.microsoft.com/office/2006/metadata/properties" ma:root="true" ma:fieldsID="fb9d153feca8a8ee1b87e649dcddc906" ns2:_="">
    <xsd:import namespace="c4416e52-f767-4207-bb1b-8a837b1f295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416e52-f767-4207-bb1b-8a837b1f29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4646FF-750C-4F4D-9A06-FDA7D68E207D}">
  <ds:schemaRefs>
    <ds:schemaRef ds:uri="c4416e52-f767-4207-bb1b-8a837b1f295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12DAB22-EDE2-40D3-98E2-D6440FC8595C}">
  <ds:schemaRefs>
    <ds:schemaRef ds:uri="http://schemas.microsoft.com/office/2006/documentManagement/types"/>
    <ds:schemaRef ds:uri="http://purl.org/dc/elements/1.1/"/>
    <ds:schemaRef ds:uri="http://purl.org/dc/dcmitype/"/>
    <ds:schemaRef ds:uri="c4416e52-f767-4207-bb1b-8a837b1f2956"/>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BDBCE10D-CCA8-4582-B291-30C576BB99DF}">
  <ds:schemaRefs>
    <ds:schemaRef ds:uri="http://schemas.microsoft.com/sharepoint/v3/contenttype/forms"/>
  </ds:schemaRefs>
</ds:datastoreItem>
</file>

<file path=docMetadata/LabelInfo.xml><?xml version="1.0" encoding="utf-8"?>
<clbl:labelList xmlns:clbl="http://schemas.microsoft.com/office/2020/mipLabelMetadata">
  <clbl:label id="{a8218bc3-7d4c-4a61-b912-a6ca487118dd}" enabled="0" method="" siteId="{a8218bc3-7d4c-4a61-b912-a6ca487118dd}" removed="1"/>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Default Theme</Template>
  <TotalTime>0</TotalTime>
  <Words>910</Words>
  <Application>Microsoft Office PowerPoint</Application>
  <PresentationFormat>Breitbild</PresentationFormat>
  <Paragraphs>108</Paragraphs>
  <Slides>6</Slides>
  <Notes>2</Notes>
  <HiddenSlides>1</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6</vt:i4>
      </vt:variant>
    </vt:vector>
  </HeadingPairs>
  <TitlesOfParts>
    <vt:vector size="13" baseType="lpstr">
      <vt:lpstr>Arial</vt:lpstr>
      <vt:lpstr>Symbol</vt:lpstr>
      <vt:lpstr>Webdings</vt:lpstr>
      <vt:lpstr>Wingdings</vt:lpstr>
      <vt:lpstr>ヒラギノ角ゴ Pro W3</vt:lpstr>
      <vt:lpstr>1_Default Theme</vt:lpstr>
      <vt:lpstr>think-cell Folie</vt:lpstr>
      <vt:lpstr>KDD</vt:lpstr>
      <vt:lpstr>Document History</vt:lpstr>
      <vt:lpstr>Management Summary</vt:lpstr>
      <vt:lpstr>Solution Alternatives and Recommendation</vt:lpstr>
      <vt:lpstr>Signature Sheet</vt:lpstr>
      <vt:lpstr>Intercompany Business of Finished Goods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Jaeger</dc:creator>
  <cp:lastModifiedBy>Moritz Göthel</cp:lastModifiedBy>
  <cp:revision>118</cp:revision>
  <cp:lastPrinted>2017-07-03T09:46:07Z</cp:lastPrinted>
  <dcterms:created xsi:type="dcterms:W3CDTF">2026-09-08T07:57:50Z</dcterms:created>
  <dcterms:modified xsi:type="dcterms:W3CDTF">2026-10-18T19:43:19Z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a28a66c-3c7f-463f-9f3d-483220f1d838_Enabled">
    <vt:lpwstr>true</vt:lpwstr>
  </property>
  <property fmtid="{D5CDD505-2E9C-101B-9397-08002B2CF9AE}" pid="3" name="MSIP_Label_3a28a66c-3c7f-463f-9f3d-483220f1d838_SetDate">
    <vt:lpwstr>2026-05-04T09:56:39Z</vt:lpwstr>
  </property>
  <property fmtid="{D5CDD505-2E9C-101B-9397-08002B2CF9AE}" pid="4" name="MSIP_Label_3a28a66c-3c7f-463f-9f3d-483220f1d838_Method">
    <vt:lpwstr>Standard</vt:lpwstr>
  </property>
  <property fmtid="{D5CDD505-2E9C-101B-9397-08002B2CF9AE}" pid="5" name="MSIP_Label_3a28a66c-3c7f-463f-9f3d-483220f1d838_Name">
    <vt:lpwstr>FLG_Internal</vt:lpwstr>
  </property>
  <property fmtid="{D5CDD505-2E9C-101B-9397-08002B2CF9AE}" pid="6" name="MSIP_Label_3a28a66c-3c7f-463f-9f3d-483220f1d838_SiteId">
    <vt:lpwstr>a8218bc3-7d4c-4a61-b912-a6ca487118dd</vt:lpwstr>
  </property>
  <property fmtid="{D5CDD505-2E9C-101B-9397-08002B2CF9AE}" pid="7" name="MSIP_Label_3a28a66c-3c7f-463f-9f3d-483220f1d838_ActionId">
    <vt:lpwstr>77603498-ea80-4219-950c-95034fbcf6a3</vt:lpwstr>
  </property>
  <property fmtid="{D5CDD505-2E9C-101B-9397-08002B2CF9AE}" pid="8" name="MSIP_Label_3a28a66c-3c7f-463f-9f3d-483220f1d838_ContentBits">
    <vt:lpwstr>0</vt:lpwstr>
  </property>
  <property fmtid="{D5CDD505-2E9C-101B-9397-08002B2CF9AE}" pid="9" name="MSIP_Label_3a28a66c-3c7f-463f-9f3d-483220f1d838_Tag">
    <vt:lpwstr>10, 3, 0, 1</vt:lpwstr>
  </property>
  <property fmtid="{D5CDD505-2E9C-101B-9397-08002B2CF9AE}" pid="10" name="ContentTypeId">
    <vt:lpwstr>0x01010054E79D0333608F479BF27F25B640F11A</vt:lpwstr>
  </property>
  <property fmtid="{D5CDD505-2E9C-101B-9397-08002B2CF9AE}" pid="11" name="MediaServiceImageTags">
    <vt:lpwstr/>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xd_Signature">
    <vt:bool>false</vt:bool>
  </property>
</Properties>
</file>