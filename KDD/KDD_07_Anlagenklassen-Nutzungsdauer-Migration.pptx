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KDD_FI_007 Anlagenklassen und Migration – Langfassung und Quellen</a:t>
            </a:r>
          </a:p>
          <a:p>
            <a:r>
              <a:t>3-188 FI-AA-01-01 Granulare Z-Anlagenklassen, Kontenfindung und Nutzungsdauer-Steuerung inkl. Massenpflege (High): kundeneigene Z-Klassen mit granularer Struktur; Kontenfindung eng gekoppelt; beim Umstieg auf YCOA werden DUS-Konten nicht übernommen; Nutzungsdauer über Z-Tabelle je Klasse (amtliche AfA-Tabelle für deutsche Verkehrsflughäfen); über 20.000 Anlagen; Public Cloud bietet keine Z-Tabelle, Massenänderungen laufen über APIs. Anforderung: Abgleich Standardklassen vs. Z-Klassen, Auszug AfA-Schlüssel/Kontenfindung, revisionssichere Nutzungsdauer-Steuerung über BTP oder granularere Klassen, effiziente Massenänderungen.</a:t>
            </a:r>
          </a:p>
          <a:p>
            <a:r>
              <a:t>3-206 FI-AA-10-01 Filebasierte Migration ~20.000 Anlagen inkl. Historie (High): 20.331 Stammsätze inkl. Töchter, Historie und Vorjahresbewegungen; filebasierter Upload bevorzugt; bei SITA gab es Probleme (Historie Callabis/Citro zu recherchieren); Übernahme über Altanlagen verwalten (F7280A), Übernahmewerte buchen (ABLDT), AiB-Posten (ABLDT_OI), Voraussetzung F7312; Migrations-Cockpit in J62/BFH nicht beschrieben. Kommentar von Aesch: auch in den anderen Bewertungsbereichen.</a:t>
            </a:r>
          </a:p>
          <a:p>
            <a:r>
              <a:t>Standardbezug (zu verifizieren): Scope Item BH5 Data Migration to SAP S/4HANA from File mit Migrationsobjekt Anlage inkl. Salden und Bewegungen (kumulierte AHK/AfA je Bewertungsbereich, Bewegungen des laufenden Jahres, AiB-Posten); Nutzungsdauer und AfA-Schlüssel als Vorschlagswerte je Anlagenklasse und Bewertungsbereich; Massenänderung über Standard-Apps und Fixed-Asset-APIs.</a:t>
            </a:r>
          </a:p>
          <a:p>
            <a:r>
              <a:t>Offene Punkte: Anzahl Z-Klassen und benötigte Zielklassen; Historientiefe und Prüferabstimmung; Bewertungsbereiche (HGB, ggf. IFRS, Steuer); Migrationszeitpunkt (Geschäftsjahresbeginn empfohlen); SITA-Erfahrungen; Verantwortliche für Klassenkatalog.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KDD_FI_007. Option 1 (empfohlen): Standard-Anlagenklassen (Kopien mit granularer Ausprägung) mit Vorschlags-Nutzungsdauer und AfA-Schlüssel je Bewertungsbereich, Kontenfindung je Klasse auf YCOA; Mapping Z-Klasse zu Standardklasse; Migration über Migrationscockpit (BH5) mit kumulierten Werten und laufendem Jahr, AiB-Posten je Maßnahme (KDD_FI_006); Massenpflege über Standard-Apps/APIs. Clean Core, Upgrade-Fähigkeit hoch, Aufwand mittel (Konfiguration, Mapping, mehrere Testmigrationen), keine Lizenzkosten.</a:t>
            </a:r>
          </a:p>
          <a:p>
            <a:r>
              <a:t>Option 2: kompakte Klassen, Nutzungsdauer aus kundeneigener Tabelle per Custom Logic beim Anlegen (oder BTP-App), mehrjährige Historie über eigenes Upload-Tooling. Entwicklung und Pflege je Release, Prüfungsrisiko, kritischer Pfad vor Migration.</a:t>
            </a:r>
          </a:p>
          <a:p>
            <a:r>
              <a:t>Entscheidungslevel Stream: Konfigurationsentscheidung Finance mit Beteiligung Anlagenmanagement; Kritikalität hoch wegen Irreversibilität nach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(FI-AA), Anlagenmanagement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Werden Z-Anlagenklassen und Nutzungsdauer-Steuerung über zusätzliche Standard-Anlagenklassen mit fixen Nutzungsdauern abgebildet und rund 20.000 Anlagen mit kumulierten Werten über das Migrationscockpit übernommen, oder wird die Bestandswelt per Erweiterung nachgebaut?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Anforderungen 3-188 und 3-206. DUS nutzt kundeneigene Z-Anlagenklassen mit granularer Struktur; Kontenfindung und eine Z-Tabelle je Klasse (amtliche AfA-Tabelle für Verkehrsflughäfen) steuern Nutzungsdauern für über 20.000 Anlagen (20.331 Stammsätze inkl. Töchtern). Beim Umstieg auf YCOA werden die DUS-Konten nicht übernommen; die Z-Tabelle gibt es im Standard nicht. Migration filebasiert inkl. Historie und in allen Bewertungsbereichen gewünscht; bei SITA gab es Probleme.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Kontenfindung, Klassenmapping und Migrationsvorlagen können nicht erstellt werden; Datenübernahme und AfA-Fortführung ab Go-Live sind gefährdet; nachträgliche Änderungen an Klassen und Nutzungsdauern bei 20.000 Anlagen sind praktisch nicht korrigierbar.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Standardkonfiguration: zusätzliche granulare Anlagenklassen mit fester Nutzungsdauer und AfA-Schlüssel je Bewertungsbereich, Mapping Z-Klasse zu neuer Klasse, Massenänderungen über Standard-Apps/APIs; Migration kumulierter Werte plus laufendes Jahr über das Migrationscockpit (BH5). Option 2: kompakte Klassen plus kundeneigene Nutzungsdauer-Steuerung (Custom Logic oder BTP-App), Migration mehrjähriger Historie über eigenes Upload-Tooling. Verworfen: Beibehalt der Z-Konten (YCOA ist gesetzt).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KDD_FI_006 (AiB); Anlagenmanagement (Membrane, KDD_FI_002); Migration (BH5); Controlling (YCOA); Wirtschaftsprüfung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Nutzungsdauern gehören in der Public Edition in die Anlagenklasse (Vorschlagswerte je Bewertungsbereich); eine granularere Klassenstruktur ersetzt die Z-Tabelle ohne Entwicklung und bleibt prüfungssicher über transportierte Konfiguration. Die Migration erfolgt mit dem Standard-Migrationsobjekt für Anlagen (kumulierte AHK und AfA je Bewertungsbereich, Bewegungen des laufenden Jahres, offene AiB-Posten); die mehrjährige Historie bleibt im Altsystem bzw. Archiv (KDD_FI_005) auswertbar. Custom-Logik für AfA-Parameter (Option 2) erhöht Prüfungs- und Upgrade-Risiko.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Anlage neuer Anlagen wählt Klasse mit vorbelegter Nutzungsdauer; Abweichungen nur begründet je Anlage; Massenänderungen über Standard-Massenpflege. Organisation: Anlagenbuchhaltung pflegt Klassenkatalog (Governance), Konfigurationsänderungen über IT-Change. Integration: Membrane erhält Anlagennummern der neuen Struktur (KDD_FI_002). Daten: Mapping-Tabelle Z-Klasse zu Standardklasse, Kontenfindung auf YCOA, Migrationsvorlagen je Bewertungsbereich, Abstimmung Salden alt/neu. Berechtigungen: Konfiguration nur Key User, Massenänderung eingeschränkt.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Auszug Z-Klassen, AfA-Schlüssel, Kontenfindung aus dem Bestandssystem; Anzahl Zielklassen; Historientiefe mit Wirtschaftsprüfung; Bewertungsbereiche je Rechnungslegung; Recherche SITA-Probleme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KDD_FI_007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KDD_FI_007: Anlagenklassen, Nutzungsdauer und Anlagenmigration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Prozess/Konfiguration, Konversion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Granulare Standardklassen, Migration BH5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Kompakte Klassen + eigene Nutzungsdauer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Nutzungsdauer und AfA-Schlüssel je Klasse: revisionssicher, ohne Entwicklung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Kontenfindung je Klasse auf YCOA definierbar; Massenpflege über Standard-Apps/APIs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Migrationsobjekt Anlage (Salden, Bewegungen, AiB-Posten) mit Simulation im Standard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Bestandswelt 1:1: Z-Tabelle je Klasse und gewohnte Massenlogik bleiben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Wenige Klassen, geringer Konfigurationsaufwand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Mehrjährige Historie in S/4HANA, wenn eigenes Upload-Tooling gebaut wird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Mehr Klassen zu pflegen; Katalog muss die amtliche AfA-Tabelle abbilden (Anzahl offen)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mehrjährige Bewegungshistorie in S/4HANA, nur kumulierte Werte plus laufendes Jahr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Änderung der Nutzungsdauer je Anlage bleibt manueller Vorgang mit Begründung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Custom Logic/BTP für AfA-Parameter: Prüfungsrisiko, Pflege bei jedem Release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Kundeneigenes Migrationstooling statt Standardobjekt: mehr Fehlerquellen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Kontenfindung bleibt grob, Auswertungen nach Anlagenart schwächer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Unvollständiger Auszug aus dem Bestandssystem verzögert das Mapping (SITA-Erfahrung)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Abstimmung 20.000 Anlagen in allen Bewertungsbereichen erfordert Testmigrationen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Entwicklung muss vor der Migration fertig und getestet sein (kritischer Pfad)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Wirtschaftsprüfer könnte kundeneigene AfA-Ableitung beanstanden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Lizenz-/Entwicklungskosten; Aufwand Konfiguration, Mapping, Testmigrationen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Entwicklung und Betrieb (Custom Objects oder BTP-App), Pflege je Release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Mehrere Migrationszyklen einplanen; Klassenkatalog vor erster Testmigration fixieren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Hohes Zeitrisiko: Bau, Test und Migration in Serie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Core, Upgrade-Fähigkeit voll; Betrieb im Standard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Historie im Altsystem-Lesezugriff oder Archiv (KDD_FI_005) sicherstellen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Clean-Core-Verstoß bei In-App-Logik für AfA-Parameter; side-by-side nur mit hohem Aufwand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Nur zu empfehlen, wenn die Klassenanzahl in Option 1 unbeherrschbar wäre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KDD_FI_007: Anlagenklassen, Nutzungsdauer und Anlagenmigration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