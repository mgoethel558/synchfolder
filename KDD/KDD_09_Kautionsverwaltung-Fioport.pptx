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KDD_FI_009 Kautionsverwaltung – Langfassung und Quellen</a:t>
            </a:r>
          </a:p>
          <a:p>
            <a:r>
              <a:t>3-176 FI-AR-04-01 Kautionsverwaltung &amp; Verzinsung (Fioport-Ablösung) (Medium, WRICEF, User Story FI-AR-04 Kautionen &amp; Airline-Vorauszahlungen): Mietkautionen werden im externen System Fioport (Sparkasse) verwaltet, inkl. automatischer Verzinsung und jährlicher Zinsübersicht an den Kunden; zu prüfen, ob S/4HANA Cloud oder ein anderes SAP-Modul (z. B. TRM) vergleichbare Funktionen bietet; Akzeptanz: SAP-Lösung bewertet, jährliche Zinsübersicht abbildbar, Ablöseszenario beschrieben.</a:t>
            </a:r>
          </a:p>
          <a:p>
            <a:r>
              <a:t>Zusammenhang: 3-172 nennt Kautionsankündigungen als Workflow-Anwendungsfall (KDD_FI_001).</a:t>
            </a:r>
          </a:p>
          <a:p>
            <a:r>
              <a:t>Standardbezug (zu verifizieren): Sonderhauptbuchvorgänge für Debitoren (erhaltene Anzahlungen/Kautionen) sind Standard in S/4HANA Cloud; Zinsrechnung auf Debitorensalden/Posten in der Public Edition im Umfang zu prüfen; TRM adressiert eigene Finanzinstrumente (Geldanlage, Darlehen) und ist für Mieterkautionen nicht geeignet.</a:t>
            </a:r>
          </a:p>
          <a:p>
            <a:r>
              <a:t>Nicht aus den Dokumenten ableitbar: Anzahl/Volumen Kautionen, Verzinsungsregeln, Vertrag und Kosten Fioport, Exportformate.</a:t>
            </a:r>
          </a:p>
          <a:p>
            <a:r>
              <a:t>Offene Punkte: Fioport-Export, Zinssteuer (Kapitalertragsteuer) auf Kautionszinsen, Prozess Rückzahlung, Verantwortliche Vermietung/Debitoren.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KDD_FI_009. Option 1 (empfohlen): Fioport bleibt Kontoführung und Verzinsung; S/4HANA Cloud: Sonderhauptbuchposten je Debitor (Kautionskennzeichen), Zahlungseingang und Rückzahlung im Standard, jährliche Zinsbuchung aus Fioport-Export (Datei), Fioport-Kontonummer als Custom Field am Posten oder Geschäftspartner. Clean Core, Upgrade-Fähigkeit hoch, Aufwand gering, laufende Fioport-Kosten.</a:t>
            </a:r>
          </a:p>
          <a:p>
            <a:r>
              <a:t>Option 2: Kautionsverwaltung inkl. Zinsrechnung und Zinsübersicht in S/4HANA Cloud (Standard-Zinsrechnung falls verfügbar, sonst Custom Logic/BTP), Formular als Custom Form; Bankkonten bleiben; Entwicklung und Pflege für Nebenprozess.</a:t>
            </a:r>
          </a:p>
          <a:p>
            <a:r>
              <a:t>Entscheidungslevel Stream; Kritikalität mittel (Medium-Priorität, kein Go-Live-Blocker).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(FI-AR) mit Real Estate/Vermietung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Bleibt Fioport (Sparkasse) das System für Kautionskonten und Verzinsung mit Abbildung der Kautionen als Sonderhauptbuchposten in S/4HANA Cloud, oder werden Verwaltung, Verzinsung und Zinsübersicht in S/4HANA Cloud nachgebaut?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 3-176. Mietkautionen werden heute im externen System Fioport der Sparkasse verwaltet, inklusive automatischer Verzinsung und jährlicher Zinsübersicht an den Kunden. Zu prüfen ist, ob S/4HANA Cloud oder ein anderes SAP-Modul (z. B. Treasury and Risk Management) eine vergleichbare Funktion bietet, um Fioport abzulösen. Anzahl und Volumen der Kautionen sowie die vertraglichen Verzinsungsregeln sind nicht dokumentiert.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Buchungslogik für erhaltene Kautionen, Behandlung der Zinsen im Abschluss und die Schnittstelle zu Fioport bleiben offen; Kautionen würden außerhalb des Hauptbuchs geführt oder doppelt gepflegt; Kundenkorrespondenz zur Verzinsung bliebe ungeregelt.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Fioport bleibt für Kautionskonten, Verzinsung und Zinsübersicht; S/4HANA Cloud führt jede Kaution als Sonderhauptbuchposten je Mieter, Zinsen werden jährlich aus dem Fioport-Export gebucht; Kautionsankündigungen über den Debitoren-Workflow (KDD_FI_001). Option 2: Verwaltung, Verzinsung und Zinsübersicht in S/4HANA Cloud (Standard-Zinsrechnung soweit verfügbar, sonst Custom Logic/BTP-App und Custom Form), Fioport gekündigt. Verworfen: Treasury and Risk Management (für eigene Finanzinstrumente, nicht für Mieterkautionen).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Real Estate/Vermietung (Mietverträge, Kautionen); Sparkasse (Fioport); KDD_FI_001 (Kautionsankündigungen 3-172); KDD_FI_002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Die Kautionskonten liegen unabhängig von der Software bei der Sparkasse; Fioport liefert Verzinsung und Kundenübersicht bereits fertig. Ein Nachbau in S/4HANA Cloud brächte Entwicklung (Zinslogik, Korrespondenz) für einen Nebenprozess mit mittlerer Priorität und würde die Fremdsystemzahl nur um ein Bankprodukt reduzieren. S/4HANA Cloud bildet Bestand und Bewegungen der Kautionen revisionssicher im Standard ab (Sonderhauptbuch je Debitor); die Ablösung kann nach Go-Live neu bewertet werden, wenn Volumen und Standardumfang der Zinsrechnung verifiziert sind.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Kaution wird bei Vertragsbeginn als Sonderhauptbuchposten erfasst, Zahlungseingang ausgeglichen, jährliche Zinsbuchung aus Fioport-Export, Rückzahlung bei Vertragsende. Organisation: Vermietung meldet Kautionsvereinbarungen strukturiert (Workflow KDD_FI_001), Debitorenbuchhaltung bucht. Integration: jährlicher Datei-Import (Integration Suite oder Upload-App), kein Echtzeitbedarf. Daten: Kautionskonto je Mieter im Kontenplan YCOA, Referenz auf Fioport-Kontonummer als Custom Field. Berechtigungen: Sonderhauptbuchbuchungen nur Debitorenbuchhaltung.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Anzahl und Volumen der Kautionen; vertragliche Verzinsungs- und Anlagevorgaben; Exportmöglichkeiten Fioport; Standardumfang Zinsrechnung in S/4HANA Cloud verifizieren; Vertrag Sparkasse/Fioport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KDD_FI_009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KDD_FI_009: Kautionsverwaltung und Verzinsung (Fioport)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Schnittstellen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Fioport bleibt, Kautionen in S/4HANA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Kautionsverwaltung in S/4HANA nachbauen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Verzinsung und Zinsübersicht bleiben fertig und bankseitig korrekt (3-176)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S/4HANA-Standard: Sonderhauptbuch je Debitor, Bestand und Fälligkeiten transparent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Entwicklungsaufwand, geringe Schnittstelle (jährlicher Import)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 Fremdsystem weniger; alle Kautionsdaten und Korrespondenz in S/4HANA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Zinsübersicht als Standard-Korrespondenz oder Custom Form aus dem System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Fremdsystem bleibt; Ziel der Ablösung aus 3-176 nicht erreicht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Zwei Datenbestände (Fioport, S/4HANA) müssen abgestimmt werden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Kautionsankündigung und Rückzahlung erfordern organisatorischen Abgleich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Zinsrechnung für erhaltene Kautionen im Standard nicht gesichert: Entwicklung nötig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Bankkonten bleiben ohnehin bei der Sparkasse; Ablösung betrifft nur die Verwaltung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Korrespondenz und Zinsberechnung werden prüfungsrelevante Eigenentwicklung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Exportformat Fioport für Zinsbuchung zu klären; Abstimmprozess definieren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Fachliche Regeln (Zinssatz, Zinseszins, Steuerabzug) vollständig zu erheben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Fehler treffen Mieter direkt (Zinsübersicht, Rückzahlung)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Laufende Fioport-Kosten bleiben (Höhe nicht dokumentiert); Projektaufwand gering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Entwicklung Custom Logic/BTP-App plus Formular; Betrieb und Release-Pflege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Zeitrisiko für Go-Live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Nicht bis Go-Live nötig; würde Kapazität von kritischen Themen abziehen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Core, Upgrade-Fähigkeit voll; Betrieb minimal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Standardumfang Zinsrechnung in der Public Edition vor Neubewertung verifizieren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 nur side-by-side; Upgrade-Pflege; Nutzen bei mittlerer Priorität gering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TRM ist für eigene Anlagen und Kredite gedacht, nicht für Mieterkautionen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KDD_FI_009: Kautionsverwaltung und Verzinsung (Fioport)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