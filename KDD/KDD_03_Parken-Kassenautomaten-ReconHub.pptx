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31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756F-AEE0-4FCC-94CC-F2A2FE279A9C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2F69-D563-4D35-BD94-ADE744863C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KDD_FI_003 B2C-Massenerlöse Parken – Langfassung und Quellen</a:t>
            </a:r>
          </a:p>
          <a:p>
            <a:r>
              <a:t>3-68 CO-036 Integration Erlösbuchung Kassenautomaten auf Projekte (Finance Team, WRICEF/Interface): Erlöse aus Kassenautomaten (z. B. Parkhaus) sollen automatisiert über definierte Schnittstellen in S/4HANA Cloud übernommen und mit korrekter Projektkontierung gebucht werden; Erlös wird auf Erlöskonto gebucht und landet mit Kontierung auf dem Projekt; Zahlungsart irrelevant. Kommentar von Aesch 03.09.2026: Erlösprozess OK, weitere Anforderungen zur Abstimmung der B2C-Massendebitorenprozesse mit dem PSP.</a:t>
            </a:r>
          </a:p>
          <a:p>
            <a:r>
              <a:t>3-175 FI-AR-03-02 Recon Hub (Abrantix) Ablösung prüfen (High): Recon Hub gleicht Transaktionsdaten der Parken-Vorsysteme mit PSP-Daten und Bankkontoeingängen ab; zu prüfen ist die native Abbildung des Massendebitorenprozesses auf Transaktionsebene in S/4HANA; Ziel weniger Fremdsysteme bei verlässlichem Abgleich. Akzeptanzkriterien: Abbildbarkeit geprüft, Ablöseszenario bewertet, verlässliche Abstimmung.</a:t>
            </a:r>
          </a:p>
          <a:p>
            <a:r>
              <a:t>Warum eine KDD: beide Anforderungen betreffen dieselbe Designentscheidung (Granularität der Datenübernahme bestimmt Abstimmort und Fremdsystembedarf). In KDD_Analyse_Ergebnis wurden sie getrennt geführt.</a:t>
            </a:r>
          </a:p>
          <a:p>
            <a:r>
              <a:t>Fachlicher Rahmen: keine Debitorenstammsätze für Parker; Erlöse mit Umsatzsteuer je Leistungsart; Zahlungsarten Bargeld, Karte, PayPal mit unterschiedlichen Settlement-Zyklen und Gebühren; Bankeingänge je PSP als Sammelbeträge.</a:t>
            </a:r>
          </a:p>
          <a:p>
            <a:r>
              <a:t>Offene Punkte: Transaktionsvolumen je Jahr, Anzahl Automaten/Standorte, Namen der Parken-Vorsysteme, PSP-Verträge, Exportmöglichkeiten von Recon Hub, Vertragslaufzeit Recon Hub, Kontierungsregel Projekt je Standort, Umsatzsteuerlogik je Leistungsart.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Bewertungsdetails KDD_FI_003. Option 1 (empfohlen): Recon Hub liefert verdichtete Buchungssätze (Tag, Standort, Zahlungsart, Erlösart, Projekt) über SAP Integration Suite an die Journal-Entry-API von S/4HANA Cloud; Verrechnungskonten je Zahlungsart/PSP; PSP-Auszahlungen und Bargeldeinzahlungen werden über den elektronischen Kontoauszug gegen die Verrechnungskonten ausgeglichen; Gebühren als Aufwand aus dem Settlement. Clean Core: keine Erweiterung in S/4HANA. Upgrade-Fähigkeit hoch. Aufwand gering bis mittel (ein iFlow, Kontenplan, Abstimmreports). Lizenz: Recon Hub bleibt; Integration Suite gemäß KDD_FI_002.</a:t>
            </a:r>
          </a:p>
          <a:p>
            <a:r>
              <a:t>Option 2: Einzeltransaktionen als Belege oder Einzelposten in S/4HANA Cloud; Abstimmung gegen PSP-Settlement und Bank nativ. Hindernisse: kein FI-CA in der Public Edition, Belegvolumen, PSP-spezifische Formate, Erweiterung auf BTP nötig; Performance und Kontingente zu prüfen. Clean Core nur über side-by-side; Aufwand hoch; Zeit nicht bis Go-Live.</a:t>
            </a:r>
          </a:p>
          <a:p>
            <a:r>
              <a:t>Entscheidungslevel Programm: Fremdsystem, PSP-Verträge und Parkraumbewirtschaftung betroffen.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1C52-7FBE-CA5C-9D8A-9DC71D28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096C-6005-1D98-1C99-6DE18AC6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B05A-7B11-2CD0-52F3-2A607AAA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7246A-3DDC-72C2-1CF5-242C9D4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6D9F-62AA-3412-260E-73BEACD1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7B95-58C1-0092-88AE-9F42026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4310-506C-058F-7D9A-F9DECD86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9856-300F-79AF-2653-C5E9CB6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4023-AA65-D62E-104F-C87A18F7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32BE-9756-C9D1-C9E6-F25EFA2B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77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114-150F-F569-7016-1D8CB4F1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CDDC-ED61-C11E-2745-80C2CCD1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DC58-3A28-7FE9-2756-6A3DF82F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733D-DF76-C9FF-71BB-7BDCC0C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9CC83-5822-95DB-1C09-64F295B3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78E0-D5D0-E9E4-DC71-B92835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7518-E309-B75D-091B-0BF3DF38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2C398-BBE4-83CC-C4F5-0186580D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06A8-DD5B-1B50-DEC8-F2F3F978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C2D29-8F5D-1A78-BE31-CCF40F0C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282E-6B40-EB6C-CCB8-D861F28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7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5E-0C50-27A4-EED6-11C76EF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CBB1-7021-54B3-D1A5-4742E8C9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C233-06A6-4B67-AA4C-4E6F92E2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6103D-02C9-A368-06CF-65BE97AB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DB28-B8F1-5DC2-BC84-4EE864A1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773B-5DE9-5B07-A78B-077A717C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2AD15-6B20-174A-3FC4-0FCA2C69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5349-9910-7CE8-2565-3DC7411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513B-8634-9564-12B7-09A8AD9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13F59-4CE7-9EB6-C064-9FD9585D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FE2A-1C88-E7EE-16B4-EF7CF3C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FFAF4-9A79-BE25-D271-EDEA7C69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A8D56-6209-A554-F243-0294FA2D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DC15C-F87A-FDBF-9327-4ACCBE80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2F02-D792-9181-0537-33CD9435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8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AE7E-EAAD-0121-203B-8F9E4341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F0A-7FE8-DC73-81F4-AF8F7A23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B88EE-B04A-5B46-5C45-966B98B4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21E3-C46A-59BD-56FF-31C3440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653B-88C9-460A-F38B-CE0B290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F927-7B94-B81B-F4F0-72183D6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B7F5-7D20-EAF9-C287-CA5F59F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9566-7401-929A-6B63-8B9526601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05D3-534C-6459-BDAD-9D1ACE5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29E50-23F8-9C27-D504-F884B61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F6B9-F595-2405-333D-2372B0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5F31-31B2-E176-C06A-CE2C932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F58-2457-8765-C1E4-3352240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2E72-8DAD-F53A-15AA-F74D9FFFF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C530-BA88-CDAD-6921-EF37688C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FB8E-597E-32F0-B099-C7CCB7A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15BC-4E6F-4A8B-A07F-BC2C09E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2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24FFF-BFB9-6AE1-4227-8494BB30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B09BC-BD16-75FE-57B7-67F3B663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AE6-0507-F26A-30A0-786BD0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42B1-A2E8-C5F2-4EC2-21D53172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E23B-47D6-3F4B-8758-898026EB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28.09.2026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7428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9192B-2FB6-136B-9D45-F0A2814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4C63-0A94-DB12-78A5-BD1FF2E5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285-B3A7-52CB-0CD8-AE7A8CE6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2C37-C622-A1A9-DAD2-7D1AC4985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2922-5E28-DA6A-72E5-63B79546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1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581-A593-DEDB-28C7-5C141CAF6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Finance (FI, Debitoren) mit Controlling</a:t>
              </a: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28.09.2026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950" dirty="0" b="1">
                <a:solidFill>
                  <a:prstClr val="black"/>
                </a:solidFill>
                <a:latin typeface="Aptos"/>
                <a:cs typeface="Arial"/>
              </a:rPr>
              <a:t>Entscheidungsfrage: Werden Parkerlöse aus Kassenautomaten verdichtet über eine beibehaltene Abstimm-Engine (Recon Hub) nach S/4HANA Cloud gebucht, oder werden Einzeltransaktionen übernommen und Transaktion, PSP und Bank nativ in S/4HANA abgestimmt?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Ist Zustand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Anforderungen 3-68 und 3-175. Erlöse der Kassenautomaten (Parkhaus) sollen automatisiert und projektkontiert in S/4HANA Cloud gebucht werden, unabhängig von der Zahlungsart (Bargeld, PayPal, Karte). Heute gleicht Recon Hub (Abrantix) Transaktionsdaten der Parken-Vorsysteme mit Zahlungsdienstleister- und Bankdaten ab. Zu prüfen ist die native Abbildung in S/4HANA und damit die Ablösung des Fremdsystems. Volumen und Vorsysteme sind nicht beziffert.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Auswirkung – Ohne Entscheidung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Ohne Zielbild für Schnittstelle, Kontierung und Abstimmung würden Erlöse manuell aus Reports gebucht, PSP-Gebühren und Bankeingänge blieben unabgestimmt; der Recon-Hub-Vertrag liefe ohne Integrationskonzept weiter oder würde ohne Ersatz gekündigt.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Lösungsvorschläge beschreiben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Option 1: Recon Hub bleibt Abstimm-Engine auf Transaktionsebene; verdichtete Erlös- und Zahlungsbuchungen (Tag, Standort, Zahlungsart, Projekt) per Integration Suite nach S/4HANA Cloud; PSP und Bank auf Summenebene über Verrechnungskonten und Kontoauszug. Option 2: Einzeltransaktionen nach S/4HANA Cloud, Abstimmung nativ (Kontoauszug, Verrechnungskonten je PSP), Recon Hub kündigen. Verworfen: manuelle Buchung aus Recon-Hub-Reports.</a:t>
            </a: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950" dirty="0">
                  <a:solidFill>
                    <a:prstClr val="black"/>
                  </a:solidFill>
                  <a:latin typeface="Aptos"/>
                  <a:cs typeface="Arial"/>
                </a:rPr>
                <a:t>KDD_FI_002 (Integration Suite); Vorsysteme Parken; Zahlungsdienstleister (PSP); Banken; Controlling (Projektkontierung)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950" dirty="0">
                <a:solidFill>
                  <a:prstClr val="black"/>
                </a:solidFill>
                <a:latin typeface="Aptos"/>
                <a:cs typeface="Arial"/>
              </a:rPr>
              <a:t>Offen. Entscheider: offen. Datum: offen.</a:t>
            </a: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Empfehlung: Option 1. S/4HANA Cloud Public Edition bietet kein Massenkontokorrent (FI-CA) und ist für Einzeltransaktionen aus Parkautomaten weder gedacht noch wirtschaftlich; die Abstimmung auf Transaktionsebene bleibt in der spezialisierten Engine, S/4HANA erhält revisionssichere Summenbelege mit Projektkontierung. Das erfüllt 3-68 vollständig und beantwortet 3-175 mit einem klaren Ablöseszenario: nicht zum Go-Live, Neubewertung nach Vorliegen der Volumen. Fremdsystemreduktion wird gegen Belegvolumen und Abstimmqualität abgewogen.</a:t>
            </a:r>
          </a:p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Auswirkungen bei Umsetzung: Prozess: täglicher Summenbeleg je Standort/Zahlungsart mit Erlöskonto und PSP-Element, Klärfälle bleiben in Recon Hub. Organisation: Debitorenbuchhaltung übernimmt Summenabstimmung, Parkraumbewirtschaftung liefert Stammdaten (Automaten, Standorte). Integration: iFlow Recon Hub nach S/4HANA (Journal Entry API), Kontoauszug elektronisch (Bankanbindung). Daten: Verrechnungskonten je Zahlungsart und PSP im Kontenplan YCOA, Projektzuordnung je Standort. Berechtigungen: Buchung nur über Schnittstellenbenutzer, Abstimmreports für Debitoren.</a:t>
            </a: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defTabSz="1624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Transaktionsvolumen und Vorsysteme Parken; Exportfähigkeit Recon Hub (verdichtete Sätze mit Projekt); PSP-Verträge und Settlement-Dateien; Kontierungsregel Erlös auf Projekt (Controlling); Vertragslaufzeit Recon Hub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100" dirty="0">
                  <a:solidFill>
                    <a:prstClr val="black"/>
                  </a:solidFill>
                  <a:latin typeface="Aptos"/>
                  <a:cs typeface="Arial"/>
                </a:rPr>
                <a:t>KDD_FI_003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KDD_FI_003: B2C-Massenerlöse Parken und Recon-Hub-Ablösung</a:t>
            </a:r>
            <a:endParaRPr lang="de-DE" sz="260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Schnittstellen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C71A78E-19A4-C569-CBA9-557E182D4E5A}"/>
              </a:ext>
            </a:extLst>
          </p:cNvPr>
          <p:cNvSpPr/>
          <p:nvPr/>
        </p:nvSpPr>
        <p:spPr>
          <a:xfrm>
            <a:off x="-468998" y="1647884"/>
            <a:ext cx="914400" cy="612648"/>
          </a:xfrm>
          <a:prstGeom prst="wedgeRectCallout">
            <a:avLst>
              <a:gd name="adj1" fmla="val 97270"/>
              <a:gd name="adj2" fmla="val 522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Schnittstellen, Formulare, Workflow, Reports, Entwicklungen</a:t>
            </a:r>
          </a:p>
        </p:txBody>
      </p: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/>
        </p:nvGraphicFramePr>
        <p:xfrm>
          <a:off x="530224" y="1890249"/>
          <a:ext cx="11131548" cy="420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100" dirty="0" b="1">
                          <a:solidFill>
                            <a:schemeClr val="bg1"/>
                          </a:solidFill>
                        </a:rPr>
                        <a:t>Option 1 – Recon Hub bleibt, Summenbuchung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b="1">
                          <a:solidFill>
                            <a:schemeClr val="tx2"/>
                          </a:solidFill>
                        </a:rPr>
                        <a:t>Option 2 – Einzeltransaktionen in S/4HANA, Ablösung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Bewährte Abstimmung Transaktion/PSP/Bank bleibt; geringe Belegmengen in S/4HANA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Erlöse automatisiert und projektkontiert gebucht (3-68), keine manuellen Buchungen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S/4HANA-Standard: Journal-Entry-API, Kontoauszug, Verrechnungskonten; Clean Core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Ein Fremdsystem weniger, Lizenz und Betrieb Recon Hub entfallen (Ziel 3-175)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Transaktion bis Bankeingang durchgängig in einem System nachvollziehbar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Recon Hub bleibt Fremdsystem mit Lizenz und Betrieb (Ziel aus 3-175 verfehlt)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Einzeltransaktion nur in Recon Hub nachvollziehbar, in S/4HANA nur Summen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Neue Schnittstelle Recon Hub nach S/4HANA mit Abrantix zu spezifizieren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Massenkontokorrent (FI-CA) in der Public Edition; Belegvolumen im Hauptbuch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PSP-Abgleich auf Einzelebene im Standard nicht vorgesehen: Erweiterung nötig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Alle Parken-Vorsysteme und Zahlungsarten in S/4HANA-Formate zu mappen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Exportformat und Projektzuordnung in Recon Hub ggf. anzupassen (Hersteller)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Differenzen zwischen Summenbeleg und Bankeingang brauchen Klärprozess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Hohe Komplexität und Performance-Risiko bei Massendaten in der Public Edition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Fehlende Abstimmqualität in der Einführung: Erlös- und Prüfungsrisiko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Laufende Recon-Hub-Kosten bleiben; Schnittstellenaufwand gering bis mittel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Einsparung Recon Hub gegen Bau und Betrieb einer Abstimmlogik (BTP)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Höheres Datenvolumen kann Cloud-Kontingente betreffen (zu prüfen)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Umsetzbar bis Go-Live, sofern Recon-Hub-Export früh spezifiziert wird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Nicht bis Go-Live realistisch; Konzept, Bau und Test der Abstimmlogik zusätzlich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Upgrade-Fähigkeit hoch; Betrieb: iFlow-Monitoring plus Abrantix-Support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Ablösung neu bewerten, sobald Volumen und PSP-Landschaft dokumentiert sind (3-175)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Nur sinnvoll bei geringem Volumen und standardisierten PSP-Daten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Bausteine wie SAP Digital Payments Add-on wären separat zu bewerten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KDD_FI_003: B2C-Massenerlöse Parken und Recon-Hub-Ablösung</a:t>
            </a:r>
            <a:endParaRPr lang="de-DE" sz="2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D99BFF-CCD8-3B2F-8305-99E1376F8867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6204A0-7A86-C888-2638-B5A401BF4D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70785C-45F8-4900-EF98-CD819B2FB9EB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.potx" id="{D406F015-C4A6-497A-AC86-E6DDF7021F55}" vid="{ABC6D58B-546C-4A7B-8391-0BA4DD46A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357</Words>
  <Application>Microsoft Office PowerPoint</Application>
  <PresentationFormat>Widescreen</PresentationFormat>
  <Paragraphs>89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Wingdings</vt:lpstr>
      <vt:lpstr>Office Theme</vt:lpstr>
      <vt:lpstr>think-cell Slide</vt:lpstr>
      <vt:lpstr>PowerPoint Presentation</vt:lpstr>
      <vt:lpstr>KDD_[WS]_00X </vt:lpstr>
      <vt:lpstr>KDD_[WS]_00X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Goethel, Moritz</dc:creator>
  <cp:lastModifiedBy>Goethel, Moritz</cp:lastModifiedBy>
  <cp:revision>1</cp:revision>
  <dcterms:created xsi:type="dcterms:W3CDTF">2026-09-28T18:20:36Z</dcterms:created>
  <dcterms:modified xsi:type="dcterms:W3CDTF">2026-09-28T18:21:47Z</dcterms:modified>
</cp:coreProperties>
</file>