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KDD_FI_005 Archiv und DMS – Langfassung und Quellen</a:t>
            </a:r>
          </a:p>
          <a:p>
            <a:r>
              <a:t>3-207 FI-GEN-01-01 Archiv &amp; DMS mit Suchfunktion (High, Gap): Belege und Akten (z. B. Kreditoren-/Debitorenakten) revisionssicher archivieren und schnell wiederfinden; heute Enscale; das mitgelieferte SAP-Dokumentenmanagement bietet standardmäßig keine komfortable Suche; gefordert ist ein übergreifender Workstream "Archiv &amp; Belege im SAP" (Ablage, Suche, Aufbewahrung modulübergreifend).</a:t>
            </a:r>
          </a:p>
          <a:p>
            <a:r>
              <a:t>3-153 FI-AP-01-06 (High): Papier-Rechnungseingang über Central Invoice Management (CIM), PDF hängt an der Lieferantenrechnung, nicht am FI-Beleg; Fachbereich und externe Prüfer sollen geprüfte Dokumente/Zertifikate hochladen; Übergabe des PDF an den Workflow zu testen. Der Workflow-Anteil liegt in KDD_FI_001, der Ablageanteil hier.</a:t>
            </a:r>
          </a:p>
          <a:p>
            <a:r>
              <a:t>Standardbezug (zu verifizieren): S/4HANA Cloud Public Edition speichert Anhänge über den Attachment Service; optional Auslagerung an SAP Document Management Service (BTP), Application Option (SAP-Repository) oder Integration Option (Anbindung eines kundeneigenen CMIS-Repositorys). Aufbewahrung/Löschung über Datenschutz- und ILM-Funktionen der Cloud, Umfang zu prüfen.</a:t>
            </a:r>
          </a:p>
          <a:p>
            <a:r>
              <a:t>Nicht aus den Dokumenten ableitbar: Hersteller/Produktstand von Enscale, CMIS-Fähigkeit, Zertifizierung (GoBD/IDW PS 880), Dokumentvolumen, Aktenarten außerhalb Finance.</a:t>
            </a:r>
          </a:p>
          <a:p>
            <a:r>
              <a:t>Offene Punkte: Betreiber des Archivs, Aufbewahrungsfristen und Löschkonzept, Zugang externer Prüfer, Migration Altbestand, Rolle von CIM,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Bewertungsdetails KDD_FI_005. Option 1 (empfohlen): führendes DMS/ECM (Enscale oder Nachfolger) mit Aktenmodell und Suche; S/4HANA Cloud lagert Anhänge über den Document Management Service, Integration Option (CMIS) aus; Metadaten aus dem Beleg; externe Prüfer und Fachbereiche laden Dokumente im DMS bzw. über BPA-Formulare (KDD_FI_001) hoch. Clean Core gewahrt; Upgrade-Fähigkeit hoch; Aufwand mittel (Aktenplan, Anbindung, Migration); Lizenz DMS plus BTP-Dienst; Betrieb zwei Komponenten.</a:t>
            </a:r>
          </a:p>
          <a:p>
            <a:r>
              <a:t>Option 2: SAP Document Management Service, Application Option, als einziges Repository; Suche über dessen UI/API; keine Akten; Nicht-SAP-Dokumente außen vor. Aufwand gering; Lizenz BTP-Dienst; Akzeptanzrisiko bei Revision und Fachbereichen.</a:t>
            </a:r>
          </a:p>
          <a:p>
            <a:r>
              <a:t>Entscheidungslevel Programm: workstreamübergreifend, Revision und Datenschutz betroffen.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Finance (FI), workstreamübergreifend</a:t>
              </a: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950" dirty="0" b="1">
                <a:solidFill>
                  <a:prstClr val="black"/>
                </a:solidFill>
                <a:latin typeface="Aptos"/>
                <a:cs typeface="Arial"/>
              </a:rPr>
              <a:t>Entscheidungsfrage: Wird ein dediziertes DMS/Archiv (Enscale oder Nachfolger) als führendes Archiv über die SAP Document Management Service Integration Option angebunden, oder dient der SAP Document Management Service auf BTP allein als Archiv für S/4HANA Cloud?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Anforderungen 3-207 und Ablageanteil 3-153. Belege und Akten (Kreditoren-, Debitorenakten) müssen revisionssicher archiviert und schnell auffindbar sein; heute Enscale. Die Anhangsverwaltung von S/4HANA Cloud bietet keine komfortable Suche und keine Aktenstruktur. Gefordert ist ein modulübergreifender Workstream „Archiv &amp; Belege im SAP". Papierrechnungen werden über Central Invoice Management gescannt und an die Lieferantenrechnung gehängt.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Auswirkung – Ohne Entscheidung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Anhänge blieben nur in S/4HANA Cloud ohne Aufbewahrungs- und Suchkonzept; Kreditoren-/Debitorenakten und externe Prüfdokumente hätten keinen Ablageort; GoBD-konforme Aufbewahrung, Löschkonzept, Enscale-Vertrag und Altbestand blieben ungeregelt.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Option 1: Dediziertes DMS/ECM (Enscale oder Nachfolger) als führendes Archiv mit Akten und Volltextsuche, angebunden über SAP Document Management Service, Integration Option (CMIS); S/4HANA-Anhänge werden dorthin ausgelagert. Option 2: SAP Document Management Service, Application Option (BTP) als alleiniger Speicher, Suche über dessen Oberfläche, keine Akten. Verworfen: Anhänge nur in S/4HANA Cloud belassen (keine Suche, keine Aufbewahrungssteuerung).</a:t>
            </a: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950" dirty="0">
                  <a:solidFill>
                    <a:prstClr val="black"/>
                  </a:solidFill>
                  <a:latin typeface="Aptos"/>
                  <a:cs typeface="Arial"/>
                </a:rPr>
                <a:t>Alle Streams („Archiv &amp; Belege im SAP"); KDD_FI_001 (externe Prüfer); KDD_FI_002; Revision; Datenschutz; IT-Betrieb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950" dirty="0">
                <a:solidFill>
                  <a:prstClr val="black"/>
                </a:solidFill>
                <a:latin typeface="Aptos"/>
                <a:cs typeface="Arial"/>
              </a:rPr>
              <a:t>Offen. Entscheider: offen. Datum: offen.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Empfehlung: Option 1. Die fachlichen Anforderungen (Aktenablage, leistungsfähige Suche, modulübergreifende Aufbewahrung, externe Prüfdokumente) gehen über den Funktionsumfang des SAP Document Management Service hinaus; ein dediziertes DMS als führendes Archiv, per Standard-Integrationsoption (CMIS) angebunden, hält S/4HANA Cloud Clean Core und deckt auch Nicht-SAP-Dokumente ab. Ob Enscale selbst oder ein Nachfolger genutzt wird, entscheidet die Prüfung der CMIS-Fähigkeit und des Vertrags.</a:t>
            </a:r>
          </a:p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Auswirkungen bei Umsetzung: Prozess: Belege werden beim Anhängen in S/4HANA Cloud automatisch im DMS abgelegt und in Akten sortiert; Prüfer laden Dokumente im DMS oder über den Workflow (KDD_FI_001) hoch. Organisation: Workstream „Archiv &amp; Belege" mit Aktenplan, Aufbewahrungsfristen, Rollen. Integration: Integration Option des Document Management Service, ggf. Central Invoice Management. Daten: Metadaten (Belegnummer, Geschäftspartner, Jahr) je Dokument, Migration Altbestand. Berechtigungen: Zugriff je Akte und Rolle, externe Prüfer mit befristetem Zugang.</a:t>
            </a: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Fähigkeiten Enscale (CMIS, Zertifizierung, Vertrag); Aufbewahrungs- und Löschkonzept mit Revision/Datenschutz; Altbestand und Migration; Aktenarten je Modul; Zugang externer Prüfer; Budget und Betreiber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100" dirty="0">
                  <a:solidFill>
                    <a:prstClr val="black"/>
                  </a:solidFill>
                  <a:latin typeface="Aptos"/>
                  <a:cs typeface="Arial"/>
                </a:rPr>
                <a:t>KDD_FI_005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KDD_FI_005: Archiv und Dokumentenmanagement (Enscale-Ablösung)</a:t>
            </a:r>
            <a:endParaRPr lang="de-DE" sz="260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Schnittstellen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100" dirty="0" b="1">
                          <a:solidFill>
                            <a:schemeClr val="bg1"/>
                          </a:solidFill>
                        </a:rPr>
                        <a:t>Option 1 – Dediziertes DMS/ECM, Anbindung per CMIS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b="1">
                          <a:solidFill>
                            <a:schemeClr val="tx2"/>
                          </a:solidFill>
                        </a:rPr>
                        <a:t>Option 2 – SAP Document Management Service allein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Aktenstruktur, Volltextsuche und Aufbewahrung gemäß 3-207 vollständig abbildbar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 Archiv für SAP- und Nicht-SAP-Dokumente; Enscale-Altbestand bleibt nutzbar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Anbindung über SAP-Standard (CMIS); S/4HANA Cloud bleibt Clean Core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SAP-eigener Dienst, enge Integration in S/4HANA Cloud, kein Drittsystem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Geringerer Integrationsaufwand, ein Anbieter, ein Vertrag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Drittsystem mit Lizenz, Betrieb und Schnittstellenpflege; zwei Suchoberflächen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CMIS-Fähigkeit und Zertifizierung von Enscale nicht dokumentiert, ggf. Produktwechsel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Integration Option ist eine BTP-Komponente mit eigener Lizenz und Konfiguration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Aktenstruktur für Kreditoren-/Debitorenakten, eingeschränkte Suche (3-207)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Nicht-SAP-Dokumente und Enscale-Altbestand ohne Zielsystem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Aufbewahrungs- und Löschregeln nur eingeschränkt steuerbar (zu verifizieren)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Aktenplan und Aufbewahrungsfristen müssen vor Go-Live modulübergreifend stehen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Migration Altbestand und Verknüpfung mit neuen Belegnummern aufwendig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Fachbereiche und Revision akzeptieren die Suchfunktion möglicherweise nicht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Späterer Wechsel zu einem ECM erfordert erneute Migration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Lizenz DMS/ECM plus BTP Document Management Service; Migrationsaufwand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Kosten nicht dokumentiert; Angebot Enscale/Nachfolger einholen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Niedrigere Lizenz- und Betriebskosten; Nacharbeiten bei fehlender Akzeptanz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Anbindung bis Go-Live nötig, da Rechnungsanhänge ab Tag 1 anfallen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Schnell einführbar; Zeitrisiko gering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Upgrade-Fähigkeit hoch (Standard-Integration); Betrieb: Archiv und BTP-Dienst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Deckt Ablageanforderung aus 3-153 (Prüfdokumente, Zertifikate) mit ab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 Core gewahrt; Upgrade-Fähigkeit hoch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Enscale müsste parallel für Altbestand und Nicht-SAP-Dokumente weiterlaufen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KDD_FI_005: Archiv und Dokumentenmanagement (Enscale-Ablösung)</a:t>
            </a:r>
            <a:endParaRPr lang="de-DE" sz="2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