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5" r:id="rId4"/>
  </p:sldMasterIdLst>
  <p:notesMasterIdLst>
    <p:notesMasterId r:id="rId11"/>
  </p:notesMasterIdLst>
  <p:sldIdLst>
    <p:sldId id="293" r:id="rId5"/>
    <p:sldId id="310" r:id="rId6"/>
    <p:sldId id="311" r:id="rId7"/>
    <p:sldId id="256" r:id="rId8"/>
    <p:sldId id="258" r:id="rId9"/>
    <p:sldId id="257" r:id="rId10"/>
  </p:sldIdLst>
  <p:sldSz cx="12192000" cy="6858000"/>
  <p:notesSz cx="6858000" cy="9144000"/>
  <p:custDataLst>
    <p:tags r:id="rId12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FFFF00"/>
    <a:srgbClr val="00A3E0"/>
    <a:srgbClr val="43B02A"/>
    <a:srgbClr val="FFFFFF"/>
    <a:srgbClr val="002F6C"/>
    <a:srgbClr val="AFD3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17327B-AEFE-43BF-A314-CF9129015210}" v="40" dt="2026-09-29T09:15:14.3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991" autoAdjust="0"/>
    <p:restoredTop sz="94660"/>
  </p:normalViewPr>
  <p:slideViewPr>
    <p:cSldViewPr snapToGrid="0">
      <p:cViewPr varScale="1">
        <p:scale>
          <a:sx n="154" d="100"/>
          <a:sy n="154" d="100"/>
        </p:scale>
        <p:origin x="135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gs" Target="tags/tag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01F73-E31C-4A52-9EE2-9DEEB5E25893}" type="datetimeFigureOut">
              <a:rPr lang="de-DE" smtClean="0"/>
              <a:t>30.09.2026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9A76A3-76EE-465C-A95C-676CEDB18E2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2513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D27F94-F7BA-47BD-A073-1C69180C86B3}" type="slidenum">
              <a:rPr lang="de-DE" smtClean="0"/>
              <a:pPr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51124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D27F94-F7BA-47BD-A073-1C69180C86B3}" type="slidenum">
              <a:rPr lang="de-DE" smtClean="0"/>
              <a:pPr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8800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7.emf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folie Bumerang transparent + F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Bildplatzhalter 18">
            <a:extLst>
              <a:ext uri="{FF2B5EF4-FFF2-40B4-BE49-F238E27FC236}">
                <a16:creationId xmlns:a16="http://schemas.microsoft.com/office/drawing/2014/main" id="{E07239BB-62BF-921E-3745-3D5C8A3745E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-9525" y="0"/>
            <a:ext cx="12201525" cy="6858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A8678191-D4C4-961A-6FA5-BCB664691F6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9524" y="0"/>
            <a:ext cx="12201524" cy="6858000"/>
          </a:xfrm>
          <a:custGeom>
            <a:avLst/>
            <a:gdLst>
              <a:gd name="connsiteX0" fmla="*/ 11687175 w 12201524"/>
              <a:gd name="connsiteY0" fmla="*/ 0 h 6858000"/>
              <a:gd name="connsiteX1" fmla="*/ 12201524 w 12201524"/>
              <a:gd name="connsiteY1" fmla="*/ 0 h 6858000"/>
              <a:gd name="connsiteX2" fmla="*/ 12201524 w 12201524"/>
              <a:gd name="connsiteY2" fmla="*/ 6858000 h 6858000"/>
              <a:gd name="connsiteX3" fmla="*/ 9524 w 12201524"/>
              <a:gd name="connsiteY3" fmla="*/ 6858000 h 6858000"/>
              <a:gd name="connsiteX4" fmla="*/ 9524 w 12201524"/>
              <a:gd name="connsiteY4" fmla="*/ 4803369 h 6858000"/>
              <a:gd name="connsiteX5" fmla="*/ 10791820 w 12201524"/>
              <a:gd name="connsiteY5" fmla="*/ 4343400 h 6858000"/>
              <a:gd name="connsiteX6" fmla="*/ 11363325 w 12201524"/>
              <a:gd name="connsiteY6" fmla="*/ 3771895 h 6858000"/>
              <a:gd name="connsiteX7" fmla="*/ 11687175 w 12201524"/>
              <a:gd name="connsiteY7" fmla="*/ 0 h 6858000"/>
              <a:gd name="connsiteX8" fmla="*/ 5 w 12201524"/>
              <a:gd name="connsiteY8" fmla="*/ 0 h 6858000"/>
              <a:gd name="connsiteX9" fmla="*/ 9524 w 12201524"/>
              <a:gd name="connsiteY9" fmla="*/ 0 h 6858000"/>
              <a:gd name="connsiteX10" fmla="*/ 9524 w 12201524"/>
              <a:gd name="connsiteY10" fmla="*/ 4803369 h 6858000"/>
              <a:gd name="connsiteX11" fmla="*/ 0 w 12201524"/>
              <a:gd name="connsiteY11" fmla="*/ 4803775 h 6858000"/>
              <a:gd name="connsiteX12" fmla="*/ 5 w 12201524"/>
              <a:gd name="connsiteY12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201524" h="6858000">
                <a:moveTo>
                  <a:pt x="11687175" y="0"/>
                </a:moveTo>
                <a:lnTo>
                  <a:pt x="12201524" y="0"/>
                </a:lnTo>
                <a:lnTo>
                  <a:pt x="12201524" y="6858000"/>
                </a:lnTo>
                <a:lnTo>
                  <a:pt x="9524" y="6858000"/>
                </a:lnTo>
                <a:lnTo>
                  <a:pt x="9524" y="4803369"/>
                </a:lnTo>
                <a:lnTo>
                  <a:pt x="10791820" y="4343400"/>
                </a:lnTo>
                <a:cubicBezTo>
                  <a:pt x="11107453" y="4343400"/>
                  <a:pt x="11363325" y="4087528"/>
                  <a:pt x="11363325" y="3771895"/>
                </a:cubicBezTo>
                <a:cubicBezTo>
                  <a:pt x="11461750" y="2514597"/>
                  <a:pt x="11588750" y="1257298"/>
                  <a:pt x="11687175" y="0"/>
                </a:cubicBezTo>
                <a:close/>
                <a:moveTo>
                  <a:pt x="5" y="0"/>
                </a:moveTo>
                <a:lnTo>
                  <a:pt x="9524" y="0"/>
                </a:lnTo>
                <a:lnTo>
                  <a:pt x="9524" y="4803369"/>
                </a:lnTo>
                <a:lnTo>
                  <a:pt x="0" y="4803775"/>
                </a:lnTo>
                <a:cubicBezTo>
                  <a:pt x="2" y="3203575"/>
                  <a:pt x="3" y="1600200"/>
                  <a:pt x="5" y="0"/>
                </a:cubicBezTo>
                <a:close/>
              </a:path>
            </a:pathLst>
          </a:custGeom>
          <a:solidFill>
            <a:srgbClr val="002F6C">
              <a:alpha val="60000"/>
            </a:srgb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708A82-0582-0DDB-0580-36B0B4F54B5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5937" y="5085184"/>
            <a:ext cx="11160123" cy="686965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Headline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5D951D5-C1F3-685D-0CD8-D7A1D277270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5937" y="5841786"/>
            <a:ext cx="11160123" cy="625474"/>
          </a:xfrm>
        </p:spPr>
        <p:txBody>
          <a:bodyPr/>
          <a:lstStyle>
            <a:lvl1pPr marL="0" indent="0" algn="l">
              <a:lnSpc>
                <a:spcPts val="3100"/>
              </a:lnSpc>
              <a:spcAft>
                <a:spcPts val="0"/>
              </a:spcAft>
              <a:buNone/>
              <a:defRPr sz="2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 err="1"/>
              <a:t>Subline</a:t>
            </a:r>
            <a:endParaRPr lang="de-DE" dirty="0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3F1BC4F0-FDB0-C652-3289-71558727D5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62975" y="6461716"/>
            <a:ext cx="3113088" cy="129381"/>
          </a:xfrm>
        </p:spPr>
        <p:txBody>
          <a:bodyPr/>
          <a:lstStyle>
            <a:lvl1pPr marL="0" indent="0" algn="r">
              <a:lnSpc>
                <a:spcPct val="100000"/>
              </a:lnSpc>
              <a:spcAft>
                <a:spcPts val="0"/>
              </a:spcAft>
              <a:buNone/>
              <a:defRPr sz="1000"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Vorname Nachname | Funktion | Datum</a:t>
            </a: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E045FB64-287E-8320-DB6C-73776D542D1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14800" y="374073"/>
            <a:ext cx="1537200" cy="298800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20479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Dunkelblau + F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32E18439-D9DA-5F9D-CB8D-8423206B1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9524" y="0"/>
            <a:ext cx="11687175" cy="4803775"/>
          </a:xfrm>
          <a:custGeom>
            <a:avLst/>
            <a:gdLst>
              <a:gd name="connsiteX0" fmla="*/ 571505 w 11353800"/>
              <a:gd name="connsiteY0" fmla="*/ 0 h 4343400"/>
              <a:gd name="connsiteX1" fmla="*/ 11353800 w 11353800"/>
              <a:gd name="connsiteY1" fmla="*/ 0 h 4343400"/>
              <a:gd name="connsiteX2" fmla="*/ 11353800 w 11353800"/>
              <a:gd name="connsiteY2" fmla="*/ 0 h 4343400"/>
              <a:gd name="connsiteX3" fmla="*/ 11353800 w 11353800"/>
              <a:gd name="connsiteY3" fmla="*/ 3771895 h 4343400"/>
              <a:gd name="connsiteX4" fmla="*/ 10782295 w 11353800"/>
              <a:gd name="connsiteY4" fmla="*/ 4343400 h 4343400"/>
              <a:gd name="connsiteX5" fmla="*/ 0 w 11353800"/>
              <a:gd name="connsiteY5" fmla="*/ 4343400 h 4343400"/>
              <a:gd name="connsiteX6" fmla="*/ 0 w 11353800"/>
              <a:gd name="connsiteY6" fmla="*/ 4343400 h 4343400"/>
              <a:gd name="connsiteX7" fmla="*/ 0 w 11353800"/>
              <a:gd name="connsiteY7" fmla="*/ 571505 h 4343400"/>
              <a:gd name="connsiteX8" fmla="*/ 571505 w 11353800"/>
              <a:gd name="connsiteY8" fmla="*/ 0 h 4343400"/>
              <a:gd name="connsiteX0" fmla="*/ 571505 w 11353800"/>
              <a:gd name="connsiteY0" fmla="*/ 0 h 4343400"/>
              <a:gd name="connsiteX1" fmla="*/ 11353800 w 11353800"/>
              <a:gd name="connsiteY1" fmla="*/ 0 h 4343400"/>
              <a:gd name="connsiteX2" fmla="*/ 11353800 w 11353800"/>
              <a:gd name="connsiteY2" fmla="*/ 0 h 4343400"/>
              <a:gd name="connsiteX3" fmla="*/ 11353800 w 11353800"/>
              <a:gd name="connsiteY3" fmla="*/ 3771895 h 4343400"/>
              <a:gd name="connsiteX4" fmla="*/ 10782295 w 11353800"/>
              <a:gd name="connsiteY4" fmla="*/ 4343400 h 4343400"/>
              <a:gd name="connsiteX5" fmla="*/ 0 w 11353800"/>
              <a:gd name="connsiteY5" fmla="*/ 4343400 h 4343400"/>
              <a:gd name="connsiteX6" fmla="*/ 0 w 11353800"/>
              <a:gd name="connsiteY6" fmla="*/ 4343400 h 4343400"/>
              <a:gd name="connsiteX7" fmla="*/ 571505 w 11353800"/>
              <a:gd name="connsiteY7" fmla="*/ 0 h 4343400"/>
              <a:gd name="connsiteX0" fmla="*/ 571505 w 11353800"/>
              <a:gd name="connsiteY0" fmla="*/ 0 h 4343400"/>
              <a:gd name="connsiteX1" fmla="*/ 11353800 w 11353800"/>
              <a:gd name="connsiteY1" fmla="*/ 0 h 4343400"/>
              <a:gd name="connsiteX2" fmla="*/ 11353800 w 11353800"/>
              <a:gd name="connsiteY2" fmla="*/ 0 h 4343400"/>
              <a:gd name="connsiteX3" fmla="*/ 11353800 w 11353800"/>
              <a:gd name="connsiteY3" fmla="*/ 3771895 h 4343400"/>
              <a:gd name="connsiteX4" fmla="*/ 10782295 w 11353800"/>
              <a:gd name="connsiteY4" fmla="*/ 4343400 h 4343400"/>
              <a:gd name="connsiteX5" fmla="*/ 0 w 11353800"/>
              <a:gd name="connsiteY5" fmla="*/ 4343400 h 4343400"/>
              <a:gd name="connsiteX6" fmla="*/ 0 w 11353800"/>
              <a:gd name="connsiteY6" fmla="*/ 4343400 h 4343400"/>
              <a:gd name="connsiteX7" fmla="*/ 571505 w 11353800"/>
              <a:gd name="connsiteY7" fmla="*/ 0 h 4343400"/>
              <a:gd name="connsiteX0" fmla="*/ 571505 w 11353800"/>
              <a:gd name="connsiteY0" fmla="*/ 0 h 4343400"/>
              <a:gd name="connsiteX1" fmla="*/ 11353800 w 11353800"/>
              <a:gd name="connsiteY1" fmla="*/ 0 h 4343400"/>
              <a:gd name="connsiteX2" fmla="*/ 11353800 w 11353800"/>
              <a:gd name="connsiteY2" fmla="*/ 0 h 4343400"/>
              <a:gd name="connsiteX3" fmla="*/ 11353800 w 11353800"/>
              <a:gd name="connsiteY3" fmla="*/ 3771895 h 4343400"/>
              <a:gd name="connsiteX4" fmla="*/ 10782295 w 11353800"/>
              <a:gd name="connsiteY4" fmla="*/ 4343400 h 4343400"/>
              <a:gd name="connsiteX5" fmla="*/ 0 w 11353800"/>
              <a:gd name="connsiteY5" fmla="*/ 4343400 h 4343400"/>
              <a:gd name="connsiteX6" fmla="*/ 571505 w 11353800"/>
              <a:gd name="connsiteY6" fmla="*/ 0 h 4343400"/>
              <a:gd name="connsiteX0" fmla="*/ 581030 w 11363325"/>
              <a:gd name="connsiteY0" fmla="*/ 0 h 4800600"/>
              <a:gd name="connsiteX1" fmla="*/ 11363325 w 11363325"/>
              <a:gd name="connsiteY1" fmla="*/ 0 h 4800600"/>
              <a:gd name="connsiteX2" fmla="*/ 11363325 w 11363325"/>
              <a:gd name="connsiteY2" fmla="*/ 0 h 4800600"/>
              <a:gd name="connsiteX3" fmla="*/ 11363325 w 11363325"/>
              <a:gd name="connsiteY3" fmla="*/ 3771895 h 4800600"/>
              <a:gd name="connsiteX4" fmla="*/ 10791820 w 11363325"/>
              <a:gd name="connsiteY4" fmla="*/ 4343400 h 4800600"/>
              <a:gd name="connsiteX5" fmla="*/ 0 w 11363325"/>
              <a:gd name="connsiteY5" fmla="*/ 4800600 h 4800600"/>
              <a:gd name="connsiteX6" fmla="*/ 581030 w 11363325"/>
              <a:gd name="connsiteY6" fmla="*/ 0 h 4800600"/>
              <a:gd name="connsiteX0" fmla="*/ 5 w 11363325"/>
              <a:gd name="connsiteY0" fmla="*/ 0 h 4800600"/>
              <a:gd name="connsiteX1" fmla="*/ 11363325 w 11363325"/>
              <a:gd name="connsiteY1" fmla="*/ 0 h 4800600"/>
              <a:gd name="connsiteX2" fmla="*/ 11363325 w 11363325"/>
              <a:gd name="connsiteY2" fmla="*/ 0 h 4800600"/>
              <a:gd name="connsiteX3" fmla="*/ 11363325 w 11363325"/>
              <a:gd name="connsiteY3" fmla="*/ 3771895 h 4800600"/>
              <a:gd name="connsiteX4" fmla="*/ 10791820 w 11363325"/>
              <a:gd name="connsiteY4" fmla="*/ 4343400 h 4800600"/>
              <a:gd name="connsiteX5" fmla="*/ 0 w 11363325"/>
              <a:gd name="connsiteY5" fmla="*/ 4800600 h 4800600"/>
              <a:gd name="connsiteX6" fmla="*/ 5 w 11363325"/>
              <a:gd name="connsiteY6" fmla="*/ 0 h 4800600"/>
              <a:gd name="connsiteX0" fmla="*/ 5 w 11658600"/>
              <a:gd name="connsiteY0" fmla="*/ 0 h 4800600"/>
              <a:gd name="connsiteX1" fmla="*/ 11363325 w 11658600"/>
              <a:gd name="connsiteY1" fmla="*/ 0 h 4800600"/>
              <a:gd name="connsiteX2" fmla="*/ 11658600 w 11658600"/>
              <a:gd name="connsiteY2" fmla="*/ 0 h 4800600"/>
              <a:gd name="connsiteX3" fmla="*/ 11363325 w 11658600"/>
              <a:gd name="connsiteY3" fmla="*/ 3771895 h 4800600"/>
              <a:gd name="connsiteX4" fmla="*/ 10791820 w 11658600"/>
              <a:gd name="connsiteY4" fmla="*/ 4343400 h 4800600"/>
              <a:gd name="connsiteX5" fmla="*/ 0 w 11658600"/>
              <a:gd name="connsiteY5" fmla="*/ 4800600 h 4800600"/>
              <a:gd name="connsiteX6" fmla="*/ 5 w 11658600"/>
              <a:gd name="connsiteY6" fmla="*/ 0 h 4800600"/>
              <a:gd name="connsiteX0" fmla="*/ 5 w 11687175"/>
              <a:gd name="connsiteY0" fmla="*/ 0 h 4800600"/>
              <a:gd name="connsiteX1" fmla="*/ 11363325 w 11687175"/>
              <a:gd name="connsiteY1" fmla="*/ 0 h 4800600"/>
              <a:gd name="connsiteX2" fmla="*/ 11687175 w 11687175"/>
              <a:gd name="connsiteY2" fmla="*/ 0 h 4800600"/>
              <a:gd name="connsiteX3" fmla="*/ 11363325 w 11687175"/>
              <a:gd name="connsiteY3" fmla="*/ 3771895 h 4800600"/>
              <a:gd name="connsiteX4" fmla="*/ 10791820 w 11687175"/>
              <a:gd name="connsiteY4" fmla="*/ 4343400 h 4800600"/>
              <a:gd name="connsiteX5" fmla="*/ 0 w 11687175"/>
              <a:gd name="connsiteY5" fmla="*/ 4800600 h 4800600"/>
              <a:gd name="connsiteX6" fmla="*/ 5 w 11687175"/>
              <a:gd name="connsiteY6" fmla="*/ 0 h 4800600"/>
              <a:gd name="connsiteX0" fmla="*/ 5 w 11687175"/>
              <a:gd name="connsiteY0" fmla="*/ 0 h 4803775"/>
              <a:gd name="connsiteX1" fmla="*/ 11363325 w 11687175"/>
              <a:gd name="connsiteY1" fmla="*/ 0 h 4803775"/>
              <a:gd name="connsiteX2" fmla="*/ 11687175 w 11687175"/>
              <a:gd name="connsiteY2" fmla="*/ 0 h 4803775"/>
              <a:gd name="connsiteX3" fmla="*/ 11363325 w 11687175"/>
              <a:gd name="connsiteY3" fmla="*/ 3771895 h 4803775"/>
              <a:gd name="connsiteX4" fmla="*/ 10791820 w 11687175"/>
              <a:gd name="connsiteY4" fmla="*/ 4343400 h 4803775"/>
              <a:gd name="connsiteX5" fmla="*/ 0 w 11687175"/>
              <a:gd name="connsiteY5" fmla="*/ 4803775 h 4803775"/>
              <a:gd name="connsiteX6" fmla="*/ 5 w 11687175"/>
              <a:gd name="connsiteY6" fmla="*/ 0 h 4803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687175" h="4803775">
                <a:moveTo>
                  <a:pt x="5" y="0"/>
                </a:moveTo>
                <a:lnTo>
                  <a:pt x="11363325" y="0"/>
                </a:lnTo>
                <a:lnTo>
                  <a:pt x="11687175" y="0"/>
                </a:lnTo>
                <a:cubicBezTo>
                  <a:pt x="11588750" y="1257298"/>
                  <a:pt x="11461750" y="2514597"/>
                  <a:pt x="11363325" y="3771895"/>
                </a:cubicBezTo>
                <a:cubicBezTo>
                  <a:pt x="11363325" y="4087528"/>
                  <a:pt x="11107453" y="4343400"/>
                  <a:pt x="10791820" y="4343400"/>
                </a:cubicBezTo>
                <a:lnTo>
                  <a:pt x="0" y="4803775"/>
                </a:lnTo>
                <a:cubicBezTo>
                  <a:pt x="2" y="3203575"/>
                  <a:pt x="3" y="1600200"/>
                  <a:pt x="5" y="0"/>
                </a:cubicBezTo>
                <a:close/>
              </a:path>
            </a:pathLst>
          </a:custGeom>
          <a:solidFill>
            <a:srgbClr val="F2F2F2"/>
          </a:solidFill>
          <a:ln w="3175">
            <a:solidFill>
              <a:schemeClr val="tx2"/>
            </a:solidFill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708A82-0582-0DDB-0580-36B0B4F54B5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5937" y="5085184"/>
            <a:ext cx="11160123" cy="686965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Headline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5D951D5-C1F3-685D-0CD8-D7A1D277270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5937" y="5841786"/>
            <a:ext cx="11160123" cy="625474"/>
          </a:xfrm>
        </p:spPr>
        <p:txBody>
          <a:bodyPr/>
          <a:lstStyle>
            <a:lvl1pPr marL="0" indent="0" algn="l">
              <a:lnSpc>
                <a:spcPts val="3100"/>
              </a:lnSpc>
              <a:spcAft>
                <a:spcPts val="0"/>
              </a:spcAft>
              <a:buNone/>
              <a:defRPr sz="2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 err="1"/>
              <a:t>Subline</a:t>
            </a:r>
            <a:endParaRPr lang="de-DE" dirty="0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3F1BC4F0-FDB0-C652-3289-71558727D5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62975" y="6461716"/>
            <a:ext cx="3113088" cy="129381"/>
          </a:xfrm>
        </p:spPr>
        <p:txBody>
          <a:bodyPr/>
          <a:lstStyle>
            <a:lvl1pPr marL="0" indent="0" algn="r">
              <a:lnSpc>
                <a:spcPct val="100000"/>
              </a:lnSpc>
              <a:spcAft>
                <a:spcPts val="0"/>
              </a:spcAft>
              <a:buNone/>
              <a:defRPr sz="1000"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Vorname Nachname | Funktion | Datum</a:t>
            </a: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E045FB64-287E-8320-DB6C-73776D542D1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14800" y="374073"/>
            <a:ext cx="1537200" cy="298800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28020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Bordeaux + Fot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9">
            <a:extLst>
              <a:ext uri="{FF2B5EF4-FFF2-40B4-BE49-F238E27FC236}">
                <a16:creationId xmlns:a16="http://schemas.microsoft.com/office/drawing/2014/main" id="{4F372C70-ADB1-7897-B303-734B81D53F0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9524" y="0"/>
            <a:ext cx="11687175" cy="4803775"/>
          </a:xfrm>
          <a:custGeom>
            <a:avLst/>
            <a:gdLst>
              <a:gd name="connsiteX0" fmla="*/ 571505 w 11353800"/>
              <a:gd name="connsiteY0" fmla="*/ 0 h 4343400"/>
              <a:gd name="connsiteX1" fmla="*/ 11353800 w 11353800"/>
              <a:gd name="connsiteY1" fmla="*/ 0 h 4343400"/>
              <a:gd name="connsiteX2" fmla="*/ 11353800 w 11353800"/>
              <a:gd name="connsiteY2" fmla="*/ 0 h 4343400"/>
              <a:gd name="connsiteX3" fmla="*/ 11353800 w 11353800"/>
              <a:gd name="connsiteY3" fmla="*/ 3771895 h 4343400"/>
              <a:gd name="connsiteX4" fmla="*/ 10782295 w 11353800"/>
              <a:gd name="connsiteY4" fmla="*/ 4343400 h 4343400"/>
              <a:gd name="connsiteX5" fmla="*/ 0 w 11353800"/>
              <a:gd name="connsiteY5" fmla="*/ 4343400 h 4343400"/>
              <a:gd name="connsiteX6" fmla="*/ 0 w 11353800"/>
              <a:gd name="connsiteY6" fmla="*/ 4343400 h 4343400"/>
              <a:gd name="connsiteX7" fmla="*/ 0 w 11353800"/>
              <a:gd name="connsiteY7" fmla="*/ 571505 h 4343400"/>
              <a:gd name="connsiteX8" fmla="*/ 571505 w 11353800"/>
              <a:gd name="connsiteY8" fmla="*/ 0 h 4343400"/>
              <a:gd name="connsiteX0" fmla="*/ 571505 w 11353800"/>
              <a:gd name="connsiteY0" fmla="*/ 0 h 4343400"/>
              <a:gd name="connsiteX1" fmla="*/ 11353800 w 11353800"/>
              <a:gd name="connsiteY1" fmla="*/ 0 h 4343400"/>
              <a:gd name="connsiteX2" fmla="*/ 11353800 w 11353800"/>
              <a:gd name="connsiteY2" fmla="*/ 0 h 4343400"/>
              <a:gd name="connsiteX3" fmla="*/ 11353800 w 11353800"/>
              <a:gd name="connsiteY3" fmla="*/ 3771895 h 4343400"/>
              <a:gd name="connsiteX4" fmla="*/ 10782295 w 11353800"/>
              <a:gd name="connsiteY4" fmla="*/ 4343400 h 4343400"/>
              <a:gd name="connsiteX5" fmla="*/ 0 w 11353800"/>
              <a:gd name="connsiteY5" fmla="*/ 4343400 h 4343400"/>
              <a:gd name="connsiteX6" fmla="*/ 0 w 11353800"/>
              <a:gd name="connsiteY6" fmla="*/ 4343400 h 4343400"/>
              <a:gd name="connsiteX7" fmla="*/ 571505 w 11353800"/>
              <a:gd name="connsiteY7" fmla="*/ 0 h 4343400"/>
              <a:gd name="connsiteX0" fmla="*/ 571505 w 11353800"/>
              <a:gd name="connsiteY0" fmla="*/ 0 h 4343400"/>
              <a:gd name="connsiteX1" fmla="*/ 11353800 w 11353800"/>
              <a:gd name="connsiteY1" fmla="*/ 0 h 4343400"/>
              <a:gd name="connsiteX2" fmla="*/ 11353800 w 11353800"/>
              <a:gd name="connsiteY2" fmla="*/ 0 h 4343400"/>
              <a:gd name="connsiteX3" fmla="*/ 11353800 w 11353800"/>
              <a:gd name="connsiteY3" fmla="*/ 3771895 h 4343400"/>
              <a:gd name="connsiteX4" fmla="*/ 10782295 w 11353800"/>
              <a:gd name="connsiteY4" fmla="*/ 4343400 h 4343400"/>
              <a:gd name="connsiteX5" fmla="*/ 0 w 11353800"/>
              <a:gd name="connsiteY5" fmla="*/ 4343400 h 4343400"/>
              <a:gd name="connsiteX6" fmla="*/ 0 w 11353800"/>
              <a:gd name="connsiteY6" fmla="*/ 4343400 h 4343400"/>
              <a:gd name="connsiteX7" fmla="*/ 571505 w 11353800"/>
              <a:gd name="connsiteY7" fmla="*/ 0 h 4343400"/>
              <a:gd name="connsiteX0" fmla="*/ 571505 w 11353800"/>
              <a:gd name="connsiteY0" fmla="*/ 0 h 4343400"/>
              <a:gd name="connsiteX1" fmla="*/ 11353800 w 11353800"/>
              <a:gd name="connsiteY1" fmla="*/ 0 h 4343400"/>
              <a:gd name="connsiteX2" fmla="*/ 11353800 w 11353800"/>
              <a:gd name="connsiteY2" fmla="*/ 0 h 4343400"/>
              <a:gd name="connsiteX3" fmla="*/ 11353800 w 11353800"/>
              <a:gd name="connsiteY3" fmla="*/ 3771895 h 4343400"/>
              <a:gd name="connsiteX4" fmla="*/ 10782295 w 11353800"/>
              <a:gd name="connsiteY4" fmla="*/ 4343400 h 4343400"/>
              <a:gd name="connsiteX5" fmla="*/ 0 w 11353800"/>
              <a:gd name="connsiteY5" fmla="*/ 4343400 h 4343400"/>
              <a:gd name="connsiteX6" fmla="*/ 571505 w 11353800"/>
              <a:gd name="connsiteY6" fmla="*/ 0 h 4343400"/>
              <a:gd name="connsiteX0" fmla="*/ 581030 w 11363325"/>
              <a:gd name="connsiteY0" fmla="*/ 0 h 4800600"/>
              <a:gd name="connsiteX1" fmla="*/ 11363325 w 11363325"/>
              <a:gd name="connsiteY1" fmla="*/ 0 h 4800600"/>
              <a:gd name="connsiteX2" fmla="*/ 11363325 w 11363325"/>
              <a:gd name="connsiteY2" fmla="*/ 0 h 4800600"/>
              <a:gd name="connsiteX3" fmla="*/ 11363325 w 11363325"/>
              <a:gd name="connsiteY3" fmla="*/ 3771895 h 4800600"/>
              <a:gd name="connsiteX4" fmla="*/ 10791820 w 11363325"/>
              <a:gd name="connsiteY4" fmla="*/ 4343400 h 4800600"/>
              <a:gd name="connsiteX5" fmla="*/ 0 w 11363325"/>
              <a:gd name="connsiteY5" fmla="*/ 4800600 h 4800600"/>
              <a:gd name="connsiteX6" fmla="*/ 581030 w 11363325"/>
              <a:gd name="connsiteY6" fmla="*/ 0 h 4800600"/>
              <a:gd name="connsiteX0" fmla="*/ 5 w 11363325"/>
              <a:gd name="connsiteY0" fmla="*/ 0 h 4800600"/>
              <a:gd name="connsiteX1" fmla="*/ 11363325 w 11363325"/>
              <a:gd name="connsiteY1" fmla="*/ 0 h 4800600"/>
              <a:gd name="connsiteX2" fmla="*/ 11363325 w 11363325"/>
              <a:gd name="connsiteY2" fmla="*/ 0 h 4800600"/>
              <a:gd name="connsiteX3" fmla="*/ 11363325 w 11363325"/>
              <a:gd name="connsiteY3" fmla="*/ 3771895 h 4800600"/>
              <a:gd name="connsiteX4" fmla="*/ 10791820 w 11363325"/>
              <a:gd name="connsiteY4" fmla="*/ 4343400 h 4800600"/>
              <a:gd name="connsiteX5" fmla="*/ 0 w 11363325"/>
              <a:gd name="connsiteY5" fmla="*/ 4800600 h 4800600"/>
              <a:gd name="connsiteX6" fmla="*/ 5 w 11363325"/>
              <a:gd name="connsiteY6" fmla="*/ 0 h 4800600"/>
              <a:gd name="connsiteX0" fmla="*/ 5 w 11658600"/>
              <a:gd name="connsiteY0" fmla="*/ 0 h 4800600"/>
              <a:gd name="connsiteX1" fmla="*/ 11363325 w 11658600"/>
              <a:gd name="connsiteY1" fmla="*/ 0 h 4800600"/>
              <a:gd name="connsiteX2" fmla="*/ 11658600 w 11658600"/>
              <a:gd name="connsiteY2" fmla="*/ 0 h 4800600"/>
              <a:gd name="connsiteX3" fmla="*/ 11363325 w 11658600"/>
              <a:gd name="connsiteY3" fmla="*/ 3771895 h 4800600"/>
              <a:gd name="connsiteX4" fmla="*/ 10791820 w 11658600"/>
              <a:gd name="connsiteY4" fmla="*/ 4343400 h 4800600"/>
              <a:gd name="connsiteX5" fmla="*/ 0 w 11658600"/>
              <a:gd name="connsiteY5" fmla="*/ 4800600 h 4800600"/>
              <a:gd name="connsiteX6" fmla="*/ 5 w 11658600"/>
              <a:gd name="connsiteY6" fmla="*/ 0 h 4800600"/>
              <a:gd name="connsiteX0" fmla="*/ 5 w 11687175"/>
              <a:gd name="connsiteY0" fmla="*/ 0 h 4800600"/>
              <a:gd name="connsiteX1" fmla="*/ 11363325 w 11687175"/>
              <a:gd name="connsiteY1" fmla="*/ 0 h 4800600"/>
              <a:gd name="connsiteX2" fmla="*/ 11687175 w 11687175"/>
              <a:gd name="connsiteY2" fmla="*/ 0 h 4800600"/>
              <a:gd name="connsiteX3" fmla="*/ 11363325 w 11687175"/>
              <a:gd name="connsiteY3" fmla="*/ 3771895 h 4800600"/>
              <a:gd name="connsiteX4" fmla="*/ 10791820 w 11687175"/>
              <a:gd name="connsiteY4" fmla="*/ 4343400 h 4800600"/>
              <a:gd name="connsiteX5" fmla="*/ 0 w 11687175"/>
              <a:gd name="connsiteY5" fmla="*/ 4800600 h 4800600"/>
              <a:gd name="connsiteX6" fmla="*/ 5 w 11687175"/>
              <a:gd name="connsiteY6" fmla="*/ 0 h 4800600"/>
              <a:gd name="connsiteX0" fmla="*/ 5 w 11687175"/>
              <a:gd name="connsiteY0" fmla="*/ 0 h 4803775"/>
              <a:gd name="connsiteX1" fmla="*/ 11363325 w 11687175"/>
              <a:gd name="connsiteY1" fmla="*/ 0 h 4803775"/>
              <a:gd name="connsiteX2" fmla="*/ 11687175 w 11687175"/>
              <a:gd name="connsiteY2" fmla="*/ 0 h 4803775"/>
              <a:gd name="connsiteX3" fmla="*/ 11363325 w 11687175"/>
              <a:gd name="connsiteY3" fmla="*/ 3771895 h 4803775"/>
              <a:gd name="connsiteX4" fmla="*/ 10791820 w 11687175"/>
              <a:gd name="connsiteY4" fmla="*/ 4343400 h 4803775"/>
              <a:gd name="connsiteX5" fmla="*/ 0 w 11687175"/>
              <a:gd name="connsiteY5" fmla="*/ 4803775 h 4803775"/>
              <a:gd name="connsiteX6" fmla="*/ 5 w 11687175"/>
              <a:gd name="connsiteY6" fmla="*/ 0 h 4803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687175" h="4803775">
                <a:moveTo>
                  <a:pt x="5" y="0"/>
                </a:moveTo>
                <a:lnTo>
                  <a:pt x="11363325" y="0"/>
                </a:lnTo>
                <a:lnTo>
                  <a:pt x="11687175" y="0"/>
                </a:lnTo>
                <a:cubicBezTo>
                  <a:pt x="11588750" y="1257298"/>
                  <a:pt x="11461750" y="2514597"/>
                  <a:pt x="11363325" y="3771895"/>
                </a:cubicBezTo>
                <a:cubicBezTo>
                  <a:pt x="11363325" y="4087528"/>
                  <a:pt x="11107453" y="4343400"/>
                  <a:pt x="10791820" y="4343400"/>
                </a:cubicBezTo>
                <a:lnTo>
                  <a:pt x="0" y="4803775"/>
                </a:lnTo>
                <a:cubicBezTo>
                  <a:pt x="2" y="3203575"/>
                  <a:pt x="3" y="1600200"/>
                  <a:pt x="5" y="0"/>
                </a:cubicBezTo>
                <a:close/>
              </a:path>
            </a:pathLst>
          </a:custGeom>
          <a:solidFill>
            <a:srgbClr val="F2F2F2"/>
          </a:solidFill>
          <a:ln w="3175">
            <a:solidFill>
              <a:schemeClr val="accent1"/>
            </a:solidFill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708A82-0582-0DDB-0580-36B0B4F54B5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5937" y="5085184"/>
            <a:ext cx="11160123" cy="686965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Headline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5D951D5-C1F3-685D-0CD8-D7A1D277270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5937" y="5841786"/>
            <a:ext cx="11160123" cy="625474"/>
          </a:xfrm>
        </p:spPr>
        <p:txBody>
          <a:bodyPr/>
          <a:lstStyle>
            <a:lvl1pPr marL="0" indent="0" algn="l">
              <a:lnSpc>
                <a:spcPts val="3100"/>
              </a:lnSpc>
              <a:spcAft>
                <a:spcPts val="0"/>
              </a:spcAft>
              <a:buNone/>
              <a:defRPr sz="2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 err="1"/>
              <a:t>Subline</a:t>
            </a:r>
            <a:endParaRPr lang="de-DE" dirty="0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3F1BC4F0-FDB0-C652-3289-71558727D5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62975" y="6461716"/>
            <a:ext cx="3113088" cy="129381"/>
          </a:xfrm>
        </p:spPr>
        <p:txBody>
          <a:bodyPr/>
          <a:lstStyle>
            <a:lvl1pPr marL="0" indent="0" algn="r">
              <a:lnSpc>
                <a:spcPct val="100000"/>
              </a:lnSpc>
              <a:spcAft>
                <a:spcPts val="0"/>
              </a:spcAft>
              <a:buNone/>
              <a:defRPr sz="1000"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Vorname Nachname | Funktion | Datum</a:t>
            </a:r>
          </a:p>
        </p:txBody>
      </p:sp>
      <p:sp>
        <p:nvSpPr>
          <p:cNvPr id="5" name="Bildplatzhalter 8">
            <a:extLst>
              <a:ext uri="{FF2B5EF4-FFF2-40B4-BE49-F238E27FC236}">
                <a16:creationId xmlns:a16="http://schemas.microsoft.com/office/drawing/2014/main" id="{C2B2FD8B-FB48-9B92-D9C5-A8F475F2990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14800" y="374073"/>
            <a:ext cx="1537200" cy="298800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28251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Gelb + Foto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9">
            <a:extLst>
              <a:ext uri="{FF2B5EF4-FFF2-40B4-BE49-F238E27FC236}">
                <a16:creationId xmlns:a16="http://schemas.microsoft.com/office/drawing/2014/main" id="{DB9B3E85-4462-6AA0-11EF-1AB58365FDE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9524" y="0"/>
            <a:ext cx="11687175" cy="4803775"/>
          </a:xfrm>
          <a:custGeom>
            <a:avLst/>
            <a:gdLst>
              <a:gd name="connsiteX0" fmla="*/ 571505 w 11353800"/>
              <a:gd name="connsiteY0" fmla="*/ 0 h 4343400"/>
              <a:gd name="connsiteX1" fmla="*/ 11353800 w 11353800"/>
              <a:gd name="connsiteY1" fmla="*/ 0 h 4343400"/>
              <a:gd name="connsiteX2" fmla="*/ 11353800 w 11353800"/>
              <a:gd name="connsiteY2" fmla="*/ 0 h 4343400"/>
              <a:gd name="connsiteX3" fmla="*/ 11353800 w 11353800"/>
              <a:gd name="connsiteY3" fmla="*/ 3771895 h 4343400"/>
              <a:gd name="connsiteX4" fmla="*/ 10782295 w 11353800"/>
              <a:gd name="connsiteY4" fmla="*/ 4343400 h 4343400"/>
              <a:gd name="connsiteX5" fmla="*/ 0 w 11353800"/>
              <a:gd name="connsiteY5" fmla="*/ 4343400 h 4343400"/>
              <a:gd name="connsiteX6" fmla="*/ 0 w 11353800"/>
              <a:gd name="connsiteY6" fmla="*/ 4343400 h 4343400"/>
              <a:gd name="connsiteX7" fmla="*/ 0 w 11353800"/>
              <a:gd name="connsiteY7" fmla="*/ 571505 h 4343400"/>
              <a:gd name="connsiteX8" fmla="*/ 571505 w 11353800"/>
              <a:gd name="connsiteY8" fmla="*/ 0 h 4343400"/>
              <a:gd name="connsiteX0" fmla="*/ 571505 w 11353800"/>
              <a:gd name="connsiteY0" fmla="*/ 0 h 4343400"/>
              <a:gd name="connsiteX1" fmla="*/ 11353800 w 11353800"/>
              <a:gd name="connsiteY1" fmla="*/ 0 h 4343400"/>
              <a:gd name="connsiteX2" fmla="*/ 11353800 w 11353800"/>
              <a:gd name="connsiteY2" fmla="*/ 0 h 4343400"/>
              <a:gd name="connsiteX3" fmla="*/ 11353800 w 11353800"/>
              <a:gd name="connsiteY3" fmla="*/ 3771895 h 4343400"/>
              <a:gd name="connsiteX4" fmla="*/ 10782295 w 11353800"/>
              <a:gd name="connsiteY4" fmla="*/ 4343400 h 4343400"/>
              <a:gd name="connsiteX5" fmla="*/ 0 w 11353800"/>
              <a:gd name="connsiteY5" fmla="*/ 4343400 h 4343400"/>
              <a:gd name="connsiteX6" fmla="*/ 0 w 11353800"/>
              <a:gd name="connsiteY6" fmla="*/ 4343400 h 4343400"/>
              <a:gd name="connsiteX7" fmla="*/ 571505 w 11353800"/>
              <a:gd name="connsiteY7" fmla="*/ 0 h 4343400"/>
              <a:gd name="connsiteX0" fmla="*/ 571505 w 11353800"/>
              <a:gd name="connsiteY0" fmla="*/ 0 h 4343400"/>
              <a:gd name="connsiteX1" fmla="*/ 11353800 w 11353800"/>
              <a:gd name="connsiteY1" fmla="*/ 0 h 4343400"/>
              <a:gd name="connsiteX2" fmla="*/ 11353800 w 11353800"/>
              <a:gd name="connsiteY2" fmla="*/ 0 h 4343400"/>
              <a:gd name="connsiteX3" fmla="*/ 11353800 w 11353800"/>
              <a:gd name="connsiteY3" fmla="*/ 3771895 h 4343400"/>
              <a:gd name="connsiteX4" fmla="*/ 10782295 w 11353800"/>
              <a:gd name="connsiteY4" fmla="*/ 4343400 h 4343400"/>
              <a:gd name="connsiteX5" fmla="*/ 0 w 11353800"/>
              <a:gd name="connsiteY5" fmla="*/ 4343400 h 4343400"/>
              <a:gd name="connsiteX6" fmla="*/ 0 w 11353800"/>
              <a:gd name="connsiteY6" fmla="*/ 4343400 h 4343400"/>
              <a:gd name="connsiteX7" fmla="*/ 571505 w 11353800"/>
              <a:gd name="connsiteY7" fmla="*/ 0 h 4343400"/>
              <a:gd name="connsiteX0" fmla="*/ 571505 w 11353800"/>
              <a:gd name="connsiteY0" fmla="*/ 0 h 4343400"/>
              <a:gd name="connsiteX1" fmla="*/ 11353800 w 11353800"/>
              <a:gd name="connsiteY1" fmla="*/ 0 h 4343400"/>
              <a:gd name="connsiteX2" fmla="*/ 11353800 w 11353800"/>
              <a:gd name="connsiteY2" fmla="*/ 0 h 4343400"/>
              <a:gd name="connsiteX3" fmla="*/ 11353800 w 11353800"/>
              <a:gd name="connsiteY3" fmla="*/ 3771895 h 4343400"/>
              <a:gd name="connsiteX4" fmla="*/ 10782295 w 11353800"/>
              <a:gd name="connsiteY4" fmla="*/ 4343400 h 4343400"/>
              <a:gd name="connsiteX5" fmla="*/ 0 w 11353800"/>
              <a:gd name="connsiteY5" fmla="*/ 4343400 h 4343400"/>
              <a:gd name="connsiteX6" fmla="*/ 571505 w 11353800"/>
              <a:gd name="connsiteY6" fmla="*/ 0 h 4343400"/>
              <a:gd name="connsiteX0" fmla="*/ 581030 w 11363325"/>
              <a:gd name="connsiteY0" fmla="*/ 0 h 4800600"/>
              <a:gd name="connsiteX1" fmla="*/ 11363325 w 11363325"/>
              <a:gd name="connsiteY1" fmla="*/ 0 h 4800600"/>
              <a:gd name="connsiteX2" fmla="*/ 11363325 w 11363325"/>
              <a:gd name="connsiteY2" fmla="*/ 0 h 4800600"/>
              <a:gd name="connsiteX3" fmla="*/ 11363325 w 11363325"/>
              <a:gd name="connsiteY3" fmla="*/ 3771895 h 4800600"/>
              <a:gd name="connsiteX4" fmla="*/ 10791820 w 11363325"/>
              <a:gd name="connsiteY4" fmla="*/ 4343400 h 4800600"/>
              <a:gd name="connsiteX5" fmla="*/ 0 w 11363325"/>
              <a:gd name="connsiteY5" fmla="*/ 4800600 h 4800600"/>
              <a:gd name="connsiteX6" fmla="*/ 581030 w 11363325"/>
              <a:gd name="connsiteY6" fmla="*/ 0 h 4800600"/>
              <a:gd name="connsiteX0" fmla="*/ 5 w 11363325"/>
              <a:gd name="connsiteY0" fmla="*/ 0 h 4800600"/>
              <a:gd name="connsiteX1" fmla="*/ 11363325 w 11363325"/>
              <a:gd name="connsiteY1" fmla="*/ 0 h 4800600"/>
              <a:gd name="connsiteX2" fmla="*/ 11363325 w 11363325"/>
              <a:gd name="connsiteY2" fmla="*/ 0 h 4800600"/>
              <a:gd name="connsiteX3" fmla="*/ 11363325 w 11363325"/>
              <a:gd name="connsiteY3" fmla="*/ 3771895 h 4800600"/>
              <a:gd name="connsiteX4" fmla="*/ 10791820 w 11363325"/>
              <a:gd name="connsiteY4" fmla="*/ 4343400 h 4800600"/>
              <a:gd name="connsiteX5" fmla="*/ 0 w 11363325"/>
              <a:gd name="connsiteY5" fmla="*/ 4800600 h 4800600"/>
              <a:gd name="connsiteX6" fmla="*/ 5 w 11363325"/>
              <a:gd name="connsiteY6" fmla="*/ 0 h 4800600"/>
              <a:gd name="connsiteX0" fmla="*/ 5 w 11658600"/>
              <a:gd name="connsiteY0" fmla="*/ 0 h 4800600"/>
              <a:gd name="connsiteX1" fmla="*/ 11363325 w 11658600"/>
              <a:gd name="connsiteY1" fmla="*/ 0 h 4800600"/>
              <a:gd name="connsiteX2" fmla="*/ 11658600 w 11658600"/>
              <a:gd name="connsiteY2" fmla="*/ 0 h 4800600"/>
              <a:gd name="connsiteX3" fmla="*/ 11363325 w 11658600"/>
              <a:gd name="connsiteY3" fmla="*/ 3771895 h 4800600"/>
              <a:gd name="connsiteX4" fmla="*/ 10791820 w 11658600"/>
              <a:gd name="connsiteY4" fmla="*/ 4343400 h 4800600"/>
              <a:gd name="connsiteX5" fmla="*/ 0 w 11658600"/>
              <a:gd name="connsiteY5" fmla="*/ 4800600 h 4800600"/>
              <a:gd name="connsiteX6" fmla="*/ 5 w 11658600"/>
              <a:gd name="connsiteY6" fmla="*/ 0 h 4800600"/>
              <a:gd name="connsiteX0" fmla="*/ 5 w 11687175"/>
              <a:gd name="connsiteY0" fmla="*/ 0 h 4800600"/>
              <a:gd name="connsiteX1" fmla="*/ 11363325 w 11687175"/>
              <a:gd name="connsiteY1" fmla="*/ 0 h 4800600"/>
              <a:gd name="connsiteX2" fmla="*/ 11687175 w 11687175"/>
              <a:gd name="connsiteY2" fmla="*/ 0 h 4800600"/>
              <a:gd name="connsiteX3" fmla="*/ 11363325 w 11687175"/>
              <a:gd name="connsiteY3" fmla="*/ 3771895 h 4800600"/>
              <a:gd name="connsiteX4" fmla="*/ 10791820 w 11687175"/>
              <a:gd name="connsiteY4" fmla="*/ 4343400 h 4800600"/>
              <a:gd name="connsiteX5" fmla="*/ 0 w 11687175"/>
              <a:gd name="connsiteY5" fmla="*/ 4800600 h 4800600"/>
              <a:gd name="connsiteX6" fmla="*/ 5 w 11687175"/>
              <a:gd name="connsiteY6" fmla="*/ 0 h 4800600"/>
              <a:gd name="connsiteX0" fmla="*/ 5 w 11687175"/>
              <a:gd name="connsiteY0" fmla="*/ 0 h 4803775"/>
              <a:gd name="connsiteX1" fmla="*/ 11363325 w 11687175"/>
              <a:gd name="connsiteY1" fmla="*/ 0 h 4803775"/>
              <a:gd name="connsiteX2" fmla="*/ 11687175 w 11687175"/>
              <a:gd name="connsiteY2" fmla="*/ 0 h 4803775"/>
              <a:gd name="connsiteX3" fmla="*/ 11363325 w 11687175"/>
              <a:gd name="connsiteY3" fmla="*/ 3771895 h 4803775"/>
              <a:gd name="connsiteX4" fmla="*/ 10791820 w 11687175"/>
              <a:gd name="connsiteY4" fmla="*/ 4343400 h 4803775"/>
              <a:gd name="connsiteX5" fmla="*/ 0 w 11687175"/>
              <a:gd name="connsiteY5" fmla="*/ 4803775 h 4803775"/>
              <a:gd name="connsiteX6" fmla="*/ 5 w 11687175"/>
              <a:gd name="connsiteY6" fmla="*/ 0 h 4803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687175" h="4803775">
                <a:moveTo>
                  <a:pt x="5" y="0"/>
                </a:moveTo>
                <a:lnTo>
                  <a:pt x="11363325" y="0"/>
                </a:lnTo>
                <a:lnTo>
                  <a:pt x="11687175" y="0"/>
                </a:lnTo>
                <a:cubicBezTo>
                  <a:pt x="11588750" y="1257298"/>
                  <a:pt x="11461750" y="2514597"/>
                  <a:pt x="11363325" y="3771895"/>
                </a:cubicBezTo>
                <a:cubicBezTo>
                  <a:pt x="11363325" y="4087528"/>
                  <a:pt x="11107453" y="4343400"/>
                  <a:pt x="10791820" y="4343400"/>
                </a:cubicBezTo>
                <a:lnTo>
                  <a:pt x="0" y="4803775"/>
                </a:lnTo>
                <a:cubicBezTo>
                  <a:pt x="2" y="3203575"/>
                  <a:pt x="3" y="1600200"/>
                  <a:pt x="5" y="0"/>
                </a:cubicBezTo>
                <a:close/>
              </a:path>
            </a:pathLst>
          </a:custGeom>
          <a:solidFill>
            <a:srgbClr val="F2F2F2"/>
          </a:solidFill>
          <a:ln w="3175">
            <a:solidFill>
              <a:schemeClr val="accent5"/>
            </a:solidFill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708A82-0582-0DDB-0580-36B0B4F54B5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5937" y="5085184"/>
            <a:ext cx="11160123" cy="686965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Headline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5D951D5-C1F3-685D-0CD8-D7A1D277270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5937" y="5841786"/>
            <a:ext cx="11160123" cy="625474"/>
          </a:xfrm>
        </p:spPr>
        <p:txBody>
          <a:bodyPr/>
          <a:lstStyle>
            <a:lvl1pPr marL="0" indent="0" algn="l">
              <a:lnSpc>
                <a:spcPts val="3100"/>
              </a:lnSpc>
              <a:spcAft>
                <a:spcPts val="0"/>
              </a:spcAft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 err="1"/>
              <a:t>Subline</a:t>
            </a:r>
            <a:endParaRPr lang="de-DE" dirty="0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3F1BC4F0-FDB0-C652-3289-71558727D5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62975" y="6461716"/>
            <a:ext cx="3113088" cy="129381"/>
          </a:xfrm>
        </p:spPr>
        <p:txBody>
          <a:bodyPr/>
          <a:lstStyle>
            <a:lvl1pPr marL="0" indent="0" algn="r">
              <a:lnSpc>
                <a:spcPct val="100000"/>
              </a:lnSpc>
              <a:spcAft>
                <a:spcPts val="0"/>
              </a:spcAft>
              <a:buNone/>
              <a:defRPr sz="1000" b="1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Vorname Nachname | Funktion | Datum</a:t>
            </a:r>
          </a:p>
        </p:txBody>
      </p:sp>
      <p:sp>
        <p:nvSpPr>
          <p:cNvPr id="6" name="Bildplatzhalter 8">
            <a:extLst>
              <a:ext uri="{FF2B5EF4-FFF2-40B4-BE49-F238E27FC236}">
                <a16:creationId xmlns:a16="http://schemas.microsoft.com/office/drawing/2014/main" id="{AE68561E-2722-72CB-CCD3-E6FD752EC59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14800" y="374073"/>
            <a:ext cx="1537200" cy="298800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79137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nt + Fot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9">
            <a:extLst>
              <a:ext uri="{FF2B5EF4-FFF2-40B4-BE49-F238E27FC236}">
                <a16:creationId xmlns:a16="http://schemas.microsoft.com/office/drawing/2014/main" id="{3D610A5C-6E88-603E-6BA3-6433E87C3BC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9524" y="0"/>
            <a:ext cx="11687175" cy="4803775"/>
          </a:xfrm>
          <a:custGeom>
            <a:avLst/>
            <a:gdLst>
              <a:gd name="connsiteX0" fmla="*/ 571505 w 11353800"/>
              <a:gd name="connsiteY0" fmla="*/ 0 h 4343400"/>
              <a:gd name="connsiteX1" fmla="*/ 11353800 w 11353800"/>
              <a:gd name="connsiteY1" fmla="*/ 0 h 4343400"/>
              <a:gd name="connsiteX2" fmla="*/ 11353800 w 11353800"/>
              <a:gd name="connsiteY2" fmla="*/ 0 h 4343400"/>
              <a:gd name="connsiteX3" fmla="*/ 11353800 w 11353800"/>
              <a:gd name="connsiteY3" fmla="*/ 3771895 h 4343400"/>
              <a:gd name="connsiteX4" fmla="*/ 10782295 w 11353800"/>
              <a:gd name="connsiteY4" fmla="*/ 4343400 h 4343400"/>
              <a:gd name="connsiteX5" fmla="*/ 0 w 11353800"/>
              <a:gd name="connsiteY5" fmla="*/ 4343400 h 4343400"/>
              <a:gd name="connsiteX6" fmla="*/ 0 w 11353800"/>
              <a:gd name="connsiteY6" fmla="*/ 4343400 h 4343400"/>
              <a:gd name="connsiteX7" fmla="*/ 0 w 11353800"/>
              <a:gd name="connsiteY7" fmla="*/ 571505 h 4343400"/>
              <a:gd name="connsiteX8" fmla="*/ 571505 w 11353800"/>
              <a:gd name="connsiteY8" fmla="*/ 0 h 4343400"/>
              <a:gd name="connsiteX0" fmla="*/ 571505 w 11353800"/>
              <a:gd name="connsiteY0" fmla="*/ 0 h 4343400"/>
              <a:gd name="connsiteX1" fmla="*/ 11353800 w 11353800"/>
              <a:gd name="connsiteY1" fmla="*/ 0 h 4343400"/>
              <a:gd name="connsiteX2" fmla="*/ 11353800 w 11353800"/>
              <a:gd name="connsiteY2" fmla="*/ 0 h 4343400"/>
              <a:gd name="connsiteX3" fmla="*/ 11353800 w 11353800"/>
              <a:gd name="connsiteY3" fmla="*/ 3771895 h 4343400"/>
              <a:gd name="connsiteX4" fmla="*/ 10782295 w 11353800"/>
              <a:gd name="connsiteY4" fmla="*/ 4343400 h 4343400"/>
              <a:gd name="connsiteX5" fmla="*/ 0 w 11353800"/>
              <a:gd name="connsiteY5" fmla="*/ 4343400 h 4343400"/>
              <a:gd name="connsiteX6" fmla="*/ 0 w 11353800"/>
              <a:gd name="connsiteY6" fmla="*/ 4343400 h 4343400"/>
              <a:gd name="connsiteX7" fmla="*/ 571505 w 11353800"/>
              <a:gd name="connsiteY7" fmla="*/ 0 h 4343400"/>
              <a:gd name="connsiteX0" fmla="*/ 571505 w 11353800"/>
              <a:gd name="connsiteY0" fmla="*/ 0 h 4343400"/>
              <a:gd name="connsiteX1" fmla="*/ 11353800 w 11353800"/>
              <a:gd name="connsiteY1" fmla="*/ 0 h 4343400"/>
              <a:gd name="connsiteX2" fmla="*/ 11353800 w 11353800"/>
              <a:gd name="connsiteY2" fmla="*/ 0 h 4343400"/>
              <a:gd name="connsiteX3" fmla="*/ 11353800 w 11353800"/>
              <a:gd name="connsiteY3" fmla="*/ 3771895 h 4343400"/>
              <a:gd name="connsiteX4" fmla="*/ 10782295 w 11353800"/>
              <a:gd name="connsiteY4" fmla="*/ 4343400 h 4343400"/>
              <a:gd name="connsiteX5" fmla="*/ 0 w 11353800"/>
              <a:gd name="connsiteY5" fmla="*/ 4343400 h 4343400"/>
              <a:gd name="connsiteX6" fmla="*/ 0 w 11353800"/>
              <a:gd name="connsiteY6" fmla="*/ 4343400 h 4343400"/>
              <a:gd name="connsiteX7" fmla="*/ 571505 w 11353800"/>
              <a:gd name="connsiteY7" fmla="*/ 0 h 4343400"/>
              <a:gd name="connsiteX0" fmla="*/ 571505 w 11353800"/>
              <a:gd name="connsiteY0" fmla="*/ 0 h 4343400"/>
              <a:gd name="connsiteX1" fmla="*/ 11353800 w 11353800"/>
              <a:gd name="connsiteY1" fmla="*/ 0 h 4343400"/>
              <a:gd name="connsiteX2" fmla="*/ 11353800 w 11353800"/>
              <a:gd name="connsiteY2" fmla="*/ 0 h 4343400"/>
              <a:gd name="connsiteX3" fmla="*/ 11353800 w 11353800"/>
              <a:gd name="connsiteY3" fmla="*/ 3771895 h 4343400"/>
              <a:gd name="connsiteX4" fmla="*/ 10782295 w 11353800"/>
              <a:gd name="connsiteY4" fmla="*/ 4343400 h 4343400"/>
              <a:gd name="connsiteX5" fmla="*/ 0 w 11353800"/>
              <a:gd name="connsiteY5" fmla="*/ 4343400 h 4343400"/>
              <a:gd name="connsiteX6" fmla="*/ 571505 w 11353800"/>
              <a:gd name="connsiteY6" fmla="*/ 0 h 4343400"/>
              <a:gd name="connsiteX0" fmla="*/ 581030 w 11363325"/>
              <a:gd name="connsiteY0" fmla="*/ 0 h 4800600"/>
              <a:gd name="connsiteX1" fmla="*/ 11363325 w 11363325"/>
              <a:gd name="connsiteY1" fmla="*/ 0 h 4800600"/>
              <a:gd name="connsiteX2" fmla="*/ 11363325 w 11363325"/>
              <a:gd name="connsiteY2" fmla="*/ 0 h 4800600"/>
              <a:gd name="connsiteX3" fmla="*/ 11363325 w 11363325"/>
              <a:gd name="connsiteY3" fmla="*/ 3771895 h 4800600"/>
              <a:gd name="connsiteX4" fmla="*/ 10791820 w 11363325"/>
              <a:gd name="connsiteY4" fmla="*/ 4343400 h 4800600"/>
              <a:gd name="connsiteX5" fmla="*/ 0 w 11363325"/>
              <a:gd name="connsiteY5" fmla="*/ 4800600 h 4800600"/>
              <a:gd name="connsiteX6" fmla="*/ 581030 w 11363325"/>
              <a:gd name="connsiteY6" fmla="*/ 0 h 4800600"/>
              <a:gd name="connsiteX0" fmla="*/ 5 w 11363325"/>
              <a:gd name="connsiteY0" fmla="*/ 0 h 4800600"/>
              <a:gd name="connsiteX1" fmla="*/ 11363325 w 11363325"/>
              <a:gd name="connsiteY1" fmla="*/ 0 h 4800600"/>
              <a:gd name="connsiteX2" fmla="*/ 11363325 w 11363325"/>
              <a:gd name="connsiteY2" fmla="*/ 0 h 4800600"/>
              <a:gd name="connsiteX3" fmla="*/ 11363325 w 11363325"/>
              <a:gd name="connsiteY3" fmla="*/ 3771895 h 4800600"/>
              <a:gd name="connsiteX4" fmla="*/ 10791820 w 11363325"/>
              <a:gd name="connsiteY4" fmla="*/ 4343400 h 4800600"/>
              <a:gd name="connsiteX5" fmla="*/ 0 w 11363325"/>
              <a:gd name="connsiteY5" fmla="*/ 4800600 h 4800600"/>
              <a:gd name="connsiteX6" fmla="*/ 5 w 11363325"/>
              <a:gd name="connsiteY6" fmla="*/ 0 h 4800600"/>
              <a:gd name="connsiteX0" fmla="*/ 5 w 11658600"/>
              <a:gd name="connsiteY0" fmla="*/ 0 h 4800600"/>
              <a:gd name="connsiteX1" fmla="*/ 11363325 w 11658600"/>
              <a:gd name="connsiteY1" fmla="*/ 0 h 4800600"/>
              <a:gd name="connsiteX2" fmla="*/ 11658600 w 11658600"/>
              <a:gd name="connsiteY2" fmla="*/ 0 h 4800600"/>
              <a:gd name="connsiteX3" fmla="*/ 11363325 w 11658600"/>
              <a:gd name="connsiteY3" fmla="*/ 3771895 h 4800600"/>
              <a:gd name="connsiteX4" fmla="*/ 10791820 w 11658600"/>
              <a:gd name="connsiteY4" fmla="*/ 4343400 h 4800600"/>
              <a:gd name="connsiteX5" fmla="*/ 0 w 11658600"/>
              <a:gd name="connsiteY5" fmla="*/ 4800600 h 4800600"/>
              <a:gd name="connsiteX6" fmla="*/ 5 w 11658600"/>
              <a:gd name="connsiteY6" fmla="*/ 0 h 4800600"/>
              <a:gd name="connsiteX0" fmla="*/ 5 w 11687175"/>
              <a:gd name="connsiteY0" fmla="*/ 0 h 4800600"/>
              <a:gd name="connsiteX1" fmla="*/ 11363325 w 11687175"/>
              <a:gd name="connsiteY1" fmla="*/ 0 h 4800600"/>
              <a:gd name="connsiteX2" fmla="*/ 11687175 w 11687175"/>
              <a:gd name="connsiteY2" fmla="*/ 0 h 4800600"/>
              <a:gd name="connsiteX3" fmla="*/ 11363325 w 11687175"/>
              <a:gd name="connsiteY3" fmla="*/ 3771895 h 4800600"/>
              <a:gd name="connsiteX4" fmla="*/ 10791820 w 11687175"/>
              <a:gd name="connsiteY4" fmla="*/ 4343400 h 4800600"/>
              <a:gd name="connsiteX5" fmla="*/ 0 w 11687175"/>
              <a:gd name="connsiteY5" fmla="*/ 4800600 h 4800600"/>
              <a:gd name="connsiteX6" fmla="*/ 5 w 11687175"/>
              <a:gd name="connsiteY6" fmla="*/ 0 h 4800600"/>
              <a:gd name="connsiteX0" fmla="*/ 5 w 11687175"/>
              <a:gd name="connsiteY0" fmla="*/ 0 h 4803775"/>
              <a:gd name="connsiteX1" fmla="*/ 11363325 w 11687175"/>
              <a:gd name="connsiteY1" fmla="*/ 0 h 4803775"/>
              <a:gd name="connsiteX2" fmla="*/ 11687175 w 11687175"/>
              <a:gd name="connsiteY2" fmla="*/ 0 h 4803775"/>
              <a:gd name="connsiteX3" fmla="*/ 11363325 w 11687175"/>
              <a:gd name="connsiteY3" fmla="*/ 3771895 h 4803775"/>
              <a:gd name="connsiteX4" fmla="*/ 10791820 w 11687175"/>
              <a:gd name="connsiteY4" fmla="*/ 4343400 h 4803775"/>
              <a:gd name="connsiteX5" fmla="*/ 0 w 11687175"/>
              <a:gd name="connsiteY5" fmla="*/ 4803775 h 4803775"/>
              <a:gd name="connsiteX6" fmla="*/ 5 w 11687175"/>
              <a:gd name="connsiteY6" fmla="*/ 0 h 4803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687175" h="4803775">
                <a:moveTo>
                  <a:pt x="5" y="0"/>
                </a:moveTo>
                <a:lnTo>
                  <a:pt x="11363325" y="0"/>
                </a:lnTo>
                <a:lnTo>
                  <a:pt x="11687175" y="0"/>
                </a:lnTo>
                <a:cubicBezTo>
                  <a:pt x="11588750" y="1257298"/>
                  <a:pt x="11461750" y="2514597"/>
                  <a:pt x="11363325" y="3771895"/>
                </a:cubicBezTo>
                <a:cubicBezTo>
                  <a:pt x="11363325" y="4087528"/>
                  <a:pt x="11107453" y="4343400"/>
                  <a:pt x="10791820" y="4343400"/>
                </a:cubicBezTo>
                <a:lnTo>
                  <a:pt x="0" y="4803775"/>
                </a:lnTo>
                <a:cubicBezTo>
                  <a:pt x="2" y="3203575"/>
                  <a:pt x="3" y="1600200"/>
                  <a:pt x="5" y="0"/>
                </a:cubicBezTo>
                <a:close/>
              </a:path>
            </a:pathLst>
          </a:custGeom>
          <a:solidFill>
            <a:srgbClr val="F2F2F2"/>
          </a:solidFill>
          <a:ln w="3175">
            <a:solidFill>
              <a:schemeClr val="accent2"/>
            </a:solidFill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3F1BC4F0-FDB0-C652-3289-71558727D5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62975" y="6461716"/>
            <a:ext cx="3113088" cy="129381"/>
          </a:xfrm>
        </p:spPr>
        <p:txBody>
          <a:bodyPr/>
          <a:lstStyle>
            <a:lvl1pPr marL="0" indent="0" algn="r">
              <a:lnSpc>
                <a:spcPct val="100000"/>
              </a:lnSpc>
              <a:spcAft>
                <a:spcPts val="0"/>
              </a:spcAft>
              <a:buNone/>
              <a:defRPr sz="1000" b="1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Vorname Nachname | Funktion | Datum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708A82-0582-0DDB-0580-36B0B4F54B5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5937" y="5085184"/>
            <a:ext cx="11160123" cy="686965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Headline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5D951D5-C1F3-685D-0CD8-D7A1D277270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5937" y="5841786"/>
            <a:ext cx="11160123" cy="625474"/>
          </a:xfrm>
        </p:spPr>
        <p:txBody>
          <a:bodyPr/>
          <a:lstStyle>
            <a:lvl1pPr marL="0" indent="0" algn="l">
              <a:lnSpc>
                <a:spcPts val="3100"/>
              </a:lnSpc>
              <a:spcAft>
                <a:spcPts val="0"/>
              </a:spcAft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 err="1"/>
              <a:t>Subline</a:t>
            </a:r>
            <a:endParaRPr lang="de-DE" dirty="0"/>
          </a:p>
        </p:txBody>
      </p:sp>
      <p:sp>
        <p:nvSpPr>
          <p:cNvPr id="7" name="Bildplatzhalter 8">
            <a:extLst>
              <a:ext uri="{FF2B5EF4-FFF2-40B4-BE49-F238E27FC236}">
                <a16:creationId xmlns:a16="http://schemas.microsoft.com/office/drawing/2014/main" id="{682CF86E-D367-CD78-87BA-72FEAA4D33E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14800" y="374073"/>
            <a:ext cx="1537200" cy="298800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91431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Blau + Foto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9">
            <a:extLst>
              <a:ext uri="{FF2B5EF4-FFF2-40B4-BE49-F238E27FC236}">
                <a16:creationId xmlns:a16="http://schemas.microsoft.com/office/drawing/2014/main" id="{60404436-E9DA-2949-60D4-8149B71BAA3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9524" y="0"/>
            <a:ext cx="11687175" cy="4803775"/>
          </a:xfrm>
          <a:custGeom>
            <a:avLst/>
            <a:gdLst>
              <a:gd name="connsiteX0" fmla="*/ 571505 w 11353800"/>
              <a:gd name="connsiteY0" fmla="*/ 0 h 4343400"/>
              <a:gd name="connsiteX1" fmla="*/ 11353800 w 11353800"/>
              <a:gd name="connsiteY1" fmla="*/ 0 h 4343400"/>
              <a:gd name="connsiteX2" fmla="*/ 11353800 w 11353800"/>
              <a:gd name="connsiteY2" fmla="*/ 0 h 4343400"/>
              <a:gd name="connsiteX3" fmla="*/ 11353800 w 11353800"/>
              <a:gd name="connsiteY3" fmla="*/ 3771895 h 4343400"/>
              <a:gd name="connsiteX4" fmla="*/ 10782295 w 11353800"/>
              <a:gd name="connsiteY4" fmla="*/ 4343400 h 4343400"/>
              <a:gd name="connsiteX5" fmla="*/ 0 w 11353800"/>
              <a:gd name="connsiteY5" fmla="*/ 4343400 h 4343400"/>
              <a:gd name="connsiteX6" fmla="*/ 0 w 11353800"/>
              <a:gd name="connsiteY6" fmla="*/ 4343400 h 4343400"/>
              <a:gd name="connsiteX7" fmla="*/ 0 w 11353800"/>
              <a:gd name="connsiteY7" fmla="*/ 571505 h 4343400"/>
              <a:gd name="connsiteX8" fmla="*/ 571505 w 11353800"/>
              <a:gd name="connsiteY8" fmla="*/ 0 h 4343400"/>
              <a:gd name="connsiteX0" fmla="*/ 571505 w 11353800"/>
              <a:gd name="connsiteY0" fmla="*/ 0 h 4343400"/>
              <a:gd name="connsiteX1" fmla="*/ 11353800 w 11353800"/>
              <a:gd name="connsiteY1" fmla="*/ 0 h 4343400"/>
              <a:gd name="connsiteX2" fmla="*/ 11353800 w 11353800"/>
              <a:gd name="connsiteY2" fmla="*/ 0 h 4343400"/>
              <a:gd name="connsiteX3" fmla="*/ 11353800 w 11353800"/>
              <a:gd name="connsiteY3" fmla="*/ 3771895 h 4343400"/>
              <a:gd name="connsiteX4" fmla="*/ 10782295 w 11353800"/>
              <a:gd name="connsiteY4" fmla="*/ 4343400 h 4343400"/>
              <a:gd name="connsiteX5" fmla="*/ 0 w 11353800"/>
              <a:gd name="connsiteY5" fmla="*/ 4343400 h 4343400"/>
              <a:gd name="connsiteX6" fmla="*/ 0 w 11353800"/>
              <a:gd name="connsiteY6" fmla="*/ 4343400 h 4343400"/>
              <a:gd name="connsiteX7" fmla="*/ 571505 w 11353800"/>
              <a:gd name="connsiteY7" fmla="*/ 0 h 4343400"/>
              <a:gd name="connsiteX0" fmla="*/ 571505 w 11353800"/>
              <a:gd name="connsiteY0" fmla="*/ 0 h 4343400"/>
              <a:gd name="connsiteX1" fmla="*/ 11353800 w 11353800"/>
              <a:gd name="connsiteY1" fmla="*/ 0 h 4343400"/>
              <a:gd name="connsiteX2" fmla="*/ 11353800 w 11353800"/>
              <a:gd name="connsiteY2" fmla="*/ 0 h 4343400"/>
              <a:gd name="connsiteX3" fmla="*/ 11353800 w 11353800"/>
              <a:gd name="connsiteY3" fmla="*/ 3771895 h 4343400"/>
              <a:gd name="connsiteX4" fmla="*/ 10782295 w 11353800"/>
              <a:gd name="connsiteY4" fmla="*/ 4343400 h 4343400"/>
              <a:gd name="connsiteX5" fmla="*/ 0 w 11353800"/>
              <a:gd name="connsiteY5" fmla="*/ 4343400 h 4343400"/>
              <a:gd name="connsiteX6" fmla="*/ 0 w 11353800"/>
              <a:gd name="connsiteY6" fmla="*/ 4343400 h 4343400"/>
              <a:gd name="connsiteX7" fmla="*/ 571505 w 11353800"/>
              <a:gd name="connsiteY7" fmla="*/ 0 h 4343400"/>
              <a:gd name="connsiteX0" fmla="*/ 571505 w 11353800"/>
              <a:gd name="connsiteY0" fmla="*/ 0 h 4343400"/>
              <a:gd name="connsiteX1" fmla="*/ 11353800 w 11353800"/>
              <a:gd name="connsiteY1" fmla="*/ 0 h 4343400"/>
              <a:gd name="connsiteX2" fmla="*/ 11353800 w 11353800"/>
              <a:gd name="connsiteY2" fmla="*/ 0 h 4343400"/>
              <a:gd name="connsiteX3" fmla="*/ 11353800 w 11353800"/>
              <a:gd name="connsiteY3" fmla="*/ 3771895 h 4343400"/>
              <a:gd name="connsiteX4" fmla="*/ 10782295 w 11353800"/>
              <a:gd name="connsiteY4" fmla="*/ 4343400 h 4343400"/>
              <a:gd name="connsiteX5" fmla="*/ 0 w 11353800"/>
              <a:gd name="connsiteY5" fmla="*/ 4343400 h 4343400"/>
              <a:gd name="connsiteX6" fmla="*/ 571505 w 11353800"/>
              <a:gd name="connsiteY6" fmla="*/ 0 h 4343400"/>
              <a:gd name="connsiteX0" fmla="*/ 581030 w 11363325"/>
              <a:gd name="connsiteY0" fmla="*/ 0 h 4800600"/>
              <a:gd name="connsiteX1" fmla="*/ 11363325 w 11363325"/>
              <a:gd name="connsiteY1" fmla="*/ 0 h 4800600"/>
              <a:gd name="connsiteX2" fmla="*/ 11363325 w 11363325"/>
              <a:gd name="connsiteY2" fmla="*/ 0 h 4800600"/>
              <a:gd name="connsiteX3" fmla="*/ 11363325 w 11363325"/>
              <a:gd name="connsiteY3" fmla="*/ 3771895 h 4800600"/>
              <a:gd name="connsiteX4" fmla="*/ 10791820 w 11363325"/>
              <a:gd name="connsiteY4" fmla="*/ 4343400 h 4800600"/>
              <a:gd name="connsiteX5" fmla="*/ 0 w 11363325"/>
              <a:gd name="connsiteY5" fmla="*/ 4800600 h 4800600"/>
              <a:gd name="connsiteX6" fmla="*/ 581030 w 11363325"/>
              <a:gd name="connsiteY6" fmla="*/ 0 h 4800600"/>
              <a:gd name="connsiteX0" fmla="*/ 5 w 11363325"/>
              <a:gd name="connsiteY0" fmla="*/ 0 h 4800600"/>
              <a:gd name="connsiteX1" fmla="*/ 11363325 w 11363325"/>
              <a:gd name="connsiteY1" fmla="*/ 0 h 4800600"/>
              <a:gd name="connsiteX2" fmla="*/ 11363325 w 11363325"/>
              <a:gd name="connsiteY2" fmla="*/ 0 h 4800600"/>
              <a:gd name="connsiteX3" fmla="*/ 11363325 w 11363325"/>
              <a:gd name="connsiteY3" fmla="*/ 3771895 h 4800600"/>
              <a:gd name="connsiteX4" fmla="*/ 10791820 w 11363325"/>
              <a:gd name="connsiteY4" fmla="*/ 4343400 h 4800600"/>
              <a:gd name="connsiteX5" fmla="*/ 0 w 11363325"/>
              <a:gd name="connsiteY5" fmla="*/ 4800600 h 4800600"/>
              <a:gd name="connsiteX6" fmla="*/ 5 w 11363325"/>
              <a:gd name="connsiteY6" fmla="*/ 0 h 4800600"/>
              <a:gd name="connsiteX0" fmla="*/ 5 w 11658600"/>
              <a:gd name="connsiteY0" fmla="*/ 0 h 4800600"/>
              <a:gd name="connsiteX1" fmla="*/ 11363325 w 11658600"/>
              <a:gd name="connsiteY1" fmla="*/ 0 h 4800600"/>
              <a:gd name="connsiteX2" fmla="*/ 11658600 w 11658600"/>
              <a:gd name="connsiteY2" fmla="*/ 0 h 4800600"/>
              <a:gd name="connsiteX3" fmla="*/ 11363325 w 11658600"/>
              <a:gd name="connsiteY3" fmla="*/ 3771895 h 4800600"/>
              <a:gd name="connsiteX4" fmla="*/ 10791820 w 11658600"/>
              <a:gd name="connsiteY4" fmla="*/ 4343400 h 4800600"/>
              <a:gd name="connsiteX5" fmla="*/ 0 w 11658600"/>
              <a:gd name="connsiteY5" fmla="*/ 4800600 h 4800600"/>
              <a:gd name="connsiteX6" fmla="*/ 5 w 11658600"/>
              <a:gd name="connsiteY6" fmla="*/ 0 h 4800600"/>
              <a:gd name="connsiteX0" fmla="*/ 5 w 11687175"/>
              <a:gd name="connsiteY0" fmla="*/ 0 h 4800600"/>
              <a:gd name="connsiteX1" fmla="*/ 11363325 w 11687175"/>
              <a:gd name="connsiteY1" fmla="*/ 0 h 4800600"/>
              <a:gd name="connsiteX2" fmla="*/ 11687175 w 11687175"/>
              <a:gd name="connsiteY2" fmla="*/ 0 h 4800600"/>
              <a:gd name="connsiteX3" fmla="*/ 11363325 w 11687175"/>
              <a:gd name="connsiteY3" fmla="*/ 3771895 h 4800600"/>
              <a:gd name="connsiteX4" fmla="*/ 10791820 w 11687175"/>
              <a:gd name="connsiteY4" fmla="*/ 4343400 h 4800600"/>
              <a:gd name="connsiteX5" fmla="*/ 0 w 11687175"/>
              <a:gd name="connsiteY5" fmla="*/ 4800600 h 4800600"/>
              <a:gd name="connsiteX6" fmla="*/ 5 w 11687175"/>
              <a:gd name="connsiteY6" fmla="*/ 0 h 4800600"/>
              <a:gd name="connsiteX0" fmla="*/ 5 w 11687175"/>
              <a:gd name="connsiteY0" fmla="*/ 0 h 4803775"/>
              <a:gd name="connsiteX1" fmla="*/ 11363325 w 11687175"/>
              <a:gd name="connsiteY1" fmla="*/ 0 h 4803775"/>
              <a:gd name="connsiteX2" fmla="*/ 11687175 w 11687175"/>
              <a:gd name="connsiteY2" fmla="*/ 0 h 4803775"/>
              <a:gd name="connsiteX3" fmla="*/ 11363325 w 11687175"/>
              <a:gd name="connsiteY3" fmla="*/ 3771895 h 4803775"/>
              <a:gd name="connsiteX4" fmla="*/ 10791820 w 11687175"/>
              <a:gd name="connsiteY4" fmla="*/ 4343400 h 4803775"/>
              <a:gd name="connsiteX5" fmla="*/ 0 w 11687175"/>
              <a:gd name="connsiteY5" fmla="*/ 4803775 h 4803775"/>
              <a:gd name="connsiteX6" fmla="*/ 5 w 11687175"/>
              <a:gd name="connsiteY6" fmla="*/ 0 h 4803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687175" h="4803775">
                <a:moveTo>
                  <a:pt x="5" y="0"/>
                </a:moveTo>
                <a:lnTo>
                  <a:pt x="11363325" y="0"/>
                </a:lnTo>
                <a:lnTo>
                  <a:pt x="11687175" y="0"/>
                </a:lnTo>
                <a:cubicBezTo>
                  <a:pt x="11588750" y="1257298"/>
                  <a:pt x="11461750" y="2514597"/>
                  <a:pt x="11363325" y="3771895"/>
                </a:cubicBezTo>
                <a:cubicBezTo>
                  <a:pt x="11363325" y="4087528"/>
                  <a:pt x="11107453" y="4343400"/>
                  <a:pt x="10791820" y="4343400"/>
                </a:cubicBezTo>
                <a:lnTo>
                  <a:pt x="0" y="4803775"/>
                </a:lnTo>
                <a:cubicBezTo>
                  <a:pt x="2" y="3203575"/>
                  <a:pt x="3" y="1600200"/>
                  <a:pt x="5" y="0"/>
                </a:cubicBezTo>
                <a:close/>
              </a:path>
            </a:pathLst>
          </a:custGeom>
          <a:solidFill>
            <a:srgbClr val="F2F2F2"/>
          </a:solidFill>
          <a:ln w="3175">
            <a:solidFill>
              <a:schemeClr val="accent3"/>
            </a:solidFill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708A82-0582-0DDB-0580-36B0B4F54B5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5937" y="5085184"/>
            <a:ext cx="11160123" cy="686965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Headline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5D951D5-C1F3-685D-0CD8-D7A1D277270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5937" y="5841786"/>
            <a:ext cx="11160123" cy="625474"/>
          </a:xfrm>
        </p:spPr>
        <p:txBody>
          <a:bodyPr/>
          <a:lstStyle>
            <a:lvl1pPr marL="0" indent="0" algn="l">
              <a:lnSpc>
                <a:spcPts val="3100"/>
              </a:lnSpc>
              <a:spcAft>
                <a:spcPts val="0"/>
              </a:spcAft>
              <a:buNone/>
              <a:defRPr sz="2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 err="1"/>
              <a:t>Subline</a:t>
            </a:r>
            <a:endParaRPr lang="de-DE" dirty="0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3F1BC4F0-FDB0-C652-3289-71558727D5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62975" y="6461716"/>
            <a:ext cx="3113088" cy="129381"/>
          </a:xfrm>
        </p:spPr>
        <p:txBody>
          <a:bodyPr/>
          <a:lstStyle>
            <a:lvl1pPr marL="0" indent="0" algn="r">
              <a:lnSpc>
                <a:spcPct val="100000"/>
              </a:lnSpc>
              <a:spcAft>
                <a:spcPts val="0"/>
              </a:spcAft>
              <a:buNone/>
              <a:defRPr sz="1000"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Vorname Nachname | Funktion | Datum</a:t>
            </a:r>
          </a:p>
        </p:txBody>
      </p:sp>
      <p:sp>
        <p:nvSpPr>
          <p:cNvPr id="5" name="Bildplatzhalter 8">
            <a:extLst>
              <a:ext uri="{FF2B5EF4-FFF2-40B4-BE49-F238E27FC236}">
                <a16:creationId xmlns:a16="http://schemas.microsoft.com/office/drawing/2014/main" id="{88BAA893-A4BA-69F4-81D8-C63B7E175A0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14800" y="374073"/>
            <a:ext cx="1537200" cy="298800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605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Rot + Foto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9">
            <a:extLst>
              <a:ext uri="{FF2B5EF4-FFF2-40B4-BE49-F238E27FC236}">
                <a16:creationId xmlns:a16="http://schemas.microsoft.com/office/drawing/2014/main" id="{6C328292-5380-1CF4-C85E-4E81D31D99E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9524" y="0"/>
            <a:ext cx="11687175" cy="4803775"/>
          </a:xfrm>
          <a:custGeom>
            <a:avLst/>
            <a:gdLst>
              <a:gd name="connsiteX0" fmla="*/ 571505 w 11353800"/>
              <a:gd name="connsiteY0" fmla="*/ 0 h 4343400"/>
              <a:gd name="connsiteX1" fmla="*/ 11353800 w 11353800"/>
              <a:gd name="connsiteY1" fmla="*/ 0 h 4343400"/>
              <a:gd name="connsiteX2" fmla="*/ 11353800 w 11353800"/>
              <a:gd name="connsiteY2" fmla="*/ 0 h 4343400"/>
              <a:gd name="connsiteX3" fmla="*/ 11353800 w 11353800"/>
              <a:gd name="connsiteY3" fmla="*/ 3771895 h 4343400"/>
              <a:gd name="connsiteX4" fmla="*/ 10782295 w 11353800"/>
              <a:gd name="connsiteY4" fmla="*/ 4343400 h 4343400"/>
              <a:gd name="connsiteX5" fmla="*/ 0 w 11353800"/>
              <a:gd name="connsiteY5" fmla="*/ 4343400 h 4343400"/>
              <a:gd name="connsiteX6" fmla="*/ 0 w 11353800"/>
              <a:gd name="connsiteY6" fmla="*/ 4343400 h 4343400"/>
              <a:gd name="connsiteX7" fmla="*/ 0 w 11353800"/>
              <a:gd name="connsiteY7" fmla="*/ 571505 h 4343400"/>
              <a:gd name="connsiteX8" fmla="*/ 571505 w 11353800"/>
              <a:gd name="connsiteY8" fmla="*/ 0 h 4343400"/>
              <a:gd name="connsiteX0" fmla="*/ 571505 w 11353800"/>
              <a:gd name="connsiteY0" fmla="*/ 0 h 4343400"/>
              <a:gd name="connsiteX1" fmla="*/ 11353800 w 11353800"/>
              <a:gd name="connsiteY1" fmla="*/ 0 h 4343400"/>
              <a:gd name="connsiteX2" fmla="*/ 11353800 w 11353800"/>
              <a:gd name="connsiteY2" fmla="*/ 0 h 4343400"/>
              <a:gd name="connsiteX3" fmla="*/ 11353800 w 11353800"/>
              <a:gd name="connsiteY3" fmla="*/ 3771895 h 4343400"/>
              <a:gd name="connsiteX4" fmla="*/ 10782295 w 11353800"/>
              <a:gd name="connsiteY4" fmla="*/ 4343400 h 4343400"/>
              <a:gd name="connsiteX5" fmla="*/ 0 w 11353800"/>
              <a:gd name="connsiteY5" fmla="*/ 4343400 h 4343400"/>
              <a:gd name="connsiteX6" fmla="*/ 0 w 11353800"/>
              <a:gd name="connsiteY6" fmla="*/ 4343400 h 4343400"/>
              <a:gd name="connsiteX7" fmla="*/ 571505 w 11353800"/>
              <a:gd name="connsiteY7" fmla="*/ 0 h 4343400"/>
              <a:gd name="connsiteX0" fmla="*/ 571505 w 11353800"/>
              <a:gd name="connsiteY0" fmla="*/ 0 h 4343400"/>
              <a:gd name="connsiteX1" fmla="*/ 11353800 w 11353800"/>
              <a:gd name="connsiteY1" fmla="*/ 0 h 4343400"/>
              <a:gd name="connsiteX2" fmla="*/ 11353800 w 11353800"/>
              <a:gd name="connsiteY2" fmla="*/ 0 h 4343400"/>
              <a:gd name="connsiteX3" fmla="*/ 11353800 w 11353800"/>
              <a:gd name="connsiteY3" fmla="*/ 3771895 h 4343400"/>
              <a:gd name="connsiteX4" fmla="*/ 10782295 w 11353800"/>
              <a:gd name="connsiteY4" fmla="*/ 4343400 h 4343400"/>
              <a:gd name="connsiteX5" fmla="*/ 0 w 11353800"/>
              <a:gd name="connsiteY5" fmla="*/ 4343400 h 4343400"/>
              <a:gd name="connsiteX6" fmla="*/ 0 w 11353800"/>
              <a:gd name="connsiteY6" fmla="*/ 4343400 h 4343400"/>
              <a:gd name="connsiteX7" fmla="*/ 571505 w 11353800"/>
              <a:gd name="connsiteY7" fmla="*/ 0 h 4343400"/>
              <a:gd name="connsiteX0" fmla="*/ 571505 w 11353800"/>
              <a:gd name="connsiteY0" fmla="*/ 0 h 4343400"/>
              <a:gd name="connsiteX1" fmla="*/ 11353800 w 11353800"/>
              <a:gd name="connsiteY1" fmla="*/ 0 h 4343400"/>
              <a:gd name="connsiteX2" fmla="*/ 11353800 w 11353800"/>
              <a:gd name="connsiteY2" fmla="*/ 0 h 4343400"/>
              <a:gd name="connsiteX3" fmla="*/ 11353800 w 11353800"/>
              <a:gd name="connsiteY3" fmla="*/ 3771895 h 4343400"/>
              <a:gd name="connsiteX4" fmla="*/ 10782295 w 11353800"/>
              <a:gd name="connsiteY4" fmla="*/ 4343400 h 4343400"/>
              <a:gd name="connsiteX5" fmla="*/ 0 w 11353800"/>
              <a:gd name="connsiteY5" fmla="*/ 4343400 h 4343400"/>
              <a:gd name="connsiteX6" fmla="*/ 571505 w 11353800"/>
              <a:gd name="connsiteY6" fmla="*/ 0 h 4343400"/>
              <a:gd name="connsiteX0" fmla="*/ 581030 w 11363325"/>
              <a:gd name="connsiteY0" fmla="*/ 0 h 4800600"/>
              <a:gd name="connsiteX1" fmla="*/ 11363325 w 11363325"/>
              <a:gd name="connsiteY1" fmla="*/ 0 h 4800600"/>
              <a:gd name="connsiteX2" fmla="*/ 11363325 w 11363325"/>
              <a:gd name="connsiteY2" fmla="*/ 0 h 4800600"/>
              <a:gd name="connsiteX3" fmla="*/ 11363325 w 11363325"/>
              <a:gd name="connsiteY3" fmla="*/ 3771895 h 4800600"/>
              <a:gd name="connsiteX4" fmla="*/ 10791820 w 11363325"/>
              <a:gd name="connsiteY4" fmla="*/ 4343400 h 4800600"/>
              <a:gd name="connsiteX5" fmla="*/ 0 w 11363325"/>
              <a:gd name="connsiteY5" fmla="*/ 4800600 h 4800600"/>
              <a:gd name="connsiteX6" fmla="*/ 581030 w 11363325"/>
              <a:gd name="connsiteY6" fmla="*/ 0 h 4800600"/>
              <a:gd name="connsiteX0" fmla="*/ 5 w 11363325"/>
              <a:gd name="connsiteY0" fmla="*/ 0 h 4800600"/>
              <a:gd name="connsiteX1" fmla="*/ 11363325 w 11363325"/>
              <a:gd name="connsiteY1" fmla="*/ 0 h 4800600"/>
              <a:gd name="connsiteX2" fmla="*/ 11363325 w 11363325"/>
              <a:gd name="connsiteY2" fmla="*/ 0 h 4800600"/>
              <a:gd name="connsiteX3" fmla="*/ 11363325 w 11363325"/>
              <a:gd name="connsiteY3" fmla="*/ 3771895 h 4800600"/>
              <a:gd name="connsiteX4" fmla="*/ 10791820 w 11363325"/>
              <a:gd name="connsiteY4" fmla="*/ 4343400 h 4800600"/>
              <a:gd name="connsiteX5" fmla="*/ 0 w 11363325"/>
              <a:gd name="connsiteY5" fmla="*/ 4800600 h 4800600"/>
              <a:gd name="connsiteX6" fmla="*/ 5 w 11363325"/>
              <a:gd name="connsiteY6" fmla="*/ 0 h 4800600"/>
              <a:gd name="connsiteX0" fmla="*/ 5 w 11658600"/>
              <a:gd name="connsiteY0" fmla="*/ 0 h 4800600"/>
              <a:gd name="connsiteX1" fmla="*/ 11363325 w 11658600"/>
              <a:gd name="connsiteY1" fmla="*/ 0 h 4800600"/>
              <a:gd name="connsiteX2" fmla="*/ 11658600 w 11658600"/>
              <a:gd name="connsiteY2" fmla="*/ 0 h 4800600"/>
              <a:gd name="connsiteX3" fmla="*/ 11363325 w 11658600"/>
              <a:gd name="connsiteY3" fmla="*/ 3771895 h 4800600"/>
              <a:gd name="connsiteX4" fmla="*/ 10791820 w 11658600"/>
              <a:gd name="connsiteY4" fmla="*/ 4343400 h 4800600"/>
              <a:gd name="connsiteX5" fmla="*/ 0 w 11658600"/>
              <a:gd name="connsiteY5" fmla="*/ 4800600 h 4800600"/>
              <a:gd name="connsiteX6" fmla="*/ 5 w 11658600"/>
              <a:gd name="connsiteY6" fmla="*/ 0 h 4800600"/>
              <a:gd name="connsiteX0" fmla="*/ 5 w 11687175"/>
              <a:gd name="connsiteY0" fmla="*/ 0 h 4800600"/>
              <a:gd name="connsiteX1" fmla="*/ 11363325 w 11687175"/>
              <a:gd name="connsiteY1" fmla="*/ 0 h 4800600"/>
              <a:gd name="connsiteX2" fmla="*/ 11687175 w 11687175"/>
              <a:gd name="connsiteY2" fmla="*/ 0 h 4800600"/>
              <a:gd name="connsiteX3" fmla="*/ 11363325 w 11687175"/>
              <a:gd name="connsiteY3" fmla="*/ 3771895 h 4800600"/>
              <a:gd name="connsiteX4" fmla="*/ 10791820 w 11687175"/>
              <a:gd name="connsiteY4" fmla="*/ 4343400 h 4800600"/>
              <a:gd name="connsiteX5" fmla="*/ 0 w 11687175"/>
              <a:gd name="connsiteY5" fmla="*/ 4800600 h 4800600"/>
              <a:gd name="connsiteX6" fmla="*/ 5 w 11687175"/>
              <a:gd name="connsiteY6" fmla="*/ 0 h 4800600"/>
              <a:gd name="connsiteX0" fmla="*/ 5 w 11687175"/>
              <a:gd name="connsiteY0" fmla="*/ 0 h 4803775"/>
              <a:gd name="connsiteX1" fmla="*/ 11363325 w 11687175"/>
              <a:gd name="connsiteY1" fmla="*/ 0 h 4803775"/>
              <a:gd name="connsiteX2" fmla="*/ 11687175 w 11687175"/>
              <a:gd name="connsiteY2" fmla="*/ 0 h 4803775"/>
              <a:gd name="connsiteX3" fmla="*/ 11363325 w 11687175"/>
              <a:gd name="connsiteY3" fmla="*/ 3771895 h 4803775"/>
              <a:gd name="connsiteX4" fmla="*/ 10791820 w 11687175"/>
              <a:gd name="connsiteY4" fmla="*/ 4343400 h 4803775"/>
              <a:gd name="connsiteX5" fmla="*/ 0 w 11687175"/>
              <a:gd name="connsiteY5" fmla="*/ 4803775 h 4803775"/>
              <a:gd name="connsiteX6" fmla="*/ 5 w 11687175"/>
              <a:gd name="connsiteY6" fmla="*/ 0 h 4803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687175" h="4803775">
                <a:moveTo>
                  <a:pt x="5" y="0"/>
                </a:moveTo>
                <a:lnTo>
                  <a:pt x="11363325" y="0"/>
                </a:lnTo>
                <a:lnTo>
                  <a:pt x="11687175" y="0"/>
                </a:lnTo>
                <a:cubicBezTo>
                  <a:pt x="11588750" y="1257298"/>
                  <a:pt x="11461750" y="2514597"/>
                  <a:pt x="11363325" y="3771895"/>
                </a:cubicBezTo>
                <a:cubicBezTo>
                  <a:pt x="11363325" y="4087528"/>
                  <a:pt x="11107453" y="4343400"/>
                  <a:pt x="10791820" y="4343400"/>
                </a:cubicBezTo>
                <a:lnTo>
                  <a:pt x="0" y="4803775"/>
                </a:lnTo>
                <a:cubicBezTo>
                  <a:pt x="2" y="3203575"/>
                  <a:pt x="3" y="1600200"/>
                  <a:pt x="5" y="0"/>
                </a:cubicBezTo>
                <a:close/>
              </a:path>
            </a:pathLst>
          </a:custGeom>
          <a:solidFill>
            <a:srgbClr val="F2F2F2"/>
          </a:solidFill>
          <a:ln w="3175">
            <a:solidFill>
              <a:schemeClr val="accent6"/>
            </a:solidFill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708A82-0582-0DDB-0580-36B0B4F54B5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5937" y="5085184"/>
            <a:ext cx="11160123" cy="686965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Headline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5D951D5-C1F3-685D-0CD8-D7A1D277270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5937" y="5841786"/>
            <a:ext cx="11160123" cy="625474"/>
          </a:xfrm>
        </p:spPr>
        <p:txBody>
          <a:bodyPr/>
          <a:lstStyle>
            <a:lvl1pPr marL="0" indent="0" algn="l">
              <a:lnSpc>
                <a:spcPts val="3100"/>
              </a:lnSpc>
              <a:spcAft>
                <a:spcPts val="0"/>
              </a:spcAft>
              <a:buNone/>
              <a:defRPr sz="2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 err="1"/>
              <a:t>Subline</a:t>
            </a:r>
            <a:endParaRPr lang="de-DE" dirty="0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3F1BC4F0-FDB0-C652-3289-71558727D5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62975" y="6461716"/>
            <a:ext cx="3113088" cy="129381"/>
          </a:xfrm>
        </p:spPr>
        <p:txBody>
          <a:bodyPr/>
          <a:lstStyle>
            <a:lvl1pPr marL="0" indent="0" algn="r">
              <a:lnSpc>
                <a:spcPct val="100000"/>
              </a:lnSpc>
              <a:spcAft>
                <a:spcPts val="0"/>
              </a:spcAft>
              <a:buNone/>
              <a:defRPr sz="1000"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Vorname Nachname | Funktion | Datum</a:t>
            </a:r>
          </a:p>
        </p:txBody>
      </p:sp>
      <p:sp>
        <p:nvSpPr>
          <p:cNvPr id="5" name="Bildplatzhalter 8">
            <a:extLst>
              <a:ext uri="{FF2B5EF4-FFF2-40B4-BE49-F238E27FC236}">
                <a16:creationId xmlns:a16="http://schemas.microsoft.com/office/drawing/2014/main" id="{B022BC1D-3202-E051-65BD-212DA26C6A1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14800" y="374073"/>
            <a:ext cx="1537200" cy="298800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48863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Grün + Foto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9">
            <a:extLst>
              <a:ext uri="{FF2B5EF4-FFF2-40B4-BE49-F238E27FC236}">
                <a16:creationId xmlns:a16="http://schemas.microsoft.com/office/drawing/2014/main" id="{0457A518-9FD1-31CD-FC28-80DF3DE49AB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9524" y="0"/>
            <a:ext cx="11687175" cy="4803775"/>
          </a:xfrm>
          <a:custGeom>
            <a:avLst/>
            <a:gdLst>
              <a:gd name="connsiteX0" fmla="*/ 571505 w 11353800"/>
              <a:gd name="connsiteY0" fmla="*/ 0 h 4343400"/>
              <a:gd name="connsiteX1" fmla="*/ 11353800 w 11353800"/>
              <a:gd name="connsiteY1" fmla="*/ 0 h 4343400"/>
              <a:gd name="connsiteX2" fmla="*/ 11353800 w 11353800"/>
              <a:gd name="connsiteY2" fmla="*/ 0 h 4343400"/>
              <a:gd name="connsiteX3" fmla="*/ 11353800 w 11353800"/>
              <a:gd name="connsiteY3" fmla="*/ 3771895 h 4343400"/>
              <a:gd name="connsiteX4" fmla="*/ 10782295 w 11353800"/>
              <a:gd name="connsiteY4" fmla="*/ 4343400 h 4343400"/>
              <a:gd name="connsiteX5" fmla="*/ 0 w 11353800"/>
              <a:gd name="connsiteY5" fmla="*/ 4343400 h 4343400"/>
              <a:gd name="connsiteX6" fmla="*/ 0 w 11353800"/>
              <a:gd name="connsiteY6" fmla="*/ 4343400 h 4343400"/>
              <a:gd name="connsiteX7" fmla="*/ 0 w 11353800"/>
              <a:gd name="connsiteY7" fmla="*/ 571505 h 4343400"/>
              <a:gd name="connsiteX8" fmla="*/ 571505 w 11353800"/>
              <a:gd name="connsiteY8" fmla="*/ 0 h 4343400"/>
              <a:gd name="connsiteX0" fmla="*/ 571505 w 11353800"/>
              <a:gd name="connsiteY0" fmla="*/ 0 h 4343400"/>
              <a:gd name="connsiteX1" fmla="*/ 11353800 w 11353800"/>
              <a:gd name="connsiteY1" fmla="*/ 0 h 4343400"/>
              <a:gd name="connsiteX2" fmla="*/ 11353800 w 11353800"/>
              <a:gd name="connsiteY2" fmla="*/ 0 h 4343400"/>
              <a:gd name="connsiteX3" fmla="*/ 11353800 w 11353800"/>
              <a:gd name="connsiteY3" fmla="*/ 3771895 h 4343400"/>
              <a:gd name="connsiteX4" fmla="*/ 10782295 w 11353800"/>
              <a:gd name="connsiteY4" fmla="*/ 4343400 h 4343400"/>
              <a:gd name="connsiteX5" fmla="*/ 0 w 11353800"/>
              <a:gd name="connsiteY5" fmla="*/ 4343400 h 4343400"/>
              <a:gd name="connsiteX6" fmla="*/ 0 w 11353800"/>
              <a:gd name="connsiteY6" fmla="*/ 4343400 h 4343400"/>
              <a:gd name="connsiteX7" fmla="*/ 571505 w 11353800"/>
              <a:gd name="connsiteY7" fmla="*/ 0 h 4343400"/>
              <a:gd name="connsiteX0" fmla="*/ 571505 w 11353800"/>
              <a:gd name="connsiteY0" fmla="*/ 0 h 4343400"/>
              <a:gd name="connsiteX1" fmla="*/ 11353800 w 11353800"/>
              <a:gd name="connsiteY1" fmla="*/ 0 h 4343400"/>
              <a:gd name="connsiteX2" fmla="*/ 11353800 w 11353800"/>
              <a:gd name="connsiteY2" fmla="*/ 0 h 4343400"/>
              <a:gd name="connsiteX3" fmla="*/ 11353800 w 11353800"/>
              <a:gd name="connsiteY3" fmla="*/ 3771895 h 4343400"/>
              <a:gd name="connsiteX4" fmla="*/ 10782295 w 11353800"/>
              <a:gd name="connsiteY4" fmla="*/ 4343400 h 4343400"/>
              <a:gd name="connsiteX5" fmla="*/ 0 w 11353800"/>
              <a:gd name="connsiteY5" fmla="*/ 4343400 h 4343400"/>
              <a:gd name="connsiteX6" fmla="*/ 0 w 11353800"/>
              <a:gd name="connsiteY6" fmla="*/ 4343400 h 4343400"/>
              <a:gd name="connsiteX7" fmla="*/ 571505 w 11353800"/>
              <a:gd name="connsiteY7" fmla="*/ 0 h 4343400"/>
              <a:gd name="connsiteX0" fmla="*/ 571505 w 11353800"/>
              <a:gd name="connsiteY0" fmla="*/ 0 h 4343400"/>
              <a:gd name="connsiteX1" fmla="*/ 11353800 w 11353800"/>
              <a:gd name="connsiteY1" fmla="*/ 0 h 4343400"/>
              <a:gd name="connsiteX2" fmla="*/ 11353800 w 11353800"/>
              <a:gd name="connsiteY2" fmla="*/ 0 h 4343400"/>
              <a:gd name="connsiteX3" fmla="*/ 11353800 w 11353800"/>
              <a:gd name="connsiteY3" fmla="*/ 3771895 h 4343400"/>
              <a:gd name="connsiteX4" fmla="*/ 10782295 w 11353800"/>
              <a:gd name="connsiteY4" fmla="*/ 4343400 h 4343400"/>
              <a:gd name="connsiteX5" fmla="*/ 0 w 11353800"/>
              <a:gd name="connsiteY5" fmla="*/ 4343400 h 4343400"/>
              <a:gd name="connsiteX6" fmla="*/ 571505 w 11353800"/>
              <a:gd name="connsiteY6" fmla="*/ 0 h 4343400"/>
              <a:gd name="connsiteX0" fmla="*/ 581030 w 11363325"/>
              <a:gd name="connsiteY0" fmla="*/ 0 h 4800600"/>
              <a:gd name="connsiteX1" fmla="*/ 11363325 w 11363325"/>
              <a:gd name="connsiteY1" fmla="*/ 0 h 4800600"/>
              <a:gd name="connsiteX2" fmla="*/ 11363325 w 11363325"/>
              <a:gd name="connsiteY2" fmla="*/ 0 h 4800600"/>
              <a:gd name="connsiteX3" fmla="*/ 11363325 w 11363325"/>
              <a:gd name="connsiteY3" fmla="*/ 3771895 h 4800600"/>
              <a:gd name="connsiteX4" fmla="*/ 10791820 w 11363325"/>
              <a:gd name="connsiteY4" fmla="*/ 4343400 h 4800600"/>
              <a:gd name="connsiteX5" fmla="*/ 0 w 11363325"/>
              <a:gd name="connsiteY5" fmla="*/ 4800600 h 4800600"/>
              <a:gd name="connsiteX6" fmla="*/ 581030 w 11363325"/>
              <a:gd name="connsiteY6" fmla="*/ 0 h 4800600"/>
              <a:gd name="connsiteX0" fmla="*/ 5 w 11363325"/>
              <a:gd name="connsiteY0" fmla="*/ 0 h 4800600"/>
              <a:gd name="connsiteX1" fmla="*/ 11363325 w 11363325"/>
              <a:gd name="connsiteY1" fmla="*/ 0 h 4800600"/>
              <a:gd name="connsiteX2" fmla="*/ 11363325 w 11363325"/>
              <a:gd name="connsiteY2" fmla="*/ 0 h 4800600"/>
              <a:gd name="connsiteX3" fmla="*/ 11363325 w 11363325"/>
              <a:gd name="connsiteY3" fmla="*/ 3771895 h 4800600"/>
              <a:gd name="connsiteX4" fmla="*/ 10791820 w 11363325"/>
              <a:gd name="connsiteY4" fmla="*/ 4343400 h 4800600"/>
              <a:gd name="connsiteX5" fmla="*/ 0 w 11363325"/>
              <a:gd name="connsiteY5" fmla="*/ 4800600 h 4800600"/>
              <a:gd name="connsiteX6" fmla="*/ 5 w 11363325"/>
              <a:gd name="connsiteY6" fmla="*/ 0 h 4800600"/>
              <a:gd name="connsiteX0" fmla="*/ 5 w 11658600"/>
              <a:gd name="connsiteY0" fmla="*/ 0 h 4800600"/>
              <a:gd name="connsiteX1" fmla="*/ 11363325 w 11658600"/>
              <a:gd name="connsiteY1" fmla="*/ 0 h 4800600"/>
              <a:gd name="connsiteX2" fmla="*/ 11658600 w 11658600"/>
              <a:gd name="connsiteY2" fmla="*/ 0 h 4800600"/>
              <a:gd name="connsiteX3" fmla="*/ 11363325 w 11658600"/>
              <a:gd name="connsiteY3" fmla="*/ 3771895 h 4800600"/>
              <a:gd name="connsiteX4" fmla="*/ 10791820 w 11658600"/>
              <a:gd name="connsiteY4" fmla="*/ 4343400 h 4800600"/>
              <a:gd name="connsiteX5" fmla="*/ 0 w 11658600"/>
              <a:gd name="connsiteY5" fmla="*/ 4800600 h 4800600"/>
              <a:gd name="connsiteX6" fmla="*/ 5 w 11658600"/>
              <a:gd name="connsiteY6" fmla="*/ 0 h 4800600"/>
              <a:gd name="connsiteX0" fmla="*/ 5 w 11687175"/>
              <a:gd name="connsiteY0" fmla="*/ 0 h 4800600"/>
              <a:gd name="connsiteX1" fmla="*/ 11363325 w 11687175"/>
              <a:gd name="connsiteY1" fmla="*/ 0 h 4800600"/>
              <a:gd name="connsiteX2" fmla="*/ 11687175 w 11687175"/>
              <a:gd name="connsiteY2" fmla="*/ 0 h 4800600"/>
              <a:gd name="connsiteX3" fmla="*/ 11363325 w 11687175"/>
              <a:gd name="connsiteY3" fmla="*/ 3771895 h 4800600"/>
              <a:gd name="connsiteX4" fmla="*/ 10791820 w 11687175"/>
              <a:gd name="connsiteY4" fmla="*/ 4343400 h 4800600"/>
              <a:gd name="connsiteX5" fmla="*/ 0 w 11687175"/>
              <a:gd name="connsiteY5" fmla="*/ 4800600 h 4800600"/>
              <a:gd name="connsiteX6" fmla="*/ 5 w 11687175"/>
              <a:gd name="connsiteY6" fmla="*/ 0 h 4800600"/>
              <a:gd name="connsiteX0" fmla="*/ 5 w 11687175"/>
              <a:gd name="connsiteY0" fmla="*/ 0 h 4803775"/>
              <a:gd name="connsiteX1" fmla="*/ 11363325 w 11687175"/>
              <a:gd name="connsiteY1" fmla="*/ 0 h 4803775"/>
              <a:gd name="connsiteX2" fmla="*/ 11687175 w 11687175"/>
              <a:gd name="connsiteY2" fmla="*/ 0 h 4803775"/>
              <a:gd name="connsiteX3" fmla="*/ 11363325 w 11687175"/>
              <a:gd name="connsiteY3" fmla="*/ 3771895 h 4803775"/>
              <a:gd name="connsiteX4" fmla="*/ 10791820 w 11687175"/>
              <a:gd name="connsiteY4" fmla="*/ 4343400 h 4803775"/>
              <a:gd name="connsiteX5" fmla="*/ 0 w 11687175"/>
              <a:gd name="connsiteY5" fmla="*/ 4803775 h 4803775"/>
              <a:gd name="connsiteX6" fmla="*/ 5 w 11687175"/>
              <a:gd name="connsiteY6" fmla="*/ 0 h 4803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687175" h="4803775">
                <a:moveTo>
                  <a:pt x="5" y="0"/>
                </a:moveTo>
                <a:lnTo>
                  <a:pt x="11363325" y="0"/>
                </a:lnTo>
                <a:lnTo>
                  <a:pt x="11687175" y="0"/>
                </a:lnTo>
                <a:cubicBezTo>
                  <a:pt x="11588750" y="1257298"/>
                  <a:pt x="11461750" y="2514597"/>
                  <a:pt x="11363325" y="3771895"/>
                </a:cubicBezTo>
                <a:cubicBezTo>
                  <a:pt x="11363325" y="4087528"/>
                  <a:pt x="11107453" y="4343400"/>
                  <a:pt x="10791820" y="4343400"/>
                </a:cubicBezTo>
                <a:lnTo>
                  <a:pt x="0" y="4803775"/>
                </a:lnTo>
                <a:cubicBezTo>
                  <a:pt x="2" y="3203575"/>
                  <a:pt x="3" y="1600200"/>
                  <a:pt x="5" y="0"/>
                </a:cubicBezTo>
                <a:close/>
              </a:path>
            </a:pathLst>
          </a:custGeom>
          <a:solidFill>
            <a:srgbClr val="F2F2F2"/>
          </a:solidFill>
          <a:ln w="3175">
            <a:solidFill>
              <a:schemeClr val="accent4"/>
            </a:solidFill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708A82-0582-0DDB-0580-36B0B4F54B5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5937" y="5085184"/>
            <a:ext cx="11160123" cy="686965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Headline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5D951D5-C1F3-685D-0CD8-D7A1D277270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5937" y="5841786"/>
            <a:ext cx="11160123" cy="625474"/>
          </a:xfrm>
        </p:spPr>
        <p:txBody>
          <a:bodyPr/>
          <a:lstStyle>
            <a:lvl1pPr marL="0" indent="0" algn="l">
              <a:lnSpc>
                <a:spcPts val="3100"/>
              </a:lnSpc>
              <a:spcAft>
                <a:spcPts val="0"/>
              </a:spcAft>
              <a:buNone/>
              <a:defRPr sz="2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 err="1"/>
              <a:t>Subline</a:t>
            </a:r>
            <a:endParaRPr lang="de-DE" dirty="0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3F1BC4F0-FDB0-C652-3289-71558727D5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62975" y="6461716"/>
            <a:ext cx="3113088" cy="129381"/>
          </a:xfrm>
        </p:spPr>
        <p:txBody>
          <a:bodyPr/>
          <a:lstStyle>
            <a:lvl1pPr marL="0" indent="0" algn="r">
              <a:lnSpc>
                <a:spcPct val="100000"/>
              </a:lnSpc>
              <a:spcAft>
                <a:spcPts val="0"/>
              </a:spcAft>
              <a:buNone/>
              <a:defRPr sz="1000"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Vorname Nachname | Funktion | Datum</a:t>
            </a:r>
          </a:p>
        </p:txBody>
      </p:sp>
      <p:sp>
        <p:nvSpPr>
          <p:cNvPr id="5" name="Bildplatzhalter 8">
            <a:extLst>
              <a:ext uri="{FF2B5EF4-FFF2-40B4-BE49-F238E27FC236}">
                <a16:creationId xmlns:a16="http://schemas.microsoft.com/office/drawing/2014/main" id="{279B0638-1E3C-B0DC-6491-D45F99177B6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14800" y="374073"/>
            <a:ext cx="1537200" cy="298800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89507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Dunkelbla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ihandform: Form 3">
            <a:extLst>
              <a:ext uri="{FF2B5EF4-FFF2-40B4-BE49-F238E27FC236}">
                <a16:creationId xmlns:a16="http://schemas.microsoft.com/office/drawing/2014/main" id="{21FAF4FC-77E9-56BE-4EA0-8068727C271B}"/>
              </a:ext>
            </a:extLst>
          </p:cNvPr>
          <p:cNvSpPr/>
          <p:nvPr userDrawn="1"/>
        </p:nvSpPr>
        <p:spPr>
          <a:xfrm>
            <a:off x="0" y="0"/>
            <a:ext cx="11677650" cy="4800600"/>
          </a:xfrm>
          <a:custGeom>
            <a:avLst/>
            <a:gdLst>
              <a:gd name="connsiteX0" fmla="*/ 5 w 11658600"/>
              <a:gd name="connsiteY0" fmla="*/ 0 h 4800600"/>
              <a:gd name="connsiteX1" fmla="*/ 11363325 w 11658600"/>
              <a:gd name="connsiteY1" fmla="*/ 0 h 4800600"/>
              <a:gd name="connsiteX2" fmla="*/ 11658600 w 11658600"/>
              <a:gd name="connsiteY2" fmla="*/ 0 h 4800600"/>
              <a:gd name="connsiteX3" fmla="*/ 11363325 w 11658600"/>
              <a:gd name="connsiteY3" fmla="*/ 3771895 h 4800600"/>
              <a:gd name="connsiteX4" fmla="*/ 10791820 w 11658600"/>
              <a:gd name="connsiteY4" fmla="*/ 4343400 h 4800600"/>
              <a:gd name="connsiteX5" fmla="*/ 0 w 11658600"/>
              <a:gd name="connsiteY5" fmla="*/ 4800600 h 4800600"/>
              <a:gd name="connsiteX6" fmla="*/ 5 w 11658600"/>
              <a:gd name="connsiteY6" fmla="*/ 0 h 4800600"/>
              <a:gd name="connsiteX0" fmla="*/ 5 w 11677650"/>
              <a:gd name="connsiteY0" fmla="*/ 0 h 4800600"/>
              <a:gd name="connsiteX1" fmla="*/ 11363325 w 11677650"/>
              <a:gd name="connsiteY1" fmla="*/ 0 h 4800600"/>
              <a:gd name="connsiteX2" fmla="*/ 11677650 w 11677650"/>
              <a:gd name="connsiteY2" fmla="*/ 0 h 4800600"/>
              <a:gd name="connsiteX3" fmla="*/ 11363325 w 11677650"/>
              <a:gd name="connsiteY3" fmla="*/ 3771895 h 4800600"/>
              <a:gd name="connsiteX4" fmla="*/ 10791820 w 11677650"/>
              <a:gd name="connsiteY4" fmla="*/ 4343400 h 4800600"/>
              <a:gd name="connsiteX5" fmla="*/ 0 w 11677650"/>
              <a:gd name="connsiteY5" fmla="*/ 4800600 h 4800600"/>
              <a:gd name="connsiteX6" fmla="*/ 5 w 11677650"/>
              <a:gd name="connsiteY6" fmla="*/ 0 h 4800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677650" h="4800600">
                <a:moveTo>
                  <a:pt x="5" y="0"/>
                </a:moveTo>
                <a:lnTo>
                  <a:pt x="11363325" y="0"/>
                </a:lnTo>
                <a:lnTo>
                  <a:pt x="11677650" y="0"/>
                </a:lnTo>
                <a:cubicBezTo>
                  <a:pt x="11579225" y="1257298"/>
                  <a:pt x="11461750" y="2514597"/>
                  <a:pt x="11363325" y="3771895"/>
                </a:cubicBezTo>
                <a:cubicBezTo>
                  <a:pt x="11363325" y="4087528"/>
                  <a:pt x="11107453" y="4343400"/>
                  <a:pt x="10791820" y="4343400"/>
                </a:cubicBezTo>
                <a:lnTo>
                  <a:pt x="0" y="4800600"/>
                </a:lnTo>
                <a:cubicBezTo>
                  <a:pt x="2" y="3200400"/>
                  <a:pt x="3" y="1600200"/>
                  <a:pt x="5" y="0"/>
                </a:cubicBezTo>
                <a:close/>
              </a:path>
            </a:pathLst>
          </a:custGeom>
          <a:solidFill>
            <a:srgbClr val="FFFFF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708A82-0582-0DDB-0580-36B0B4F54B5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5937" y="5085184"/>
            <a:ext cx="11160123" cy="686965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Headline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5D951D5-C1F3-685D-0CD8-D7A1D277270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5937" y="5841786"/>
            <a:ext cx="11160123" cy="625474"/>
          </a:xfrm>
        </p:spPr>
        <p:txBody>
          <a:bodyPr/>
          <a:lstStyle>
            <a:lvl1pPr marL="0" indent="0" algn="l">
              <a:lnSpc>
                <a:spcPts val="3100"/>
              </a:lnSpc>
              <a:spcAft>
                <a:spcPts val="0"/>
              </a:spcAft>
              <a:buNone/>
              <a:defRPr sz="2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 err="1"/>
              <a:t>Subline</a:t>
            </a:r>
            <a:endParaRPr lang="de-DE" dirty="0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3F1BC4F0-FDB0-C652-3289-71558727D5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62975" y="6461716"/>
            <a:ext cx="3113088" cy="129381"/>
          </a:xfrm>
        </p:spPr>
        <p:txBody>
          <a:bodyPr/>
          <a:lstStyle>
            <a:lvl1pPr marL="0" indent="0" algn="r">
              <a:lnSpc>
                <a:spcPct val="100000"/>
              </a:lnSpc>
              <a:spcAft>
                <a:spcPts val="0"/>
              </a:spcAft>
              <a:buNone/>
              <a:defRPr sz="1000"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Vorname Nachname | Funktion | Datum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680CA870-DDFC-4BCD-5982-3DB248B4F3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38" y="374866"/>
            <a:ext cx="1538287" cy="297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048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folie Bordeaux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ihandform: Form 4">
            <a:extLst>
              <a:ext uri="{FF2B5EF4-FFF2-40B4-BE49-F238E27FC236}">
                <a16:creationId xmlns:a16="http://schemas.microsoft.com/office/drawing/2014/main" id="{D457E8AD-D4E8-5E2E-E846-89049B1DA8F1}"/>
              </a:ext>
            </a:extLst>
          </p:cNvPr>
          <p:cNvSpPr/>
          <p:nvPr userDrawn="1"/>
        </p:nvSpPr>
        <p:spPr>
          <a:xfrm>
            <a:off x="0" y="0"/>
            <a:ext cx="11677650" cy="4800600"/>
          </a:xfrm>
          <a:custGeom>
            <a:avLst/>
            <a:gdLst>
              <a:gd name="connsiteX0" fmla="*/ 5 w 11658600"/>
              <a:gd name="connsiteY0" fmla="*/ 0 h 4800600"/>
              <a:gd name="connsiteX1" fmla="*/ 11363325 w 11658600"/>
              <a:gd name="connsiteY1" fmla="*/ 0 h 4800600"/>
              <a:gd name="connsiteX2" fmla="*/ 11658600 w 11658600"/>
              <a:gd name="connsiteY2" fmla="*/ 0 h 4800600"/>
              <a:gd name="connsiteX3" fmla="*/ 11363325 w 11658600"/>
              <a:gd name="connsiteY3" fmla="*/ 3771895 h 4800600"/>
              <a:gd name="connsiteX4" fmla="*/ 10791820 w 11658600"/>
              <a:gd name="connsiteY4" fmla="*/ 4343400 h 4800600"/>
              <a:gd name="connsiteX5" fmla="*/ 0 w 11658600"/>
              <a:gd name="connsiteY5" fmla="*/ 4800600 h 4800600"/>
              <a:gd name="connsiteX6" fmla="*/ 5 w 11658600"/>
              <a:gd name="connsiteY6" fmla="*/ 0 h 4800600"/>
              <a:gd name="connsiteX0" fmla="*/ 5 w 11677650"/>
              <a:gd name="connsiteY0" fmla="*/ 0 h 4800600"/>
              <a:gd name="connsiteX1" fmla="*/ 11363325 w 11677650"/>
              <a:gd name="connsiteY1" fmla="*/ 0 h 4800600"/>
              <a:gd name="connsiteX2" fmla="*/ 11677650 w 11677650"/>
              <a:gd name="connsiteY2" fmla="*/ 0 h 4800600"/>
              <a:gd name="connsiteX3" fmla="*/ 11363325 w 11677650"/>
              <a:gd name="connsiteY3" fmla="*/ 3771895 h 4800600"/>
              <a:gd name="connsiteX4" fmla="*/ 10791820 w 11677650"/>
              <a:gd name="connsiteY4" fmla="*/ 4343400 h 4800600"/>
              <a:gd name="connsiteX5" fmla="*/ 0 w 11677650"/>
              <a:gd name="connsiteY5" fmla="*/ 4800600 h 4800600"/>
              <a:gd name="connsiteX6" fmla="*/ 5 w 11677650"/>
              <a:gd name="connsiteY6" fmla="*/ 0 h 4800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677650" h="4800600">
                <a:moveTo>
                  <a:pt x="5" y="0"/>
                </a:moveTo>
                <a:lnTo>
                  <a:pt x="11363325" y="0"/>
                </a:lnTo>
                <a:lnTo>
                  <a:pt x="11677650" y="0"/>
                </a:lnTo>
                <a:cubicBezTo>
                  <a:pt x="11579225" y="1257298"/>
                  <a:pt x="11461750" y="2514597"/>
                  <a:pt x="11363325" y="3771895"/>
                </a:cubicBezTo>
                <a:cubicBezTo>
                  <a:pt x="11363325" y="4087528"/>
                  <a:pt x="11107453" y="4343400"/>
                  <a:pt x="10791820" y="4343400"/>
                </a:cubicBezTo>
                <a:lnTo>
                  <a:pt x="0" y="4800600"/>
                </a:lnTo>
                <a:cubicBezTo>
                  <a:pt x="2" y="3200400"/>
                  <a:pt x="3" y="1600200"/>
                  <a:pt x="5" y="0"/>
                </a:cubicBezTo>
                <a:close/>
              </a:path>
            </a:pathLst>
          </a:custGeom>
          <a:solidFill>
            <a:srgbClr val="FFFFF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708A82-0582-0DDB-0580-36B0B4F54B5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5937" y="5085184"/>
            <a:ext cx="11160123" cy="686965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Headline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5D951D5-C1F3-685D-0CD8-D7A1D277270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5937" y="5841786"/>
            <a:ext cx="11160123" cy="625474"/>
          </a:xfrm>
        </p:spPr>
        <p:txBody>
          <a:bodyPr/>
          <a:lstStyle>
            <a:lvl1pPr marL="0" indent="0" algn="l">
              <a:lnSpc>
                <a:spcPts val="3100"/>
              </a:lnSpc>
              <a:spcAft>
                <a:spcPts val="0"/>
              </a:spcAft>
              <a:buNone/>
              <a:defRPr sz="2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 err="1"/>
              <a:t>Subline</a:t>
            </a:r>
            <a:endParaRPr lang="de-DE" dirty="0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3F1BC4F0-FDB0-C652-3289-71558727D5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62975" y="6461716"/>
            <a:ext cx="3113088" cy="129381"/>
          </a:xfrm>
        </p:spPr>
        <p:txBody>
          <a:bodyPr/>
          <a:lstStyle>
            <a:lvl1pPr marL="0" indent="0" algn="r">
              <a:lnSpc>
                <a:spcPct val="100000"/>
              </a:lnSpc>
              <a:spcAft>
                <a:spcPts val="0"/>
              </a:spcAft>
              <a:buNone/>
              <a:defRPr sz="1000"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Vorname Nachname | Funktion | Datum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680CA870-DDFC-4BCD-5982-3DB248B4F3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38" y="374866"/>
            <a:ext cx="1538287" cy="297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12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Gelb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ihandform: Form 4">
            <a:extLst>
              <a:ext uri="{FF2B5EF4-FFF2-40B4-BE49-F238E27FC236}">
                <a16:creationId xmlns:a16="http://schemas.microsoft.com/office/drawing/2014/main" id="{4905B128-4D14-1551-BDAA-4DA5340A700E}"/>
              </a:ext>
            </a:extLst>
          </p:cNvPr>
          <p:cNvSpPr/>
          <p:nvPr userDrawn="1"/>
        </p:nvSpPr>
        <p:spPr>
          <a:xfrm>
            <a:off x="0" y="0"/>
            <a:ext cx="11677650" cy="4800600"/>
          </a:xfrm>
          <a:custGeom>
            <a:avLst/>
            <a:gdLst>
              <a:gd name="connsiteX0" fmla="*/ 5 w 11658600"/>
              <a:gd name="connsiteY0" fmla="*/ 0 h 4800600"/>
              <a:gd name="connsiteX1" fmla="*/ 11363325 w 11658600"/>
              <a:gd name="connsiteY1" fmla="*/ 0 h 4800600"/>
              <a:gd name="connsiteX2" fmla="*/ 11658600 w 11658600"/>
              <a:gd name="connsiteY2" fmla="*/ 0 h 4800600"/>
              <a:gd name="connsiteX3" fmla="*/ 11363325 w 11658600"/>
              <a:gd name="connsiteY3" fmla="*/ 3771895 h 4800600"/>
              <a:gd name="connsiteX4" fmla="*/ 10791820 w 11658600"/>
              <a:gd name="connsiteY4" fmla="*/ 4343400 h 4800600"/>
              <a:gd name="connsiteX5" fmla="*/ 0 w 11658600"/>
              <a:gd name="connsiteY5" fmla="*/ 4800600 h 4800600"/>
              <a:gd name="connsiteX6" fmla="*/ 5 w 11658600"/>
              <a:gd name="connsiteY6" fmla="*/ 0 h 4800600"/>
              <a:gd name="connsiteX0" fmla="*/ 5 w 11677650"/>
              <a:gd name="connsiteY0" fmla="*/ 0 h 4800600"/>
              <a:gd name="connsiteX1" fmla="*/ 11363325 w 11677650"/>
              <a:gd name="connsiteY1" fmla="*/ 0 h 4800600"/>
              <a:gd name="connsiteX2" fmla="*/ 11677650 w 11677650"/>
              <a:gd name="connsiteY2" fmla="*/ 0 h 4800600"/>
              <a:gd name="connsiteX3" fmla="*/ 11363325 w 11677650"/>
              <a:gd name="connsiteY3" fmla="*/ 3771895 h 4800600"/>
              <a:gd name="connsiteX4" fmla="*/ 10791820 w 11677650"/>
              <a:gd name="connsiteY4" fmla="*/ 4343400 h 4800600"/>
              <a:gd name="connsiteX5" fmla="*/ 0 w 11677650"/>
              <a:gd name="connsiteY5" fmla="*/ 4800600 h 4800600"/>
              <a:gd name="connsiteX6" fmla="*/ 5 w 11677650"/>
              <a:gd name="connsiteY6" fmla="*/ 0 h 4800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677650" h="4800600">
                <a:moveTo>
                  <a:pt x="5" y="0"/>
                </a:moveTo>
                <a:lnTo>
                  <a:pt x="11363325" y="0"/>
                </a:lnTo>
                <a:lnTo>
                  <a:pt x="11677650" y="0"/>
                </a:lnTo>
                <a:cubicBezTo>
                  <a:pt x="11579225" y="1257298"/>
                  <a:pt x="11461750" y="2514597"/>
                  <a:pt x="11363325" y="3771895"/>
                </a:cubicBezTo>
                <a:cubicBezTo>
                  <a:pt x="11363325" y="4087528"/>
                  <a:pt x="11107453" y="4343400"/>
                  <a:pt x="10791820" y="4343400"/>
                </a:cubicBezTo>
                <a:lnTo>
                  <a:pt x="0" y="4800600"/>
                </a:lnTo>
                <a:cubicBezTo>
                  <a:pt x="2" y="3200400"/>
                  <a:pt x="3" y="1600200"/>
                  <a:pt x="5" y="0"/>
                </a:cubicBezTo>
                <a:close/>
              </a:path>
            </a:pathLst>
          </a:cu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708A82-0582-0DDB-0580-36B0B4F54B5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5937" y="5085184"/>
            <a:ext cx="11160123" cy="686965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Headline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5D951D5-C1F3-685D-0CD8-D7A1D277270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5937" y="5841786"/>
            <a:ext cx="11160123" cy="625474"/>
          </a:xfrm>
        </p:spPr>
        <p:txBody>
          <a:bodyPr/>
          <a:lstStyle>
            <a:lvl1pPr marL="0" indent="0" algn="l">
              <a:lnSpc>
                <a:spcPts val="3100"/>
              </a:lnSpc>
              <a:spcAft>
                <a:spcPts val="0"/>
              </a:spcAft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 err="1"/>
              <a:t>Subline</a:t>
            </a:r>
            <a:endParaRPr lang="de-DE" dirty="0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3F1BC4F0-FDB0-C652-3289-71558727D5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62975" y="6461716"/>
            <a:ext cx="3113088" cy="129381"/>
          </a:xfrm>
        </p:spPr>
        <p:txBody>
          <a:bodyPr/>
          <a:lstStyle>
            <a:lvl1pPr marL="0" indent="0" algn="r">
              <a:lnSpc>
                <a:spcPct val="100000"/>
              </a:lnSpc>
              <a:spcAft>
                <a:spcPts val="0"/>
              </a:spcAft>
              <a:buNone/>
              <a:defRPr sz="1000" b="1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Vorname Nachname | Funktion | Datum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680CA870-DDFC-4BCD-5982-3DB248B4F3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5940" y="374866"/>
            <a:ext cx="1538283" cy="297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9567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ihandform: Form 4">
            <a:extLst>
              <a:ext uri="{FF2B5EF4-FFF2-40B4-BE49-F238E27FC236}">
                <a16:creationId xmlns:a16="http://schemas.microsoft.com/office/drawing/2014/main" id="{85A982CE-3749-1556-4FA2-DB43A92722E0}"/>
              </a:ext>
            </a:extLst>
          </p:cNvPr>
          <p:cNvSpPr/>
          <p:nvPr userDrawn="1"/>
        </p:nvSpPr>
        <p:spPr>
          <a:xfrm>
            <a:off x="0" y="0"/>
            <a:ext cx="11677650" cy="4800600"/>
          </a:xfrm>
          <a:custGeom>
            <a:avLst/>
            <a:gdLst>
              <a:gd name="connsiteX0" fmla="*/ 5 w 11658600"/>
              <a:gd name="connsiteY0" fmla="*/ 0 h 4800600"/>
              <a:gd name="connsiteX1" fmla="*/ 11363325 w 11658600"/>
              <a:gd name="connsiteY1" fmla="*/ 0 h 4800600"/>
              <a:gd name="connsiteX2" fmla="*/ 11658600 w 11658600"/>
              <a:gd name="connsiteY2" fmla="*/ 0 h 4800600"/>
              <a:gd name="connsiteX3" fmla="*/ 11363325 w 11658600"/>
              <a:gd name="connsiteY3" fmla="*/ 3771895 h 4800600"/>
              <a:gd name="connsiteX4" fmla="*/ 10791820 w 11658600"/>
              <a:gd name="connsiteY4" fmla="*/ 4343400 h 4800600"/>
              <a:gd name="connsiteX5" fmla="*/ 0 w 11658600"/>
              <a:gd name="connsiteY5" fmla="*/ 4800600 h 4800600"/>
              <a:gd name="connsiteX6" fmla="*/ 5 w 11658600"/>
              <a:gd name="connsiteY6" fmla="*/ 0 h 4800600"/>
              <a:gd name="connsiteX0" fmla="*/ 5 w 11677650"/>
              <a:gd name="connsiteY0" fmla="*/ 0 h 4800600"/>
              <a:gd name="connsiteX1" fmla="*/ 11363325 w 11677650"/>
              <a:gd name="connsiteY1" fmla="*/ 0 h 4800600"/>
              <a:gd name="connsiteX2" fmla="*/ 11677650 w 11677650"/>
              <a:gd name="connsiteY2" fmla="*/ 0 h 4800600"/>
              <a:gd name="connsiteX3" fmla="*/ 11363325 w 11677650"/>
              <a:gd name="connsiteY3" fmla="*/ 3771895 h 4800600"/>
              <a:gd name="connsiteX4" fmla="*/ 10791820 w 11677650"/>
              <a:gd name="connsiteY4" fmla="*/ 4343400 h 4800600"/>
              <a:gd name="connsiteX5" fmla="*/ 0 w 11677650"/>
              <a:gd name="connsiteY5" fmla="*/ 4800600 h 4800600"/>
              <a:gd name="connsiteX6" fmla="*/ 5 w 11677650"/>
              <a:gd name="connsiteY6" fmla="*/ 0 h 4800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677650" h="4800600">
                <a:moveTo>
                  <a:pt x="5" y="0"/>
                </a:moveTo>
                <a:lnTo>
                  <a:pt x="11363325" y="0"/>
                </a:lnTo>
                <a:lnTo>
                  <a:pt x="11677650" y="0"/>
                </a:lnTo>
                <a:cubicBezTo>
                  <a:pt x="11579225" y="1257298"/>
                  <a:pt x="11461750" y="2514597"/>
                  <a:pt x="11363325" y="3771895"/>
                </a:cubicBezTo>
                <a:cubicBezTo>
                  <a:pt x="11363325" y="4087528"/>
                  <a:pt x="11107453" y="4343400"/>
                  <a:pt x="10791820" y="4343400"/>
                </a:cubicBezTo>
                <a:lnTo>
                  <a:pt x="0" y="4800600"/>
                </a:lnTo>
                <a:cubicBezTo>
                  <a:pt x="2" y="3200400"/>
                  <a:pt x="3" y="1600200"/>
                  <a:pt x="5" y="0"/>
                </a:cubicBezTo>
                <a:close/>
              </a:path>
            </a:pathLst>
          </a:custGeom>
          <a:solidFill>
            <a:srgbClr val="FFFFF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708A82-0582-0DDB-0580-36B0B4F54B5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5937" y="5085184"/>
            <a:ext cx="11160123" cy="686965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Headline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5D951D5-C1F3-685D-0CD8-D7A1D277270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5937" y="5841786"/>
            <a:ext cx="11160123" cy="625474"/>
          </a:xfrm>
        </p:spPr>
        <p:txBody>
          <a:bodyPr/>
          <a:lstStyle>
            <a:lvl1pPr marL="0" indent="0" algn="l">
              <a:lnSpc>
                <a:spcPts val="3100"/>
              </a:lnSpc>
              <a:spcAft>
                <a:spcPts val="0"/>
              </a:spcAft>
              <a:buNone/>
              <a:defRPr sz="2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 err="1"/>
              <a:t>Subline</a:t>
            </a:r>
            <a:endParaRPr lang="de-DE" dirty="0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3F1BC4F0-FDB0-C652-3289-71558727D5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62975" y="6461716"/>
            <a:ext cx="3113088" cy="129381"/>
          </a:xfrm>
        </p:spPr>
        <p:txBody>
          <a:bodyPr/>
          <a:lstStyle>
            <a:lvl1pPr marL="0" indent="0" algn="r">
              <a:lnSpc>
                <a:spcPct val="100000"/>
              </a:lnSpc>
              <a:spcAft>
                <a:spcPts val="0"/>
              </a:spcAft>
              <a:buNone/>
              <a:defRPr sz="1000"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Vorname Nachname | Funktion | Datum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680CA870-DDFC-4BCD-5982-3DB248B4F3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5940" y="374866"/>
            <a:ext cx="1538283" cy="297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5530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Blau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ihandform: Form 4">
            <a:extLst>
              <a:ext uri="{FF2B5EF4-FFF2-40B4-BE49-F238E27FC236}">
                <a16:creationId xmlns:a16="http://schemas.microsoft.com/office/drawing/2014/main" id="{3C345B36-BFA5-EE54-8054-7E485905CC44}"/>
              </a:ext>
            </a:extLst>
          </p:cNvPr>
          <p:cNvSpPr/>
          <p:nvPr userDrawn="1"/>
        </p:nvSpPr>
        <p:spPr>
          <a:xfrm>
            <a:off x="0" y="0"/>
            <a:ext cx="11677650" cy="4800600"/>
          </a:xfrm>
          <a:custGeom>
            <a:avLst/>
            <a:gdLst>
              <a:gd name="connsiteX0" fmla="*/ 5 w 11658600"/>
              <a:gd name="connsiteY0" fmla="*/ 0 h 4800600"/>
              <a:gd name="connsiteX1" fmla="*/ 11363325 w 11658600"/>
              <a:gd name="connsiteY1" fmla="*/ 0 h 4800600"/>
              <a:gd name="connsiteX2" fmla="*/ 11658600 w 11658600"/>
              <a:gd name="connsiteY2" fmla="*/ 0 h 4800600"/>
              <a:gd name="connsiteX3" fmla="*/ 11363325 w 11658600"/>
              <a:gd name="connsiteY3" fmla="*/ 3771895 h 4800600"/>
              <a:gd name="connsiteX4" fmla="*/ 10791820 w 11658600"/>
              <a:gd name="connsiteY4" fmla="*/ 4343400 h 4800600"/>
              <a:gd name="connsiteX5" fmla="*/ 0 w 11658600"/>
              <a:gd name="connsiteY5" fmla="*/ 4800600 h 4800600"/>
              <a:gd name="connsiteX6" fmla="*/ 5 w 11658600"/>
              <a:gd name="connsiteY6" fmla="*/ 0 h 4800600"/>
              <a:gd name="connsiteX0" fmla="*/ 5 w 11677650"/>
              <a:gd name="connsiteY0" fmla="*/ 0 h 4800600"/>
              <a:gd name="connsiteX1" fmla="*/ 11363325 w 11677650"/>
              <a:gd name="connsiteY1" fmla="*/ 0 h 4800600"/>
              <a:gd name="connsiteX2" fmla="*/ 11677650 w 11677650"/>
              <a:gd name="connsiteY2" fmla="*/ 0 h 4800600"/>
              <a:gd name="connsiteX3" fmla="*/ 11363325 w 11677650"/>
              <a:gd name="connsiteY3" fmla="*/ 3771895 h 4800600"/>
              <a:gd name="connsiteX4" fmla="*/ 10791820 w 11677650"/>
              <a:gd name="connsiteY4" fmla="*/ 4343400 h 4800600"/>
              <a:gd name="connsiteX5" fmla="*/ 0 w 11677650"/>
              <a:gd name="connsiteY5" fmla="*/ 4800600 h 4800600"/>
              <a:gd name="connsiteX6" fmla="*/ 5 w 11677650"/>
              <a:gd name="connsiteY6" fmla="*/ 0 h 4800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677650" h="4800600">
                <a:moveTo>
                  <a:pt x="5" y="0"/>
                </a:moveTo>
                <a:lnTo>
                  <a:pt x="11363325" y="0"/>
                </a:lnTo>
                <a:lnTo>
                  <a:pt x="11677650" y="0"/>
                </a:lnTo>
                <a:cubicBezTo>
                  <a:pt x="11579225" y="1257298"/>
                  <a:pt x="11461750" y="2514597"/>
                  <a:pt x="11363325" y="3771895"/>
                </a:cubicBezTo>
                <a:cubicBezTo>
                  <a:pt x="11363325" y="4087528"/>
                  <a:pt x="11107453" y="4343400"/>
                  <a:pt x="10791820" y="4343400"/>
                </a:cubicBezTo>
                <a:lnTo>
                  <a:pt x="0" y="4800600"/>
                </a:lnTo>
                <a:cubicBezTo>
                  <a:pt x="2" y="3200400"/>
                  <a:pt x="3" y="1600200"/>
                  <a:pt x="5" y="0"/>
                </a:cubicBezTo>
                <a:close/>
              </a:path>
            </a:pathLst>
          </a:custGeom>
          <a:solidFill>
            <a:srgbClr val="FFFFF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708A82-0582-0DDB-0580-36B0B4F54B5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5937" y="5085184"/>
            <a:ext cx="11160123" cy="686965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Headline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5D951D5-C1F3-685D-0CD8-D7A1D277270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5937" y="5841786"/>
            <a:ext cx="11160123" cy="625474"/>
          </a:xfrm>
        </p:spPr>
        <p:txBody>
          <a:bodyPr/>
          <a:lstStyle>
            <a:lvl1pPr marL="0" indent="0" algn="l">
              <a:lnSpc>
                <a:spcPts val="3100"/>
              </a:lnSpc>
              <a:spcAft>
                <a:spcPts val="0"/>
              </a:spcAft>
              <a:buNone/>
              <a:defRPr sz="2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 err="1"/>
              <a:t>Subline</a:t>
            </a:r>
            <a:endParaRPr lang="de-DE" dirty="0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3F1BC4F0-FDB0-C652-3289-71558727D5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62975" y="6461716"/>
            <a:ext cx="3113088" cy="129381"/>
          </a:xfrm>
        </p:spPr>
        <p:txBody>
          <a:bodyPr/>
          <a:lstStyle>
            <a:lvl1pPr marL="0" indent="0" algn="r">
              <a:lnSpc>
                <a:spcPct val="100000"/>
              </a:lnSpc>
              <a:spcAft>
                <a:spcPts val="0"/>
              </a:spcAft>
              <a:buNone/>
              <a:defRPr sz="1000"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Vorname Nachname | Funktion | Datum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680CA870-DDFC-4BCD-5982-3DB248B4F3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38" y="374866"/>
            <a:ext cx="1538287" cy="297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3827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Ro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ihandform: Form 4">
            <a:extLst>
              <a:ext uri="{FF2B5EF4-FFF2-40B4-BE49-F238E27FC236}">
                <a16:creationId xmlns:a16="http://schemas.microsoft.com/office/drawing/2014/main" id="{DF0FD2E6-A1FF-9452-78B8-8735EC475648}"/>
              </a:ext>
            </a:extLst>
          </p:cNvPr>
          <p:cNvSpPr/>
          <p:nvPr userDrawn="1"/>
        </p:nvSpPr>
        <p:spPr>
          <a:xfrm>
            <a:off x="0" y="0"/>
            <a:ext cx="11677650" cy="4800600"/>
          </a:xfrm>
          <a:custGeom>
            <a:avLst/>
            <a:gdLst>
              <a:gd name="connsiteX0" fmla="*/ 5 w 11658600"/>
              <a:gd name="connsiteY0" fmla="*/ 0 h 4800600"/>
              <a:gd name="connsiteX1" fmla="*/ 11363325 w 11658600"/>
              <a:gd name="connsiteY1" fmla="*/ 0 h 4800600"/>
              <a:gd name="connsiteX2" fmla="*/ 11658600 w 11658600"/>
              <a:gd name="connsiteY2" fmla="*/ 0 h 4800600"/>
              <a:gd name="connsiteX3" fmla="*/ 11363325 w 11658600"/>
              <a:gd name="connsiteY3" fmla="*/ 3771895 h 4800600"/>
              <a:gd name="connsiteX4" fmla="*/ 10791820 w 11658600"/>
              <a:gd name="connsiteY4" fmla="*/ 4343400 h 4800600"/>
              <a:gd name="connsiteX5" fmla="*/ 0 w 11658600"/>
              <a:gd name="connsiteY5" fmla="*/ 4800600 h 4800600"/>
              <a:gd name="connsiteX6" fmla="*/ 5 w 11658600"/>
              <a:gd name="connsiteY6" fmla="*/ 0 h 4800600"/>
              <a:gd name="connsiteX0" fmla="*/ 5 w 11677650"/>
              <a:gd name="connsiteY0" fmla="*/ 0 h 4800600"/>
              <a:gd name="connsiteX1" fmla="*/ 11363325 w 11677650"/>
              <a:gd name="connsiteY1" fmla="*/ 0 h 4800600"/>
              <a:gd name="connsiteX2" fmla="*/ 11677650 w 11677650"/>
              <a:gd name="connsiteY2" fmla="*/ 0 h 4800600"/>
              <a:gd name="connsiteX3" fmla="*/ 11363325 w 11677650"/>
              <a:gd name="connsiteY3" fmla="*/ 3771895 h 4800600"/>
              <a:gd name="connsiteX4" fmla="*/ 10791820 w 11677650"/>
              <a:gd name="connsiteY4" fmla="*/ 4343400 h 4800600"/>
              <a:gd name="connsiteX5" fmla="*/ 0 w 11677650"/>
              <a:gd name="connsiteY5" fmla="*/ 4800600 h 4800600"/>
              <a:gd name="connsiteX6" fmla="*/ 5 w 11677650"/>
              <a:gd name="connsiteY6" fmla="*/ 0 h 4800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677650" h="4800600">
                <a:moveTo>
                  <a:pt x="5" y="0"/>
                </a:moveTo>
                <a:lnTo>
                  <a:pt x="11363325" y="0"/>
                </a:lnTo>
                <a:lnTo>
                  <a:pt x="11677650" y="0"/>
                </a:lnTo>
                <a:cubicBezTo>
                  <a:pt x="11579225" y="1257298"/>
                  <a:pt x="11461750" y="2514597"/>
                  <a:pt x="11363325" y="3771895"/>
                </a:cubicBezTo>
                <a:cubicBezTo>
                  <a:pt x="11363325" y="4087528"/>
                  <a:pt x="11107453" y="4343400"/>
                  <a:pt x="10791820" y="4343400"/>
                </a:cubicBezTo>
                <a:lnTo>
                  <a:pt x="0" y="4800600"/>
                </a:lnTo>
                <a:cubicBezTo>
                  <a:pt x="2" y="3200400"/>
                  <a:pt x="3" y="1600200"/>
                  <a:pt x="5" y="0"/>
                </a:cubicBezTo>
                <a:close/>
              </a:path>
            </a:pathLst>
          </a:custGeom>
          <a:solidFill>
            <a:srgbClr val="FFFFF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708A82-0582-0DDB-0580-36B0B4F54B5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5937" y="5085184"/>
            <a:ext cx="11160123" cy="686965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Headline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5D951D5-C1F3-685D-0CD8-D7A1D277270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5937" y="5841786"/>
            <a:ext cx="11160123" cy="625474"/>
          </a:xfrm>
        </p:spPr>
        <p:txBody>
          <a:bodyPr/>
          <a:lstStyle>
            <a:lvl1pPr marL="0" indent="0" algn="l">
              <a:lnSpc>
                <a:spcPts val="3100"/>
              </a:lnSpc>
              <a:spcAft>
                <a:spcPts val="0"/>
              </a:spcAft>
              <a:buNone/>
              <a:defRPr sz="2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 err="1"/>
              <a:t>Subline</a:t>
            </a:r>
            <a:endParaRPr lang="de-DE" dirty="0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3F1BC4F0-FDB0-C652-3289-71558727D5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62975" y="6461716"/>
            <a:ext cx="3113088" cy="129381"/>
          </a:xfrm>
        </p:spPr>
        <p:txBody>
          <a:bodyPr/>
          <a:lstStyle>
            <a:lvl1pPr marL="0" indent="0" algn="r">
              <a:lnSpc>
                <a:spcPct val="100000"/>
              </a:lnSpc>
              <a:spcAft>
                <a:spcPts val="0"/>
              </a:spcAft>
              <a:buNone/>
              <a:defRPr sz="1000"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Vorname Nachname | Funktion | Datum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680CA870-DDFC-4BCD-5982-3DB248B4F3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38" y="374866"/>
            <a:ext cx="1538287" cy="297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8537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Grü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ihandform: Form 4">
            <a:extLst>
              <a:ext uri="{FF2B5EF4-FFF2-40B4-BE49-F238E27FC236}">
                <a16:creationId xmlns:a16="http://schemas.microsoft.com/office/drawing/2014/main" id="{D8B72645-0E81-7D0C-5856-558EB5780728}"/>
              </a:ext>
            </a:extLst>
          </p:cNvPr>
          <p:cNvSpPr/>
          <p:nvPr userDrawn="1"/>
        </p:nvSpPr>
        <p:spPr>
          <a:xfrm>
            <a:off x="0" y="0"/>
            <a:ext cx="11677650" cy="4800600"/>
          </a:xfrm>
          <a:custGeom>
            <a:avLst/>
            <a:gdLst>
              <a:gd name="connsiteX0" fmla="*/ 5 w 11658600"/>
              <a:gd name="connsiteY0" fmla="*/ 0 h 4800600"/>
              <a:gd name="connsiteX1" fmla="*/ 11363325 w 11658600"/>
              <a:gd name="connsiteY1" fmla="*/ 0 h 4800600"/>
              <a:gd name="connsiteX2" fmla="*/ 11658600 w 11658600"/>
              <a:gd name="connsiteY2" fmla="*/ 0 h 4800600"/>
              <a:gd name="connsiteX3" fmla="*/ 11363325 w 11658600"/>
              <a:gd name="connsiteY3" fmla="*/ 3771895 h 4800600"/>
              <a:gd name="connsiteX4" fmla="*/ 10791820 w 11658600"/>
              <a:gd name="connsiteY4" fmla="*/ 4343400 h 4800600"/>
              <a:gd name="connsiteX5" fmla="*/ 0 w 11658600"/>
              <a:gd name="connsiteY5" fmla="*/ 4800600 h 4800600"/>
              <a:gd name="connsiteX6" fmla="*/ 5 w 11658600"/>
              <a:gd name="connsiteY6" fmla="*/ 0 h 4800600"/>
              <a:gd name="connsiteX0" fmla="*/ 5 w 11677650"/>
              <a:gd name="connsiteY0" fmla="*/ 0 h 4800600"/>
              <a:gd name="connsiteX1" fmla="*/ 11363325 w 11677650"/>
              <a:gd name="connsiteY1" fmla="*/ 0 h 4800600"/>
              <a:gd name="connsiteX2" fmla="*/ 11677650 w 11677650"/>
              <a:gd name="connsiteY2" fmla="*/ 0 h 4800600"/>
              <a:gd name="connsiteX3" fmla="*/ 11363325 w 11677650"/>
              <a:gd name="connsiteY3" fmla="*/ 3771895 h 4800600"/>
              <a:gd name="connsiteX4" fmla="*/ 10791820 w 11677650"/>
              <a:gd name="connsiteY4" fmla="*/ 4343400 h 4800600"/>
              <a:gd name="connsiteX5" fmla="*/ 0 w 11677650"/>
              <a:gd name="connsiteY5" fmla="*/ 4800600 h 4800600"/>
              <a:gd name="connsiteX6" fmla="*/ 5 w 11677650"/>
              <a:gd name="connsiteY6" fmla="*/ 0 h 4800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677650" h="4800600">
                <a:moveTo>
                  <a:pt x="5" y="0"/>
                </a:moveTo>
                <a:lnTo>
                  <a:pt x="11363325" y="0"/>
                </a:lnTo>
                <a:lnTo>
                  <a:pt x="11677650" y="0"/>
                </a:lnTo>
                <a:cubicBezTo>
                  <a:pt x="11579225" y="1257298"/>
                  <a:pt x="11461750" y="2514597"/>
                  <a:pt x="11363325" y="3771895"/>
                </a:cubicBezTo>
                <a:cubicBezTo>
                  <a:pt x="11363325" y="4087528"/>
                  <a:pt x="11107453" y="4343400"/>
                  <a:pt x="10791820" y="4343400"/>
                </a:cubicBezTo>
                <a:lnTo>
                  <a:pt x="0" y="4800600"/>
                </a:lnTo>
                <a:cubicBezTo>
                  <a:pt x="2" y="3200400"/>
                  <a:pt x="3" y="1600200"/>
                  <a:pt x="5" y="0"/>
                </a:cubicBezTo>
                <a:close/>
              </a:path>
            </a:pathLst>
          </a:custGeom>
          <a:solidFill>
            <a:srgbClr val="FFFFF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708A82-0582-0DDB-0580-36B0B4F54B5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5937" y="5085184"/>
            <a:ext cx="11160123" cy="686965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Headline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5D951D5-C1F3-685D-0CD8-D7A1D277270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5937" y="5841786"/>
            <a:ext cx="11160123" cy="625474"/>
          </a:xfrm>
        </p:spPr>
        <p:txBody>
          <a:bodyPr/>
          <a:lstStyle>
            <a:lvl1pPr marL="0" indent="0" algn="l">
              <a:lnSpc>
                <a:spcPts val="3100"/>
              </a:lnSpc>
              <a:spcAft>
                <a:spcPts val="0"/>
              </a:spcAft>
              <a:buNone/>
              <a:defRPr sz="2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 err="1"/>
              <a:t>Subline</a:t>
            </a:r>
            <a:endParaRPr lang="de-DE" dirty="0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3F1BC4F0-FDB0-C652-3289-71558727D5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62975" y="6461716"/>
            <a:ext cx="3113088" cy="129381"/>
          </a:xfrm>
        </p:spPr>
        <p:txBody>
          <a:bodyPr/>
          <a:lstStyle>
            <a:lvl1pPr marL="0" indent="0" algn="r">
              <a:lnSpc>
                <a:spcPct val="100000"/>
              </a:lnSpc>
              <a:spcAft>
                <a:spcPts val="0"/>
              </a:spcAft>
              <a:buNone/>
              <a:defRPr sz="1000"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Vorname Nachname | Funktion | Datum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680CA870-DDFC-4BCD-5982-3DB248B4F3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38" y="374866"/>
            <a:ext cx="1538287" cy="297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218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Dunkelbla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708A82-0582-0DDB-0580-36B0B4F54B5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91842" y="2647951"/>
            <a:ext cx="7084218" cy="3432174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Kapiteltrenner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5D951D5-C1F3-685D-0CD8-D7A1D277270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054226" y="2755811"/>
            <a:ext cx="1212850" cy="854654"/>
          </a:xfrm>
        </p:spPr>
        <p:txBody>
          <a:bodyPr/>
          <a:lstStyle>
            <a:lvl1pPr marL="0" indent="0" algn="l">
              <a:lnSpc>
                <a:spcPct val="80000"/>
              </a:lnSpc>
              <a:spcAft>
                <a:spcPts val="0"/>
              </a:spcAft>
              <a:buNone/>
              <a:defRPr sz="7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00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680CA870-DDFC-4BCD-5982-3DB248B4F3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38" y="374866"/>
            <a:ext cx="1538287" cy="297076"/>
          </a:xfrm>
          <a:prstGeom prst="rect">
            <a:avLst/>
          </a:prstGeom>
        </p:spPr>
      </p:pic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AFA54D78-5AC1-DD70-F952-AE085728A345}"/>
              </a:ext>
            </a:extLst>
          </p:cNvPr>
          <p:cNvSpPr/>
          <p:nvPr userDrawn="1"/>
        </p:nvSpPr>
        <p:spPr>
          <a:xfrm>
            <a:off x="0" y="0"/>
            <a:ext cx="4351753" cy="6210193"/>
          </a:xfrm>
          <a:custGeom>
            <a:avLst/>
            <a:gdLst>
              <a:gd name="connsiteX0" fmla="*/ 0 w 4376741"/>
              <a:gd name="connsiteY0" fmla="*/ 529454 h 6337300"/>
              <a:gd name="connsiteX1" fmla="*/ 529454 w 4376741"/>
              <a:gd name="connsiteY1" fmla="*/ 0 h 6337300"/>
              <a:gd name="connsiteX2" fmla="*/ 3847287 w 4376741"/>
              <a:gd name="connsiteY2" fmla="*/ 0 h 6337300"/>
              <a:gd name="connsiteX3" fmla="*/ 4376741 w 4376741"/>
              <a:gd name="connsiteY3" fmla="*/ 529454 h 6337300"/>
              <a:gd name="connsiteX4" fmla="*/ 4376741 w 4376741"/>
              <a:gd name="connsiteY4" fmla="*/ 5807846 h 6337300"/>
              <a:gd name="connsiteX5" fmla="*/ 3847287 w 4376741"/>
              <a:gd name="connsiteY5" fmla="*/ 6337300 h 6337300"/>
              <a:gd name="connsiteX6" fmla="*/ 529454 w 4376741"/>
              <a:gd name="connsiteY6" fmla="*/ 6337300 h 6337300"/>
              <a:gd name="connsiteX7" fmla="*/ 0 w 4376741"/>
              <a:gd name="connsiteY7" fmla="*/ 5807846 h 6337300"/>
              <a:gd name="connsiteX8" fmla="*/ 0 w 4376741"/>
              <a:gd name="connsiteY8" fmla="*/ 529454 h 6337300"/>
              <a:gd name="connsiteX0" fmla="*/ 0 w 4852991"/>
              <a:gd name="connsiteY0" fmla="*/ 529454 h 6337300"/>
              <a:gd name="connsiteX1" fmla="*/ 529454 w 4852991"/>
              <a:gd name="connsiteY1" fmla="*/ 0 h 6337300"/>
              <a:gd name="connsiteX2" fmla="*/ 3847287 w 4852991"/>
              <a:gd name="connsiteY2" fmla="*/ 0 h 6337300"/>
              <a:gd name="connsiteX3" fmla="*/ 4852991 w 4852991"/>
              <a:gd name="connsiteY3" fmla="*/ 338954 h 6337300"/>
              <a:gd name="connsiteX4" fmla="*/ 4376741 w 4852991"/>
              <a:gd name="connsiteY4" fmla="*/ 5807846 h 6337300"/>
              <a:gd name="connsiteX5" fmla="*/ 3847287 w 4852991"/>
              <a:gd name="connsiteY5" fmla="*/ 6337300 h 6337300"/>
              <a:gd name="connsiteX6" fmla="*/ 529454 w 4852991"/>
              <a:gd name="connsiteY6" fmla="*/ 6337300 h 6337300"/>
              <a:gd name="connsiteX7" fmla="*/ 0 w 4852991"/>
              <a:gd name="connsiteY7" fmla="*/ 5807846 h 6337300"/>
              <a:gd name="connsiteX8" fmla="*/ 0 w 4852991"/>
              <a:gd name="connsiteY8" fmla="*/ 529454 h 6337300"/>
              <a:gd name="connsiteX0" fmla="*/ 0 w 4852991"/>
              <a:gd name="connsiteY0" fmla="*/ 714302 h 6522148"/>
              <a:gd name="connsiteX1" fmla="*/ 529454 w 4852991"/>
              <a:gd name="connsiteY1" fmla="*/ 184848 h 6522148"/>
              <a:gd name="connsiteX2" fmla="*/ 3847287 w 4852991"/>
              <a:gd name="connsiteY2" fmla="*/ 184848 h 6522148"/>
              <a:gd name="connsiteX3" fmla="*/ 4852991 w 4852991"/>
              <a:gd name="connsiteY3" fmla="*/ 523802 h 6522148"/>
              <a:gd name="connsiteX4" fmla="*/ 4376741 w 4852991"/>
              <a:gd name="connsiteY4" fmla="*/ 5992694 h 6522148"/>
              <a:gd name="connsiteX5" fmla="*/ 3847287 w 4852991"/>
              <a:gd name="connsiteY5" fmla="*/ 6522148 h 6522148"/>
              <a:gd name="connsiteX6" fmla="*/ 529454 w 4852991"/>
              <a:gd name="connsiteY6" fmla="*/ 6522148 h 6522148"/>
              <a:gd name="connsiteX7" fmla="*/ 0 w 4852991"/>
              <a:gd name="connsiteY7" fmla="*/ 5992694 h 6522148"/>
              <a:gd name="connsiteX8" fmla="*/ 0 w 4852991"/>
              <a:gd name="connsiteY8" fmla="*/ 714302 h 6522148"/>
              <a:gd name="connsiteX0" fmla="*/ 0 w 4852991"/>
              <a:gd name="connsiteY0" fmla="*/ 529454 h 6337300"/>
              <a:gd name="connsiteX1" fmla="*/ 529454 w 4852991"/>
              <a:gd name="connsiteY1" fmla="*/ 0 h 6337300"/>
              <a:gd name="connsiteX2" fmla="*/ 3847287 w 4852991"/>
              <a:gd name="connsiteY2" fmla="*/ 0 h 6337300"/>
              <a:gd name="connsiteX3" fmla="*/ 4852991 w 4852991"/>
              <a:gd name="connsiteY3" fmla="*/ 338954 h 6337300"/>
              <a:gd name="connsiteX4" fmla="*/ 4376741 w 4852991"/>
              <a:gd name="connsiteY4" fmla="*/ 5807846 h 6337300"/>
              <a:gd name="connsiteX5" fmla="*/ 3847287 w 4852991"/>
              <a:gd name="connsiteY5" fmla="*/ 6337300 h 6337300"/>
              <a:gd name="connsiteX6" fmla="*/ 529454 w 4852991"/>
              <a:gd name="connsiteY6" fmla="*/ 6337300 h 6337300"/>
              <a:gd name="connsiteX7" fmla="*/ 0 w 4852991"/>
              <a:gd name="connsiteY7" fmla="*/ 5807846 h 6337300"/>
              <a:gd name="connsiteX8" fmla="*/ 0 w 4852991"/>
              <a:gd name="connsiteY8" fmla="*/ 529454 h 6337300"/>
              <a:gd name="connsiteX0" fmla="*/ 0 w 4853129"/>
              <a:gd name="connsiteY0" fmla="*/ 529454 h 6337300"/>
              <a:gd name="connsiteX1" fmla="*/ 529454 w 4853129"/>
              <a:gd name="connsiteY1" fmla="*/ 0 h 6337300"/>
              <a:gd name="connsiteX2" fmla="*/ 3847287 w 4853129"/>
              <a:gd name="connsiteY2" fmla="*/ 0 h 6337300"/>
              <a:gd name="connsiteX3" fmla="*/ 4852991 w 4853129"/>
              <a:gd name="connsiteY3" fmla="*/ 338954 h 6337300"/>
              <a:gd name="connsiteX4" fmla="*/ 4376741 w 4853129"/>
              <a:gd name="connsiteY4" fmla="*/ 5807846 h 6337300"/>
              <a:gd name="connsiteX5" fmla="*/ 3847287 w 4853129"/>
              <a:gd name="connsiteY5" fmla="*/ 6337300 h 6337300"/>
              <a:gd name="connsiteX6" fmla="*/ 529454 w 4853129"/>
              <a:gd name="connsiteY6" fmla="*/ 6337300 h 6337300"/>
              <a:gd name="connsiteX7" fmla="*/ 0 w 4853129"/>
              <a:gd name="connsiteY7" fmla="*/ 5807846 h 6337300"/>
              <a:gd name="connsiteX8" fmla="*/ 0 w 4853129"/>
              <a:gd name="connsiteY8" fmla="*/ 529454 h 6337300"/>
              <a:gd name="connsiteX0" fmla="*/ 0 w 4853129"/>
              <a:gd name="connsiteY0" fmla="*/ 529454 h 6337300"/>
              <a:gd name="connsiteX1" fmla="*/ 529454 w 4853129"/>
              <a:gd name="connsiteY1" fmla="*/ 0 h 6337300"/>
              <a:gd name="connsiteX2" fmla="*/ 4852991 w 4853129"/>
              <a:gd name="connsiteY2" fmla="*/ 338954 h 6337300"/>
              <a:gd name="connsiteX3" fmla="*/ 4376741 w 4853129"/>
              <a:gd name="connsiteY3" fmla="*/ 5807846 h 6337300"/>
              <a:gd name="connsiteX4" fmla="*/ 3847287 w 4853129"/>
              <a:gd name="connsiteY4" fmla="*/ 6337300 h 6337300"/>
              <a:gd name="connsiteX5" fmla="*/ 529454 w 4853129"/>
              <a:gd name="connsiteY5" fmla="*/ 6337300 h 6337300"/>
              <a:gd name="connsiteX6" fmla="*/ 0 w 4853129"/>
              <a:gd name="connsiteY6" fmla="*/ 5807846 h 6337300"/>
              <a:gd name="connsiteX7" fmla="*/ 0 w 4853129"/>
              <a:gd name="connsiteY7" fmla="*/ 529454 h 6337300"/>
              <a:gd name="connsiteX0" fmla="*/ 0 w 4853129"/>
              <a:gd name="connsiteY0" fmla="*/ 773306 h 6581152"/>
              <a:gd name="connsiteX1" fmla="*/ 4852991 w 4853129"/>
              <a:gd name="connsiteY1" fmla="*/ 582806 h 6581152"/>
              <a:gd name="connsiteX2" fmla="*/ 4376741 w 4853129"/>
              <a:gd name="connsiteY2" fmla="*/ 6051698 h 6581152"/>
              <a:gd name="connsiteX3" fmla="*/ 3847287 w 4853129"/>
              <a:gd name="connsiteY3" fmla="*/ 6581152 h 6581152"/>
              <a:gd name="connsiteX4" fmla="*/ 529454 w 4853129"/>
              <a:gd name="connsiteY4" fmla="*/ 6581152 h 6581152"/>
              <a:gd name="connsiteX5" fmla="*/ 0 w 4853129"/>
              <a:gd name="connsiteY5" fmla="*/ 6051698 h 6581152"/>
              <a:gd name="connsiteX6" fmla="*/ 0 w 4853129"/>
              <a:gd name="connsiteY6" fmla="*/ 773306 h 6581152"/>
              <a:gd name="connsiteX0" fmla="*/ 325874 w 5179003"/>
              <a:gd name="connsiteY0" fmla="*/ 773306 h 6581152"/>
              <a:gd name="connsiteX1" fmla="*/ 5178865 w 5179003"/>
              <a:gd name="connsiteY1" fmla="*/ 582806 h 6581152"/>
              <a:gd name="connsiteX2" fmla="*/ 4702615 w 5179003"/>
              <a:gd name="connsiteY2" fmla="*/ 6051698 h 6581152"/>
              <a:gd name="connsiteX3" fmla="*/ 4173161 w 5179003"/>
              <a:gd name="connsiteY3" fmla="*/ 6581152 h 6581152"/>
              <a:gd name="connsiteX4" fmla="*/ 855328 w 5179003"/>
              <a:gd name="connsiteY4" fmla="*/ 6581152 h 6581152"/>
              <a:gd name="connsiteX5" fmla="*/ 325874 w 5179003"/>
              <a:gd name="connsiteY5" fmla="*/ 773306 h 6581152"/>
              <a:gd name="connsiteX0" fmla="*/ 325874 w 5179003"/>
              <a:gd name="connsiteY0" fmla="*/ 803443 h 6611289"/>
              <a:gd name="connsiteX1" fmla="*/ 5178865 w 5179003"/>
              <a:gd name="connsiteY1" fmla="*/ 612943 h 6611289"/>
              <a:gd name="connsiteX2" fmla="*/ 4702615 w 5179003"/>
              <a:gd name="connsiteY2" fmla="*/ 6081835 h 6611289"/>
              <a:gd name="connsiteX3" fmla="*/ 4173161 w 5179003"/>
              <a:gd name="connsiteY3" fmla="*/ 6611289 h 6611289"/>
              <a:gd name="connsiteX4" fmla="*/ 855328 w 5179003"/>
              <a:gd name="connsiteY4" fmla="*/ 6611289 h 6611289"/>
              <a:gd name="connsiteX5" fmla="*/ 325874 w 5179003"/>
              <a:gd name="connsiteY5" fmla="*/ 803443 h 6611289"/>
              <a:gd name="connsiteX0" fmla="*/ 325874 w 5179003"/>
              <a:gd name="connsiteY0" fmla="*/ 803443 h 6611289"/>
              <a:gd name="connsiteX1" fmla="*/ 5178865 w 5179003"/>
              <a:gd name="connsiteY1" fmla="*/ 612943 h 6611289"/>
              <a:gd name="connsiteX2" fmla="*/ 4702615 w 5179003"/>
              <a:gd name="connsiteY2" fmla="*/ 6081835 h 6611289"/>
              <a:gd name="connsiteX3" fmla="*/ 4173161 w 5179003"/>
              <a:gd name="connsiteY3" fmla="*/ 6611289 h 6611289"/>
              <a:gd name="connsiteX4" fmla="*/ 855328 w 5179003"/>
              <a:gd name="connsiteY4" fmla="*/ 6611289 h 6611289"/>
              <a:gd name="connsiteX5" fmla="*/ 325874 w 5179003"/>
              <a:gd name="connsiteY5" fmla="*/ 803443 h 6611289"/>
              <a:gd name="connsiteX0" fmla="*/ 0 w 4853129"/>
              <a:gd name="connsiteY0" fmla="*/ 803443 h 6611289"/>
              <a:gd name="connsiteX1" fmla="*/ 4852991 w 4853129"/>
              <a:gd name="connsiteY1" fmla="*/ 612943 h 6611289"/>
              <a:gd name="connsiteX2" fmla="*/ 4376741 w 4853129"/>
              <a:gd name="connsiteY2" fmla="*/ 6081835 h 6611289"/>
              <a:gd name="connsiteX3" fmla="*/ 3847287 w 4853129"/>
              <a:gd name="connsiteY3" fmla="*/ 6611289 h 6611289"/>
              <a:gd name="connsiteX4" fmla="*/ 529454 w 4853129"/>
              <a:gd name="connsiteY4" fmla="*/ 6611289 h 6611289"/>
              <a:gd name="connsiteX5" fmla="*/ 0 w 4853129"/>
              <a:gd name="connsiteY5" fmla="*/ 803443 h 6611289"/>
              <a:gd name="connsiteX0" fmla="*/ 0 w 4853129"/>
              <a:gd name="connsiteY0" fmla="*/ 803443 h 6611289"/>
              <a:gd name="connsiteX1" fmla="*/ 4852991 w 4853129"/>
              <a:gd name="connsiteY1" fmla="*/ 612943 h 6611289"/>
              <a:gd name="connsiteX2" fmla="*/ 4376741 w 4853129"/>
              <a:gd name="connsiteY2" fmla="*/ 6081835 h 6611289"/>
              <a:gd name="connsiteX3" fmla="*/ 3847287 w 4853129"/>
              <a:gd name="connsiteY3" fmla="*/ 6611289 h 6611289"/>
              <a:gd name="connsiteX4" fmla="*/ 529454 w 4853129"/>
              <a:gd name="connsiteY4" fmla="*/ 6611289 h 6611289"/>
              <a:gd name="connsiteX5" fmla="*/ 0 w 4853129"/>
              <a:gd name="connsiteY5" fmla="*/ 803443 h 6611289"/>
              <a:gd name="connsiteX0" fmla="*/ 0 w 4853129"/>
              <a:gd name="connsiteY0" fmla="*/ 555440 h 6363286"/>
              <a:gd name="connsiteX1" fmla="*/ 4852991 w 4853129"/>
              <a:gd name="connsiteY1" fmla="*/ 364940 h 6363286"/>
              <a:gd name="connsiteX2" fmla="*/ 4376741 w 4853129"/>
              <a:gd name="connsiteY2" fmla="*/ 5833832 h 6363286"/>
              <a:gd name="connsiteX3" fmla="*/ 3847287 w 4853129"/>
              <a:gd name="connsiteY3" fmla="*/ 6363286 h 6363286"/>
              <a:gd name="connsiteX4" fmla="*/ 529454 w 4853129"/>
              <a:gd name="connsiteY4" fmla="*/ 6363286 h 6363286"/>
              <a:gd name="connsiteX5" fmla="*/ 0 w 4853129"/>
              <a:gd name="connsiteY5" fmla="*/ 555440 h 6363286"/>
              <a:gd name="connsiteX0" fmla="*/ 0 w 4853129"/>
              <a:gd name="connsiteY0" fmla="*/ 190595 h 5998441"/>
              <a:gd name="connsiteX1" fmla="*/ 4852991 w 4853129"/>
              <a:gd name="connsiteY1" fmla="*/ 95 h 5998441"/>
              <a:gd name="connsiteX2" fmla="*/ 4376741 w 4853129"/>
              <a:gd name="connsiteY2" fmla="*/ 5468987 h 5998441"/>
              <a:gd name="connsiteX3" fmla="*/ 3847287 w 4853129"/>
              <a:gd name="connsiteY3" fmla="*/ 5998441 h 5998441"/>
              <a:gd name="connsiteX4" fmla="*/ 529454 w 4853129"/>
              <a:gd name="connsiteY4" fmla="*/ 5998441 h 5998441"/>
              <a:gd name="connsiteX5" fmla="*/ 0 w 4853129"/>
              <a:gd name="connsiteY5" fmla="*/ 190595 h 5998441"/>
              <a:gd name="connsiteX0" fmla="*/ 0 w 4853129"/>
              <a:gd name="connsiteY0" fmla="*/ 238218 h 6046064"/>
              <a:gd name="connsiteX1" fmla="*/ 4852991 w 4853129"/>
              <a:gd name="connsiteY1" fmla="*/ 93 h 6046064"/>
              <a:gd name="connsiteX2" fmla="*/ 4376741 w 4853129"/>
              <a:gd name="connsiteY2" fmla="*/ 5516610 h 6046064"/>
              <a:gd name="connsiteX3" fmla="*/ 3847287 w 4853129"/>
              <a:gd name="connsiteY3" fmla="*/ 6046064 h 6046064"/>
              <a:gd name="connsiteX4" fmla="*/ 529454 w 4853129"/>
              <a:gd name="connsiteY4" fmla="*/ 6046064 h 6046064"/>
              <a:gd name="connsiteX5" fmla="*/ 0 w 4853129"/>
              <a:gd name="connsiteY5" fmla="*/ 238218 h 6046064"/>
              <a:gd name="connsiteX0" fmla="*/ 0 w 4338779"/>
              <a:gd name="connsiteY0" fmla="*/ 0 h 6074546"/>
              <a:gd name="connsiteX1" fmla="*/ 4338641 w 4338779"/>
              <a:gd name="connsiteY1" fmla="*/ 28575 h 6074546"/>
              <a:gd name="connsiteX2" fmla="*/ 3862391 w 4338779"/>
              <a:gd name="connsiteY2" fmla="*/ 5545092 h 6074546"/>
              <a:gd name="connsiteX3" fmla="*/ 3332937 w 4338779"/>
              <a:gd name="connsiteY3" fmla="*/ 6074546 h 6074546"/>
              <a:gd name="connsiteX4" fmla="*/ 15104 w 4338779"/>
              <a:gd name="connsiteY4" fmla="*/ 6074546 h 6074546"/>
              <a:gd name="connsiteX5" fmla="*/ 0 w 4338779"/>
              <a:gd name="connsiteY5" fmla="*/ 0 h 6074546"/>
              <a:gd name="connsiteX0" fmla="*/ 23519 w 4362298"/>
              <a:gd name="connsiteY0" fmla="*/ 0 h 6198371"/>
              <a:gd name="connsiteX1" fmla="*/ 4362160 w 4362298"/>
              <a:gd name="connsiteY1" fmla="*/ 28575 h 6198371"/>
              <a:gd name="connsiteX2" fmla="*/ 3885910 w 4362298"/>
              <a:gd name="connsiteY2" fmla="*/ 5545092 h 6198371"/>
              <a:gd name="connsiteX3" fmla="*/ 3356456 w 4362298"/>
              <a:gd name="connsiteY3" fmla="*/ 6074546 h 6198371"/>
              <a:gd name="connsiteX4" fmla="*/ 523 w 4362298"/>
              <a:gd name="connsiteY4" fmla="*/ 6198371 h 6198371"/>
              <a:gd name="connsiteX5" fmla="*/ 23519 w 4362298"/>
              <a:gd name="connsiteY5" fmla="*/ 0 h 6198371"/>
              <a:gd name="connsiteX0" fmla="*/ 23519 w 4362384"/>
              <a:gd name="connsiteY0" fmla="*/ 0 h 6198371"/>
              <a:gd name="connsiteX1" fmla="*/ 4362160 w 4362384"/>
              <a:gd name="connsiteY1" fmla="*/ 28575 h 6198371"/>
              <a:gd name="connsiteX2" fmla="*/ 3885910 w 4362384"/>
              <a:gd name="connsiteY2" fmla="*/ 5545092 h 6198371"/>
              <a:gd name="connsiteX3" fmla="*/ 3356456 w 4362384"/>
              <a:gd name="connsiteY3" fmla="*/ 6074546 h 6198371"/>
              <a:gd name="connsiteX4" fmla="*/ 523 w 4362384"/>
              <a:gd name="connsiteY4" fmla="*/ 6198371 h 6198371"/>
              <a:gd name="connsiteX5" fmla="*/ 23519 w 4362384"/>
              <a:gd name="connsiteY5" fmla="*/ 0 h 6198371"/>
              <a:gd name="connsiteX0" fmla="*/ 23519 w 4362384"/>
              <a:gd name="connsiteY0" fmla="*/ 0 h 6207896"/>
              <a:gd name="connsiteX1" fmla="*/ 4362160 w 4362384"/>
              <a:gd name="connsiteY1" fmla="*/ 28575 h 6207896"/>
              <a:gd name="connsiteX2" fmla="*/ 3885910 w 4362384"/>
              <a:gd name="connsiteY2" fmla="*/ 5545092 h 6207896"/>
              <a:gd name="connsiteX3" fmla="*/ 3356456 w 4362384"/>
              <a:gd name="connsiteY3" fmla="*/ 6074546 h 6207896"/>
              <a:gd name="connsiteX4" fmla="*/ 523 w 4362384"/>
              <a:gd name="connsiteY4" fmla="*/ 6207896 h 6207896"/>
              <a:gd name="connsiteX5" fmla="*/ 23519 w 4362384"/>
              <a:gd name="connsiteY5" fmla="*/ 0 h 6207896"/>
              <a:gd name="connsiteX0" fmla="*/ 108877 w 4362017"/>
              <a:gd name="connsiteY0" fmla="*/ 0 h 6217421"/>
              <a:gd name="connsiteX1" fmla="*/ 4361793 w 4362017"/>
              <a:gd name="connsiteY1" fmla="*/ 38100 h 6217421"/>
              <a:gd name="connsiteX2" fmla="*/ 3885543 w 4362017"/>
              <a:gd name="connsiteY2" fmla="*/ 5554617 h 6217421"/>
              <a:gd name="connsiteX3" fmla="*/ 3356089 w 4362017"/>
              <a:gd name="connsiteY3" fmla="*/ 6084071 h 6217421"/>
              <a:gd name="connsiteX4" fmla="*/ 156 w 4362017"/>
              <a:gd name="connsiteY4" fmla="*/ 6217421 h 6217421"/>
              <a:gd name="connsiteX5" fmla="*/ 108877 w 4362017"/>
              <a:gd name="connsiteY5" fmla="*/ 0 h 6217421"/>
              <a:gd name="connsiteX0" fmla="*/ 23519 w 4362384"/>
              <a:gd name="connsiteY0" fmla="*/ 0 h 6207896"/>
              <a:gd name="connsiteX1" fmla="*/ 4362160 w 4362384"/>
              <a:gd name="connsiteY1" fmla="*/ 28575 h 6207896"/>
              <a:gd name="connsiteX2" fmla="*/ 3885910 w 4362384"/>
              <a:gd name="connsiteY2" fmla="*/ 5545092 h 6207896"/>
              <a:gd name="connsiteX3" fmla="*/ 3356456 w 4362384"/>
              <a:gd name="connsiteY3" fmla="*/ 6074546 h 6207896"/>
              <a:gd name="connsiteX4" fmla="*/ 523 w 4362384"/>
              <a:gd name="connsiteY4" fmla="*/ 6207896 h 6207896"/>
              <a:gd name="connsiteX5" fmla="*/ 23519 w 4362384"/>
              <a:gd name="connsiteY5" fmla="*/ 0 h 6207896"/>
              <a:gd name="connsiteX0" fmla="*/ 23519 w 4371902"/>
              <a:gd name="connsiteY0" fmla="*/ 0 h 6207896"/>
              <a:gd name="connsiteX1" fmla="*/ 4371685 w 4371902"/>
              <a:gd name="connsiteY1" fmla="*/ 28575 h 6207896"/>
              <a:gd name="connsiteX2" fmla="*/ 3885910 w 4371902"/>
              <a:gd name="connsiteY2" fmla="*/ 5545092 h 6207896"/>
              <a:gd name="connsiteX3" fmla="*/ 3356456 w 4371902"/>
              <a:gd name="connsiteY3" fmla="*/ 6074546 h 6207896"/>
              <a:gd name="connsiteX4" fmla="*/ 523 w 4371902"/>
              <a:gd name="connsiteY4" fmla="*/ 6207896 h 6207896"/>
              <a:gd name="connsiteX5" fmla="*/ 23519 w 4371902"/>
              <a:gd name="connsiteY5" fmla="*/ 0 h 6207896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56456 w 4371902"/>
              <a:gd name="connsiteY3" fmla="*/ 607465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56456 w 4371902"/>
              <a:gd name="connsiteY3" fmla="*/ 607465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43756 w 4371902"/>
              <a:gd name="connsiteY3" fmla="*/ 607465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43756 w 4371902"/>
              <a:gd name="connsiteY3" fmla="*/ 607465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43756 w 4371902"/>
              <a:gd name="connsiteY3" fmla="*/ 607465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43756 w 4371902"/>
              <a:gd name="connsiteY3" fmla="*/ 607465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43756 w 4371902"/>
              <a:gd name="connsiteY3" fmla="*/ 607465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24706 w 4371902"/>
              <a:gd name="connsiteY3" fmla="*/ 606830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7"/>
              <a:gd name="connsiteY0" fmla="*/ 107 h 6208003"/>
              <a:gd name="connsiteX1" fmla="*/ 4371685 w 4371907"/>
              <a:gd name="connsiteY1" fmla="*/ 107 h 6208003"/>
              <a:gd name="connsiteX2" fmla="*/ 3892260 w 4371907"/>
              <a:gd name="connsiteY2" fmla="*/ 5507099 h 6208003"/>
              <a:gd name="connsiteX3" fmla="*/ 3324706 w 4371907"/>
              <a:gd name="connsiteY3" fmla="*/ 6068303 h 6208003"/>
              <a:gd name="connsiteX4" fmla="*/ 523 w 4371907"/>
              <a:gd name="connsiteY4" fmla="*/ 6208003 h 6208003"/>
              <a:gd name="connsiteX5" fmla="*/ 23519 w 4371907"/>
              <a:gd name="connsiteY5" fmla="*/ 107 h 6208003"/>
              <a:gd name="connsiteX0" fmla="*/ 0 w 4373917"/>
              <a:gd name="connsiteY0" fmla="*/ 0 h 6214250"/>
              <a:gd name="connsiteX1" fmla="*/ 4373695 w 4373917"/>
              <a:gd name="connsiteY1" fmla="*/ 6354 h 6214250"/>
              <a:gd name="connsiteX2" fmla="*/ 3894270 w 4373917"/>
              <a:gd name="connsiteY2" fmla="*/ 5513346 h 6214250"/>
              <a:gd name="connsiteX3" fmla="*/ 3326716 w 4373917"/>
              <a:gd name="connsiteY3" fmla="*/ 6074550 h 6214250"/>
              <a:gd name="connsiteX4" fmla="*/ 2533 w 4373917"/>
              <a:gd name="connsiteY4" fmla="*/ 6214250 h 6214250"/>
              <a:gd name="connsiteX5" fmla="*/ 0 w 4373917"/>
              <a:gd name="connsiteY5" fmla="*/ 0 h 6214250"/>
              <a:gd name="connsiteX0" fmla="*/ 0 w 4373917"/>
              <a:gd name="connsiteY0" fmla="*/ 0 h 6214250"/>
              <a:gd name="connsiteX1" fmla="*/ 4373695 w 4373917"/>
              <a:gd name="connsiteY1" fmla="*/ 6354 h 6214250"/>
              <a:gd name="connsiteX2" fmla="*/ 3894270 w 4373917"/>
              <a:gd name="connsiteY2" fmla="*/ 5500638 h 6214250"/>
              <a:gd name="connsiteX3" fmla="*/ 3326716 w 4373917"/>
              <a:gd name="connsiteY3" fmla="*/ 6074550 h 6214250"/>
              <a:gd name="connsiteX4" fmla="*/ 2533 w 4373917"/>
              <a:gd name="connsiteY4" fmla="*/ 6214250 h 6214250"/>
              <a:gd name="connsiteX5" fmla="*/ 0 w 4373917"/>
              <a:gd name="connsiteY5" fmla="*/ 0 h 6214250"/>
              <a:gd name="connsiteX0" fmla="*/ 0 w 4373917"/>
              <a:gd name="connsiteY0" fmla="*/ 0 h 6214250"/>
              <a:gd name="connsiteX1" fmla="*/ 4373695 w 4373917"/>
              <a:gd name="connsiteY1" fmla="*/ 1588 h 6214250"/>
              <a:gd name="connsiteX2" fmla="*/ 3894270 w 4373917"/>
              <a:gd name="connsiteY2" fmla="*/ 5500638 h 6214250"/>
              <a:gd name="connsiteX3" fmla="*/ 3326716 w 4373917"/>
              <a:gd name="connsiteY3" fmla="*/ 6074550 h 6214250"/>
              <a:gd name="connsiteX4" fmla="*/ 2533 w 4373917"/>
              <a:gd name="connsiteY4" fmla="*/ 6214250 h 6214250"/>
              <a:gd name="connsiteX5" fmla="*/ 0 w 4373917"/>
              <a:gd name="connsiteY5" fmla="*/ 0 h 6214250"/>
              <a:gd name="connsiteX0" fmla="*/ 0 w 4373917"/>
              <a:gd name="connsiteY0" fmla="*/ 0 h 6214250"/>
              <a:gd name="connsiteX1" fmla="*/ 4373695 w 4373917"/>
              <a:gd name="connsiteY1" fmla="*/ 1588 h 6214250"/>
              <a:gd name="connsiteX2" fmla="*/ 3894270 w 4373917"/>
              <a:gd name="connsiteY2" fmla="*/ 5500638 h 6214250"/>
              <a:gd name="connsiteX3" fmla="*/ 3326716 w 4373917"/>
              <a:gd name="connsiteY3" fmla="*/ 6074550 h 6214250"/>
              <a:gd name="connsiteX4" fmla="*/ 2533 w 4373917"/>
              <a:gd name="connsiteY4" fmla="*/ 6214250 h 6214250"/>
              <a:gd name="connsiteX5" fmla="*/ 0 w 4373917"/>
              <a:gd name="connsiteY5" fmla="*/ 0 h 6214250"/>
              <a:gd name="connsiteX0" fmla="*/ 0 w 4373921"/>
              <a:gd name="connsiteY0" fmla="*/ 0 h 6214250"/>
              <a:gd name="connsiteX1" fmla="*/ 4373695 w 4373921"/>
              <a:gd name="connsiteY1" fmla="*/ 1588 h 6214250"/>
              <a:gd name="connsiteX2" fmla="*/ 3894270 w 4373921"/>
              <a:gd name="connsiteY2" fmla="*/ 5500638 h 6214250"/>
              <a:gd name="connsiteX3" fmla="*/ 3326716 w 4373921"/>
              <a:gd name="connsiteY3" fmla="*/ 6074550 h 6214250"/>
              <a:gd name="connsiteX4" fmla="*/ 2533 w 4373921"/>
              <a:gd name="connsiteY4" fmla="*/ 6214250 h 6214250"/>
              <a:gd name="connsiteX5" fmla="*/ 0 w 4373921"/>
              <a:gd name="connsiteY5" fmla="*/ 0 h 6214250"/>
              <a:gd name="connsiteX0" fmla="*/ 0 w 4373921"/>
              <a:gd name="connsiteY0" fmla="*/ 0 h 6214250"/>
              <a:gd name="connsiteX1" fmla="*/ 4373695 w 4373921"/>
              <a:gd name="connsiteY1" fmla="*/ 1588 h 6214250"/>
              <a:gd name="connsiteX2" fmla="*/ 3894270 w 4373921"/>
              <a:gd name="connsiteY2" fmla="*/ 5500638 h 6214250"/>
              <a:gd name="connsiteX3" fmla="*/ 3326716 w 4373921"/>
              <a:gd name="connsiteY3" fmla="*/ 6074550 h 6214250"/>
              <a:gd name="connsiteX4" fmla="*/ 2533 w 4373921"/>
              <a:gd name="connsiteY4" fmla="*/ 6214250 h 6214250"/>
              <a:gd name="connsiteX5" fmla="*/ 0 w 4373921"/>
              <a:gd name="connsiteY5" fmla="*/ 0 h 6214250"/>
              <a:gd name="connsiteX0" fmla="*/ 0 w 4373921"/>
              <a:gd name="connsiteY0" fmla="*/ 0 h 6214250"/>
              <a:gd name="connsiteX1" fmla="*/ 4373695 w 4373921"/>
              <a:gd name="connsiteY1" fmla="*/ 1588 h 6214250"/>
              <a:gd name="connsiteX2" fmla="*/ 3894270 w 4373921"/>
              <a:gd name="connsiteY2" fmla="*/ 5529232 h 6214250"/>
              <a:gd name="connsiteX3" fmla="*/ 3326716 w 4373921"/>
              <a:gd name="connsiteY3" fmla="*/ 6074550 h 6214250"/>
              <a:gd name="connsiteX4" fmla="*/ 2533 w 4373921"/>
              <a:gd name="connsiteY4" fmla="*/ 6214250 h 6214250"/>
              <a:gd name="connsiteX5" fmla="*/ 0 w 4373921"/>
              <a:gd name="connsiteY5" fmla="*/ 0 h 6214250"/>
              <a:gd name="connsiteX0" fmla="*/ 0 w 4373921"/>
              <a:gd name="connsiteY0" fmla="*/ 0 h 6214250"/>
              <a:gd name="connsiteX1" fmla="*/ 4373695 w 4373921"/>
              <a:gd name="connsiteY1" fmla="*/ 1588 h 6214250"/>
              <a:gd name="connsiteX2" fmla="*/ 3894270 w 4373921"/>
              <a:gd name="connsiteY2" fmla="*/ 5529232 h 6214250"/>
              <a:gd name="connsiteX3" fmla="*/ 3326716 w 4373921"/>
              <a:gd name="connsiteY3" fmla="*/ 6074550 h 6214250"/>
              <a:gd name="connsiteX4" fmla="*/ 2533 w 4373921"/>
              <a:gd name="connsiteY4" fmla="*/ 6214250 h 6214250"/>
              <a:gd name="connsiteX5" fmla="*/ 0 w 4373921"/>
              <a:gd name="connsiteY5" fmla="*/ 0 h 6214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73921" h="6214250">
                <a:moveTo>
                  <a:pt x="0" y="0"/>
                </a:moveTo>
                <a:lnTo>
                  <a:pt x="4373695" y="1588"/>
                </a:lnTo>
                <a:cubicBezTo>
                  <a:pt x="4383220" y="-20123"/>
                  <a:pt x="4089557" y="3260177"/>
                  <a:pt x="3894270" y="5529232"/>
                </a:cubicBezTo>
                <a:cubicBezTo>
                  <a:pt x="3854511" y="5861326"/>
                  <a:pt x="3669925" y="6068200"/>
                  <a:pt x="3326716" y="6074550"/>
                </a:cubicBezTo>
                <a:lnTo>
                  <a:pt x="2533" y="6214250"/>
                </a:lnTo>
                <a:cubicBezTo>
                  <a:pt x="-2502" y="4189401"/>
                  <a:pt x="5035" y="2024849"/>
                  <a:pt x="0" y="0"/>
                </a:cubicBezTo>
                <a:close/>
              </a:path>
            </a:pathLst>
          </a:custGeom>
          <a:solidFill>
            <a:srgbClr val="FFFFF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37074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Bordeaux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: abgerundete Ecken 5">
            <a:extLst>
              <a:ext uri="{FF2B5EF4-FFF2-40B4-BE49-F238E27FC236}">
                <a16:creationId xmlns:a16="http://schemas.microsoft.com/office/drawing/2014/main" id="{BE40E81D-3A66-E085-9C1A-6A98721FE11B}"/>
              </a:ext>
            </a:extLst>
          </p:cNvPr>
          <p:cNvSpPr/>
          <p:nvPr userDrawn="1"/>
        </p:nvSpPr>
        <p:spPr>
          <a:xfrm>
            <a:off x="0" y="0"/>
            <a:ext cx="4351753" cy="6210193"/>
          </a:xfrm>
          <a:custGeom>
            <a:avLst/>
            <a:gdLst>
              <a:gd name="connsiteX0" fmla="*/ 0 w 4376741"/>
              <a:gd name="connsiteY0" fmla="*/ 529454 h 6337300"/>
              <a:gd name="connsiteX1" fmla="*/ 529454 w 4376741"/>
              <a:gd name="connsiteY1" fmla="*/ 0 h 6337300"/>
              <a:gd name="connsiteX2" fmla="*/ 3847287 w 4376741"/>
              <a:gd name="connsiteY2" fmla="*/ 0 h 6337300"/>
              <a:gd name="connsiteX3" fmla="*/ 4376741 w 4376741"/>
              <a:gd name="connsiteY3" fmla="*/ 529454 h 6337300"/>
              <a:gd name="connsiteX4" fmla="*/ 4376741 w 4376741"/>
              <a:gd name="connsiteY4" fmla="*/ 5807846 h 6337300"/>
              <a:gd name="connsiteX5" fmla="*/ 3847287 w 4376741"/>
              <a:gd name="connsiteY5" fmla="*/ 6337300 h 6337300"/>
              <a:gd name="connsiteX6" fmla="*/ 529454 w 4376741"/>
              <a:gd name="connsiteY6" fmla="*/ 6337300 h 6337300"/>
              <a:gd name="connsiteX7" fmla="*/ 0 w 4376741"/>
              <a:gd name="connsiteY7" fmla="*/ 5807846 h 6337300"/>
              <a:gd name="connsiteX8" fmla="*/ 0 w 4376741"/>
              <a:gd name="connsiteY8" fmla="*/ 529454 h 6337300"/>
              <a:gd name="connsiteX0" fmla="*/ 0 w 4852991"/>
              <a:gd name="connsiteY0" fmla="*/ 529454 h 6337300"/>
              <a:gd name="connsiteX1" fmla="*/ 529454 w 4852991"/>
              <a:gd name="connsiteY1" fmla="*/ 0 h 6337300"/>
              <a:gd name="connsiteX2" fmla="*/ 3847287 w 4852991"/>
              <a:gd name="connsiteY2" fmla="*/ 0 h 6337300"/>
              <a:gd name="connsiteX3" fmla="*/ 4852991 w 4852991"/>
              <a:gd name="connsiteY3" fmla="*/ 338954 h 6337300"/>
              <a:gd name="connsiteX4" fmla="*/ 4376741 w 4852991"/>
              <a:gd name="connsiteY4" fmla="*/ 5807846 h 6337300"/>
              <a:gd name="connsiteX5" fmla="*/ 3847287 w 4852991"/>
              <a:gd name="connsiteY5" fmla="*/ 6337300 h 6337300"/>
              <a:gd name="connsiteX6" fmla="*/ 529454 w 4852991"/>
              <a:gd name="connsiteY6" fmla="*/ 6337300 h 6337300"/>
              <a:gd name="connsiteX7" fmla="*/ 0 w 4852991"/>
              <a:gd name="connsiteY7" fmla="*/ 5807846 h 6337300"/>
              <a:gd name="connsiteX8" fmla="*/ 0 w 4852991"/>
              <a:gd name="connsiteY8" fmla="*/ 529454 h 6337300"/>
              <a:gd name="connsiteX0" fmla="*/ 0 w 4852991"/>
              <a:gd name="connsiteY0" fmla="*/ 714302 h 6522148"/>
              <a:gd name="connsiteX1" fmla="*/ 529454 w 4852991"/>
              <a:gd name="connsiteY1" fmla="*/ 184848 h 6522148"/>
              <a:gd name="connsiteX2" fmla="*/ 3847287 w 4852991"/>
              <a:gd name="connsiteY2" fmla="*/ 184848 h 6522148"/>
              <a:gd name="connsiteX3" fmla="*/ 4852991 w 4852991"/>
              <a:gd name="connsiteY3" fmla="*/ 523802 h 6522148"/>
              <a:gd name="connsiteX4" fmla="*/ 4376741 w 4852991"/>
              <a:gd name="connsiteY4" fmla="*/ 5992694 h 6522148"/>
              <a:gd name="connsiteX5" fmla="*/ 3847287 w 4852991"/>
              <a:gd name="connsiteY5" fmla="*/ 6522148 h 6522148"/>
              <a:gd name="connsiteX6" fmla="*/ 529454 w 4852991"/>
              <a:gd name="connsiteY6" fmla="*/ 6522148 h 6522148"/>
              <a:gd name="connsiteX7" fmla="*/ 0 w 4852991"/>
              <a:gd name="connsiteY7" fmla="*/ 5992694 h 6522148"/>
              <a:gd name="connsiteX8" fmla="*/ 0 w 4852991"/>
              <a:gd name="connsiteY8" fmla="*/ 714302 h 6522148"/>
              <a:gd name="connsiteX0" fmla="*/ 0 w 4852991"/>
              <a:gd name="connsiteY0" fmla="*/ 529454 h 6337300"/>
              <a:gd name="connsiteX1" fmla="*/ 529454 w 4852991"/>
              <a:gd name="connsiteY1" fmla="*/ 0 h 6337300"/>
              <a:gd name="connsiteX2" fmla="*/ 3847287 w 4852991"/>
              <a:gd name="connsiteY2" fmla="*/ 0 h 6337300"/>
              <a:gd name="connsiteX3" fmla="*/ 4852991 w 4852991"/>
              <a:gd name="connsiteY3" fmla="*/ 338954 h 6337300"/>
              <a:gd name="connsiteX4" fmla="*/ 4376741 w 4852991"/>
              <a:gd name="connsiteY4" fmla="*/ 5807846 h 6337300"/>
              <a:gd name="connsiteX5" fmla="*/ 3847287 w 4852991"/>
              <a:gd name="connsiteY5" fmla="*/ 6337300 h 6337300"/>
              <a:gd name="connsiteX6" fmla="*/ 529454 w 4852991"/>
              <a:gd name="connsiteY6" fmla="*/ 6337300 h 6337300"/>
              <a:gd name="connsiteX7" fmla="*/ 0 w 4852991"/>
              <a:gd name="connsiteY7" fmla="*/ 5807846 h 6337300"/>
              <a:gd name="connsiteX8" fmla="*/ 0 w 4852991"/>
              <a:gd name="connsiteY8" fmla="*/ 529454 h 6337300"/>
              <a:gd name="connsiteX0" fmla="*/ 0 w 4853129"/>
              <a:gd name="connsiteY0" fmla="*/ 529454 h 6337300"/>
              <a:gd name="connsiteX1" fmla="*/ 529454 w 4853129"/>
              <a:gd name="connsiteY1" fmla="*/ 0 h 6337300"/>
              <a:gd name="connsiteX2" fmla="*/ 3847287 w 4853129"/>
              <a:gd name="connsiteY2" fmla="*/ 0 h 6337300"/>
              <a:gd name="connsiteX3" fmla="*/ 4852991 w 4853129"/>
              <a:gd name="connsiteY3" fmla="*/ 338954 h 6337300"/>
              <a:gd name="connsiteX4" fmla="*/ 4376741 w 4853129"/>
              <a:gd name="connsiteY4" fmla="*/ 5807846 h 6337300"/>
              <a:gd name="connsiteX5" fmla="*/ 3847287 w 4853129"/>
              <a:gd name="connsiteY5" fmla="*/ 6337300 h 6337300"/>
              <a:gd name="connsiteX6" fmla="*/ 529454 w 4853129"/>
              <a:gd name="connsiteY6" fmla="*/ 6337300 h 6337300"/>
              <a:gd name="connsiteX7" fmla="*/ 0 w 4853129"/>
              <a:gd name="connsiteY7" fmla="*/ 5807846 h 6337300"/>
              <a:gd name="connsiteX8" fmla="*/ 0 w 4853129"/>
              <a:gd name="connsiteY8" fmla="*/ 529454 h 6337300"/>
              <a:gd name="connsiteX0" fmla="*/ 0 w 4853129"/>
              <a:gd name="connsiteY0" fmla="*/ 529454 h 6337300"/>
              <a:gd name="connsiteX1" fmla="*/ 529454 w 4853129"/>
              <a:gd name="connsiteY1" fmla="*/ 0 h 6337300"/>
              <a:gd name="connsiteX2" fmla="*/ 4852991 w 4853129"/>
              <a:gd name="connsiteY2" fmla="*/ 338954 h 6337300"/>
              <a:gd name="connsiteX3" fmla="*/ 4376741 w 4853129"/>
              <a:gd name="connsiteY3" fmla="*/ 5807846 h 6337300"/>
              <a:gd name="connsiteX4" fmla="*/ 3847287 w 4853129"/>
              <a:gd name="connsiteY4" fmla="*/ 6337300 h 6337300"/>
              <a:gd name="connsiteX5" fmla="*/ 529454 w 4853129"/>
              <a:gd name="connsiteY5" fmla="*/ 6337300 h 6337300"/>
              <a:gd name="connsiteX6" fmla="*/ 0 w 4853129"/>
              <a:gd name="connsiteY6" fmla="*/ 5807846 h 6337300"/>
              <a:gd name="connsiteX7" fmla="*/ 0 w 4853129"/>
              <a:gd name="connsiteY7" fmla="*/ 529454 h 6337300"/>
              <a:gd name="connsiteX0" fmla="*/ 0 w 4853129"/>
              <a:gd name="connsiteY0" fmla="*/ 773306 h 6581152"/>
              <a:gd name="connsiteX1" fmla="*/ 4852991 w 4853129"/>
              <a:gd name="connsiteY1" fmla="*/ 582806 h 6581152"/>
              <a:gd name="connsiteX2" fmla="*/ 4376741 w 4853129"/>
              <a:gd name="connsiteY2" fmla="*/ 6051698 h 6581152"/>
              <a:gd name="connsiteX3" fmla="*/ 3847287 w 4853129"/>
              <a:gd name="connsiteY3" fmla="*/ 6581152 h 6581152"/>
              <a:gd name="connsiteX4" fmla="*/ 529454 w 4853129"/>
              <a:gd name="connsiteY4" fmla="*/ 6581152 h 6581152"/>
              <a:gd name="connsiteX5" fmla="*/ 0 w 4853129"/>
              <a:gd name="connsiteY5" fmla="*/ 6051698 h 6581152"/>
              <a:gd name="connsiteX6" fmla="*/ 0 w 4853129"/>
              <a:gd name="connsiteY6" fmla="*/ 773306 h 6581152"/>
              <a:gd name="connsiteX0" fmla="*/ 325874 w 5179003"/>
              <a:gd name="connsiteY0" fmla="*/ 773306 h 6581152"/>
              <a:gd name="connsiteX1" fmla="*/ 5178865 w 5179003"/>
              <a:gd name="connsiteY1" fmla="*/ 582806 h 6581152"/>
              <a:gd name="connsiteX2" fmla="*/ 4702615 w 5179003"/>
              <a:gd name="connsiteY2" fmla="*/ 6051698 h 6581152"/>
              <a:gd name="connsiteX3" fmla="*/ 4173161 w 5179003"/>
              <a:gd name="connsiteY3" fmla="*/ 6581152 h 6581152"/>
              <a:gd name="connsiteX4" fmla="*/ 855328 w 5179003"/>
              <a:gd name="connsiteY4" fmla="*/ 6581152 h 6581152"/>
              <a:gd name="connsiteX5" fmla="*/ 325874 w 5179003"/>
              <a:gd name="connsiteY5" fmla="*/ 773306 h 6581152"/>
              <a:gd name="connsiteX0" fmla="*/ 325874 w 5179003"/>
              <a:gd name="connsiteY0" fmla="*/ 803443 h 6611289"/>
              <a:gd name="connsiteX1" fmla="*/ 5178865 w 5179003"/>
              <a:gd name="connsiteY1" fmla="*/ 612943 h 6611289"/>
              <a:gd name="connsiteX2" fmla="*/ 4702615 w 5179003"/>
              <a:gd name="connsiteY2" fmla="*/ 6081835 h 6611289"/>
              <a:gd name="connsiteX3" fmla="*/ 4173161 w 5179003"/>
              <a:gd name="connsiteY3" fmla="*/ 6611289 h 6611289"/>
              <a:gd name="connsiteX4" fmla="*/ 855328 w 5179003"/>
              <a:gd name="connsiteY4" fmla="*/ 6611289 h 6611289"/>
              <a:gd name="connsiteX5" fmla="*/ 325874 w 5179003"/>
              <a:gd name="connsiteY5" fmla="*/ 803443 h 6611289"/>
              <a:gd name="connsiteX0" fmla="*/ 325874 w 5179003"/>
              <a:gd name="connsiteY0" fmla="*/ 803443 h 6611289"/>
              <a:gd name="connsiteX1" fmla="*/ 5178865 w 5179003"/>
              <a:gd name="connsiteY1" fmla="*/ 612943 h 6611289"/>
              <a:gd name="connsiteX2" fmla="*/ 4702615 w 5179003"/>
              <a:gd name="connsiteY2" fmla="*/ 6081835 h 6611289"/>
              <a:gd name="connsiteX3" fmla="*/ 4173161 w 5179003"/>
              <a:gd name="connsiteY3" fmla="*/ 6611289 h 6611289"/>
              <a:gd name="connsiteX4" fmla="*/ 855328 w 5179003"/>
              <a:gd name="connsiteY4" fmla="*/ 6611289 h 6611289"/>
              <a:gd name="connsiteX5" fmla="*/ 325874 w 5179003"/>
              <a:gd name="connsiteY5" fmla="*/ 803443 h 6611289"/>
              <a:gd name="connsiteX0" fmla="*/ 0 w 4853129"/>
              <a:gd name="connsiteY0" fmla="*/ 803443 h 6611289"/>
              <a:gd name="connsiteX1" fmla="*/ 4852991 w 4853129"/>
              <a:gd name="connsiteY1" fmla="*/ 612943 h 6611289"/>
              <a:gd name="connsiteX2" fmla="*/ 4376741 w 4853129"/>
              <a:gd name="connsiteY2" fmla="*/ 6081835 h 6611289"/>
              <a:gd name="connsiteX3" fmla="*/ 3847287 w 4853129"/>
              <a:gd name="connsiteY3" fmla="*/ 6611289 h 6611289"/>
              <a:gd name="connsiteX4" fmla="*/ 529454 w 4853129"/>
              <a:gd name="connsiteY4" fmla="*/ 6611289 h 6611289"/>
              <a:gd name="connsiteX5" fmla="*/ 0 w 4853129"/>
              <a:gd name="connsiteY5" fmla="*/ 803443 h 6611289"/>
              <a:gd name="connsiteX0" fmla="*/ 0 w 4853129"/>
              <a:gd name="connsiteY0" fmla="*/ 803443 h 6611289"/>
              <a:gd name="connsiteX1" fmla="*/ 4852991 w 4853129"/>
              <a:gd name="connsiteY1" fmla="*/ 612943 h 6611289"/>
              <a:gd name="connsiteX2" fmla="*/ 4376741 w 4853129"/>
              <a:gd name="connsiteY2" fmla="*/ 6081835 h 6611289"/>
              <a:gd name="connsiteX3" fmla="*/ 3847287 w 4853129"/>
              <a:gd name="connsiteY3" fmla="*/ 6611289 h 6611289"/>
              <a:gd name="connsiteX4" fmla="*/ 529454 w 4853129"/>
              <a:gd name="connsiteY4" fmla="*/ 6611289 h 6611289"/>
              <a:gd name="connsiteX5" fmla="*/ 0 w 4853129"/>
              <a:gd name="connsiteY5" fmla="*/ 803443 h 6611289"/>
              <a:gd name="connsiteX0" fmla="*/ 0 w 4853129"/>
              <a:gd name="connsiteY0" fmla="*/ 555440 h 6363286"/>
              <a:gd name="connsiteX1" fmla="*/ 4852991 w 4853129"/>
              <a:gd name="connsiteY1" fmla="*/ 364940 h 6363286"/>
              <a:gd name="connsiteX2" fmla="*/ 4376741 w 4853129"/>
              <a:gd name="connsiteY2" fmla="*/ 5833832 h 6363286"/>
              <a:gd name="connsiteX3" fmla="*/ 3847287 w 4853129"/>
              <a:gd name="connsiteY3" fmla="*/ 6363286 h 6363286"/>
              <a:gd name="connsiteX4" fmla="*/ 529454 w 4853129"/>
              <a:gd name="connsiteY4" fmla="*/ 6363286 h 6363286"/>
              <a:gd name="connsiteX5" fmla="*/ 0 w 4853129"/>
              <a:gd name="connsiteY5" fmla="*/ 555440 h 6363286"/>
              <a:gd name="connsiteX0" fmla="*/ 0 w 4853129"/>
              <a:gd name="connsiteY0" fmla="*/ 190595 h 5998441"/>
              <a:gd name="connsiteX1" fmla="*/ 4852991 w 4853129"/>
              <a:gd name="connsiteY1" fmla="*/ 95 h 5998441"/>
              <a:gd name="connsiteX2" fmla="*/ 4376741 w 4853129"/>
              <a:gd name="connsiteY2" fmla="*/ 5468987 h 5998441"/>
              <a:gd name="connsiteX3" fmla="*/ 3847287 w 4853129"/>
              <a:gd name="connsiteY3" fmla="*/ 5998441 h 5998441"/>
              <a:gd name="connsiteX4" fmla="*/ 529454 w 4853129"/>
              <a:gd name="connsiteY4" fmla="*/ 5998441 h 5998441"/>
              <a:gd name="connsiteX5" fmla="*/ 0 w 4853129"/>
              <a:gd name="connsiteY5" fmla="*/ 190595 h 5998441"/>
              <a:gd name="connsiteX0" fmla="*/ 0 w 4853129"/>
              <a:gd name="connsiteY0" fmla="*/ 238218 h 6046064"/>
              <a:gd name="connsiteX1" fmla="*/ 4852991 w 4853129"/>
              <a:gd name="connsiteY1" fmla="*/ 93 h 6046064"/>
              <a:gd name="connsiteX2" fmla="*/ 4376741 w 4853129"/>
              <a:gd name="connsiteY2" fmla="*/ 5516610 h 6046064"/>
              <a:gd name="connsiteX3" fmla="*/ 3847287 w 4853129"/>
              <a:gd name="connsiteY3" fmla="*/ 6046064 h 6046064"/>
              <a:gd name="connsiteX4" fmla="*/ 529454 w 4853129"/>
              <a:gd name="connsiteY4" fmla="*/ 6046064 h 6046064"/>
              <a:gd name="connsiteX5" fmla="*/ 0 w 4853129"/>
              <a:gd name="connsiteY5" fmla="*/ 238218 h 6046064"/>
              <a:gd name="connsiteX0" fmla="*/ 0 w 4338779"/>
              <a:gd name="connsiteY0" fmla="*/ 0 h 6074546"/>
              <a:gd name="connsiteX1" fmla="*/ 4338641 w 4338779"/>
              <a:gd name="connsiteY1" fmla="*/ 28575 h 6074546"/>
              <a:gd name="connsiteX2" fmla="*/ 3862391 w 4338779"/>
              <a:gd name="connsiteY2" fmla="*/ 5545092 h 6074546"/>
              <a:gd name="connsiteX3" fmla="*/ 3332937 w 4338779"/>
              <a:gd name="connsiteY3" fmla="*/ 6074546 h 6074546"/>
              <a:gd name="connsiteX4" fmla="*/ 15104 w 4338779"/>
              <a:gd name="connsiteY4" fmla="*/ 6074546 h 6074546"/>
              <a:gd name="connsiteX5" fmla="*/ 0 w 4338779"/>
              <a:gd name="connsiteY5" fmla="*/ 0 h 6074546"/>
              <a:gd name="connsiteX0" fmla="*/ 23519 w 4362298"/>
              <a:gd name="connsiteY0" fmla="*/ 0 h 6198371"/>
              <a:gd name="connsiteX1" fmla="*/ 4362160 w 4362298"/>
              <a:gd name="connsiteY1" fmla="*/ 28575 h 6198371"/>
              <a:gd name="connsiteX2" fmla="*/ 3885910 w 4362298"/>
              <a:gd name="connsiteY2" fmla="*/ 5545092 h 6198371"/>
              <a:gd name="connsiteX3" fmla="*/ 3356456 w 4362298"/>
              <a:gd name="connsiteY3" fmla="*/ 6074546 h 6198371"/>
              <a:gd name="connsiteX4" fmla="*/ 523 w 4362298"/>
              <a:gd name="connsiteY4" fmla="*/ 6198371 h 6198371"/>
              <a:gd name="connsiteX5" fmla="*/ 23519 w 4362298"/>
              <a:gd name="connsiteY5" fmla="*/ 0 h 6198371"/>
              <a:gd name="connsiteX0" fmla="*/ 23519 w 4362384"/>
              <a:gd name="connsiteY0" fmla="*/ 0 h 6198371"/>
              <a:gd name="connsiteX1" fmla="*/ 4362160 w 4362384"/>
              <a:gd name="connsiteY1" fmla="*/ 28575 h 6198371"/>
              <a:gd name="connsiteX2" fmla="*/ 3885910 w 4362384"/>
              <a:gd name="connsiteY2" fmla="*/ 5545092 h 6198371"/>
              <a:gd name="connsiteX3" fmla="*/ 3356456 w 4362384"/>
              <a:gd name="connsiteY3" fmla="*/ 6074546 h 6198371"/>
              <a:gd name="connsiteX4" fmla="*/ 523 w 4362384"/>
              <a:gd name="connsiteY4" fmla="*/ 6198371 h 6198371"/>
              <a:gd name="connsiteX5" fmla="*/ 23519 w 4362384"/>
              <a:gd name="connsiteY5" fmla="*/ 0 h 6198371"/>
              <a:gd name="connsiteX0" fmla="*/ 23519 w 4362384"/>
              <a:gd name="connsiteY0" fmla="*/ 0 h 6207896"/>
              <a:gd name="connsiteX1" fmla="*/ 4362160 w 4362384"/>
              <a:gd name="connsiteY1" fmla="*/ 28575 h 6207896"/>
              <a:gd name="connsiteX2" fmla="*/ 3885910 w 4362384"/>
              <a:gd name="connsiteY2" fmla="*/ 5545092 h 6207896"/>
              <a:gd name="connsiteX3" fmla="*/ 3356456 w 4362384"/>
              <a:gd name="connsiteY3" fmla="*/ 6074546 h 6207896"/>
              <a:gd name="connsiteX4" fmla="*/ 523 w 4362384"/>
              <a:gd name="connsiteY4" fmla="*/ 6207896 h 6207896"/>
              <a:gd name="connsiteX5" fmla="*/ 23519 w 4362384"/>
              <a:gd name="connsiteY5" fmla="*/ 0 h 6207896"/>
              <a:gd name="connsiteX0" fmla="*/ 108877 w 4362017"/>
              <a:gd name="connsiteY0" fmla="*/ 0 h 6217421"/>
              <a:gd name="connsiteX1" fmla="*/ 4361793 w 4362017"/>
              <a:gd name="connsiteY1" fmla="*/ 38100 h 6217421"/>
              <a:gd name="connsiteX2" fmla="*/ 3885543 w 4362017"/>
              <a:gd name="connsiteY2" fmla="*/ 5554617 h 6217421"/>
              <a:gd name="connsiteX3" fmla="*/ 3356089 w 4362017"/>
              <a:gd name="connsiteY3" fmla="*/ 6084071 h 6217421"/>
              <a:gd name="connsiteX4" fmla="*/ 156 w 4362017"/>
              <a:gd name="connsiteY4" fmla="*/ 6217421 h 6217421"/>
              <a:gd name="connsiteX5" fmla="*/ 108877 w 4362017"/>
              <a:gd name="connsiteY5" fmla="*/ 0 h 6217421"/>
              <a:gd name="connsiteX0" fmla="*/ 23519 w 4362384"/>
              <a:gd name="connsiteY0" fmla="*/ 0 h 6207896"/>
              <a:gd name="connsiteX1" fmla="*/ 4362160 w 4362384"/>
              <a:gd name="connsiteY1" fmla="*/ 28575 h 6207896"/>
              <a:gd name="connsiteX2" fmla="*/ 3885910 w 4362384"/>
              <a:gd name="connsiteY2" fmla="*/ 5545092 h 6207896"/>
              <a:gd name="connsiteX3" fmla="*/ 3356456 w 4362384"/>
              <a:gd name="connsiteY3" fmla="*/ 6074546 h 6207896"/>
              <a:gd name="connsiteX4" fmla="*/ 523 w 4362384"/>
              <a:gd name="connsiteY4" fmla="*/ 6207896 h 6207896"/>
              <a:gd name="connsiteX5" fmla="*/ 23519 w 4362384"/>
              <a:gd name="connsiteY5" fmla="*/ 0 h 6207896"/>
              <a:gd name="connsiteX0" fmla="*/ 23519 w 4371902"/>
              <a:gd name="connsiteY0" fmla="*/ 0 h 6207896"/>
              <a:gd name="connsiteX1" fmla="*/ 4371685 w 4371902"/>
              <a:gd name="connsiteY1" fmla="*/ 28575 h 6207896"/>
              <a:gd name="connsiteX2" fmla="*/ 3885910 w 4371902"/>
              <a:gd name="connsiteY2" fmla="*/ 5545092 h 6207896"/>
              <a:gd name="connsiteX3" fmla="*/ 3356456 w 4371902"/>
              <a:gd name="connsiteY3" fmla="*/ 6074546 h 6207896"/>
              <a:gd name="connsiteX4" fmla="*/ 523 w 4371902"/>
              <a:gd name="connsiteY4" fmla="*/ 6207896 h 6207896"/>
              <a:gd name="connsiteX5" fmla="*/ 23519 w 4371902"/>
              <a:gd name="connsiteY5" fmla="*/ 0 h 6207896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56456 w 4371902"/>
              <a:gd name="connsiteY3" fmla="*/ 607465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56456 w 4371902"/>
              <a:gd name="connsiteY3" fmla="*/ 607465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43756 w 4371902"/>
              <a:gd name="connsiteY3" fmla="*/ 607465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43756 w 4371902"/>
              <a:gd name="connsiteY3" fmla="*/ 607465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43756 w 4371902"/>
              <a:gd name="connsiteY3" fmla="*/ 607465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43756 w 4371902"/>
              <a:gd name="connsiteY3" fmla="*/ 607465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43756 w 4371902"/>
              <a:gd name="connsiteY3" fmla="*/ 607465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24706 w 4371902"/>
              <a:gd name="connsiteY3" fmla="*/ 606830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7"/>
              <a:gd name="connsiteY0" fmla="*/ 107 h 6208003"/>
              <a:gd name="connsiteX1" fmla="*/ 4371685 w 4371907"/>
              <a:gd name="connsiteY1" fmla="*/ 107 h 6208003"/>
              <a:gd name="connsiteX2" fmla="*/ 3892260 w 4371907"/>
              <a:gd name="connsiteY2" fmla="*/ 5507099 h 6208003"/>
              <a:gd name="connsiteX3" fmla="*/ 3324706 w 4371907"/>
              <a:gd name="connsiteY3" fmla="*/ 6068303 h 6208003"/>
              <a:gd name="connsiteX4" fmla="*/ 523 w 4371907"/>
              <a:gd name="connsiteY4" fmla="*/ 6208003 h 6208003"/>
              <a:gd name="connsiteX5" fmla="*/ 23519 w 4371907"/>
              <a:gd name="connsiteY5" fmla="*/ 107 h 6208003"/>
              <a:gd name="connsiteX0" fmla="*/ 0 w 4373917"/>
              <a:gd name="connsiteY0" fmla="*/ 0 h 6214250"/>
              <a:gd name="connsiteX1" fmla="*/ 4373695 w 4373917"/>
              <a:gd name="connsiteY1" fmla="*/ 6354 h 6214250"/>
              <a:gd name="connsiteX2" fmla="*/ 3894270 w 4373917"/>
              <a:gd name="connsiteY2" fmla="*/ 5513346 h 6214250"/>
              <a:gd name="connsiteX3" fmla="*/ 3326716 w 4373917"/>
              <a:gd name="connsiteY3" fmla="*/ 6074550 h 6214250"/>
              <a:gd name="connsiteX4" fmla="*/ 2533 w 4373917"/>
              <a:gd name="connsiteY4" fmla="*/ 6214250 h 6214250"/>
              <a:gd name="connsiteX5" fmla="*/ 0 w 4373917"/>
              <a:gd name="connsiteY5" fmla="*/ 0 h 6214250"/>
              <a:gd name="connsiteX0" fmla="*/ 0 w 4373917"/>
              <a:gd name="connsiteY0" fmla="*/ 0 h 6214250"/>
              <a:gd name="connsiteX1" fmla="*/ 4373695 w 4373917"/>
              <a:gd name="connsiteY1" fmla="*/ 6354 h 6214250"/>
              <a:gd name="connsiteX2" fmla="*/ 3894270 w 4373917"/>
              <a:gd name="connsiteY2" fmla="*/ 5500638 h 6214250"/>
              <a:gd name="connsiteX3" fmla="*/ 3326716 w 4373917"/>
              <a:gd name="connsiteY3" fmla="*/ 6074550 h 6214250"/>
              <a:gd name="connsiteX4" fmla="*/ 2533 w 4373917"/>
              <a:gd name="connsiteY4" fmla="*/ 6214250 h 6214250"/>
              <a:gd name="connsiteX5" fmla="*/ 0 w 4373917"/>
              <a:gd name="connsiteY5" fmla="*/ 0 h 6214250"/>
              <a:gd name="connsiteX0" fmla="*/ 0 w 4373917"/>
              <a:gd name="connsiteY0" fmla="*/ 0 h 6214250"/>
              <a:gd name="connsiteX1" fmla="*/ 4373695 w 4373917"/>
              <a:gd name="connsiteY1" fmla="*/ 1588 h 6214250"/>
              <a:gd name="connsiteX2" fmla="*/ 3894270 w 4373917"/>
              <a:gd name="connsiteY2" fmla="*/ 5500638 h 6214250"/>
              <a:gd name="connsiteX3" fmla="*/ 3326716 w 4373917"/>
              <a:gd name="connsiteY3" fmla="*/ 6074550 h 6214250"/>
              <a:gd name="connsiteX4" fmla="*/ 2533 w 4373917"/>
              <a:gd name="connsiteY4" fmla="*/ 6214250 h 6214250"/>
              <a:gd name="connsiteX5" fmla="*/ 0 w 4373917"/>
              <a:gd name="connsiteY5" fmla="*/ 0 h 6214250"/>
              <a:gd name="connsiteX0" fmla="*/ 0 w 4373917"/>
              <a:gd name="connsiteY0" fmla="*/ 0 h 6214250"/>
              <a:gd name="connsiteX1" fmla="*/ 4373695 w 4373917"/>
              <a:gd name="connsiteY1" fmla="*/ 1588 h 6214250"/>
              <a:gd name="connsiteX2" fmla="*/ 3894270 w 4373917"/>
              <a:gd name="connsiteY2" fmla="*/ 5500638 h 6214250"/>
              <a:gd name="connsiteX3" fmla="*/ 3326716 w 4373917"/>
              <a:gd name="connsiteY3" fmla="*/ 6074550 h 6214250"/>
              <a:gd name="connsiteX4" fmla="*/ 2533 w 4373917"/>
              <a:gd name="connsiteY4" fmla="*/ 6214250 h 6214250"/>
              <a:gd name="connsiteX5" fmla="*/ 0 w 4373917"/>
              <a:gd name="connsiteY5" fmla="*/ 0 h 6214250"/>
              <a:gd name="connsiteX0" fmla="*/ 0 w 4373921"/>
              <a:gd name="connsiteY0" fmla="*/ 0 h 6214250"/>
              <a:gd name="connsiteX1" fmla="*/ 4373695 w 4373921"/>
              <a:gd name="connsiteY1" fmla="*/ 1588 h 6214250"/>
              <a:gd name="connsiteX2" fmla="*/ 3894270 w 4373921"/>
              <a:gd name="connsiteY2" fmla="*/ 5500638 h 6214250"/>
              <a:gd name="connsiteX3" fmla="*/ 3326716 w 4373921"/>
              <a:gd name="connsiteY3" fmla="*/ 6074550 h 6214250"/>
              <a:gd name="connsiteX4" fmla="*/ 2533 w 4373921"/>
              <a:gd name="connsiteY4" fmla="*/ 6214250 h 6214250"/>
              <a:gd name="connsiteX5" fmla="*/ 0 w 4373921"/>
              <a:gd name="connsiteY5" fmla="*/ 0 h 6214250"/>
              <a:gd name="connsiteX0" fmla="*/ 0 w 4373921"/>
              <a:gd name="connsiteY0" fmla="*/ 0 h 6214250"/>
              <a:gd name="connsiteX1" fmla="*/ 4373695 w 4373921"/>
              <a:gd name="connsiteY1" fmla="*/ 1588 h 6214250"/>
              <a:gd name="connsiteX2" fmla="*/ 3894270 w 4373921"/>
              <a:gd name="connsiteY2" fmla="*/ 5500638 h 6214250"/>
              <a:gd name="connsiteX3" fmla="*/ 3326716 w 4373921"/>
              <a:gd name="connsiteY3" fmla="*/ 6074550 h 6214250"/>
              <a:gd name="connsiteX4" fmla="*/ 2533 w 4373921"/>
              <a:gd name="connsiteY4" fmla="*/ 6214250 h 6214250"/>
              <a:gd name="connsiteX5" fmla="*/ 0 w 4373921"/>
              <a:gd name="connsiteY5" fmla="*/ 0 h 6214250"/>
              <a:gd name="connsiteX0" fmla="*/ 0 w 4373921"/>
              <a:gd name="connsiteY0" fmla="*/ 0 h 6214250"/>
              <a:gd name="connsiteX1" fmla="*/ 4373695 w 4373921"/>
              <a:gd name="connsiteY1" fmla="*/ 1588 h 6214250"/>
              <a:gd name="connsiteX2" fmla="*/ 3894270 w 4373921"/>
              <a:gd name="connsiteY2" fmla="*/ 5529232 h 6214250"/>
              <a:gd name="connsiteX3" fmla="*/ 3326716 w 4373921"/>
              <a:gd name="connsiteY3" fmla="*/ 6074550 h 6214250"/>
              <a:gd name="connsiteX4" fmla="*/ 2533 w 4373921"/>
              <a:gd name="connsiteY4" fmla="*/ 6214250 h 6214250"/>
              <a:gd name="connsiteX5" fmla="*/ 0 w 4373921"/>
              <a:gd name="connsiteY5" fmla="*/ 0 h 6214250"/>
              <a:gd name="connsiteX0" fmla="*/ 0 w 4373921"/>
              <a:gd name="connsiteY0" fmla="*/ 0 h 6214250"/>
              <a:gd name="connsiteX1" fmla="*/ 4373695 w 4373921"/>
              <a:gd name="connsiteY1" fmla="*/ 1588 h 6214250"/>
              <a:gd name="connsiteX2" fmla="*/ 3894270 w 4373921"/>
              <a:gd name="connsiteY2" fmla="*/ 5529232 h 6214250"/>
              <a:gd name="connsiteX3" fmla="*/ 3326716 w 4373921"/>
              <a:gd name="connsiteY3" fmla="*/ 6074550 h 6214250"/>
              <a:gd name="connsiteX4" fmla="*/ 2533 w 4373921"/>
              <a:gd name="connsiteY4" fmla="*/ 6214250 h 6214250"/>
              <a:gd name="connsiteX5" fmla="*/ 0 w 4373921"/>
              <a:gd name="connsiteY5" fmla="*/ 0 h 6214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73921" h="6214250">
                <a:moveTo>
                  <a:pt x="0" y="0"/>
                </a:moveTo>
                <a:lnTo>
                  <a:pt x="4373695" y="1588"/>
                </a:lnTo>
                <a:cubicBezTo>
                  <a:pt x="4383220" y="-20123"/>
                  <a:pt x="4089557" y="3260177"/>
                  <a:pt x="3894270" y="5529232"/>
                </a:cubicBezTo>
                <a:cubicBezTo>
                  <a:pt x="3854511" y="5861326"/>
                  <a:pt x="3669925" y="6068200"/>
                  <a:pt x="3326716" y="6074550"/>
                </a:cubicBezTo>
                <a:lnTo>
                  <a:pt x="2533" y="6214250"/>
                </a:lnTo>
                <a:cubicBezTo>
                  <a:pt x="-2502" y="4189401"/>
                  <a:pt x="5035" y="2024849"/>
                  <a:pt x="0" y="0"/>
                </a:cubicBezTo>
                <a:close/>
              </a:path>
            </a:pathLst>
          </a:custGeom>
          <a:solidFill>
            <a:srgbClr val="FFFFF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708A82-0582-0DDB-0580-36B0B4F54B5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91842" y="2647951"/>
            <a:ext cx="7084218" cy="3432174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Kapiteltrenner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5D951D5-C1F3-685D-0CD8-D7A1D277270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054226" y="2755564"/>
            <a:ext cx="1212850" cy="854654"/>
          </a:xfrm>
        </p:spPr>
        <p:txBody>
          <a:bodyPr/>
          <a:lstStyle>
            <a:lvl1pPr marL="0" indent="0" algn="l">
              <a:lnSpc>
                <a:spcPct val="80000"/>
              </a:lnSpc>
              <a:spcAft>
                <a:spcPts val="0"/>
              </a:spcAft>
              <a:buNone/>
              <a:defRPr sz="7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00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680CA870-DDFC-4BCD-5982-3DB248B4F3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38" y="374866"/>
            <a:ext cx="1538287" cy="297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1140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Kapiteltrenner Bordeaux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: abgerundete Ecken 5">
            <a:extLst>
              <a:ext uri="{FF2B5EF4-FFF2-40B4-BE49-F238E27FC236}">
                <a16:creationId xmlns:a16="http://schemas.microsoft.com/office/drawing/2014/main" id="{80B6A582-B6D9-7911-D636-9218FE213C2F}"/>
              </a:ext>
            </a:extLst>
          </p:cNvPr>
          <p:cNvSpPr/>
          <p:nvPr userDrawn="1"/>
        </p:nvSpPr>
        <p:spPr>
          <a:xfrm>
            <a:off x="0" y="0"/>
            <a:ext cx="4351753" cy="6210193"/>
          </a:xfrm>
          <a:custGeom>
            <a:avLst/>
            <a:gdLst>
              <a:gd name="connsiteX0" fmla="*/ 0 w 4376741"/>
              <a:gd name="connsiteY0" fmla="*/ 529454 h 6337300"/>
              <a:gd name="connsiteX1" fmla="*/ 529454 w 4376741"/>
              <a:gd name="connsiteY1" fmla="*/ 0 h 6337300"/>
              <a:gd name="connsiteX2" fmla="*/ 3847287 w 4376741"/>
              <a:gd name="connsiteY2" fmla="*/ 0 h 6337300"/>
              <a:gd name="connsiteX3" fmla="*/ 4376741 w 4376741"/>
              <a:gd name="connsiteY3" fmla="*/ 529454 h 6337300"/>
              <a:gd name="connsiteX4" fmla="*/ 4376741 w 4376741"/>
              <a:gd name="connsiteY4" fmla="*/ 5807846 h 6337300"/>
              <a:gd name="connsiteX5" fmla="*/ 3847287 w 4376741"/>
              <a:gd name="connsiteY5" fmla="*/ 6337300 h 6337300"/>
              <a:gd name="connsiteX6" fmla="*/ 529454 w 4376741"/>
              <a:gd name="connsiteY6" fmla="*/ 6337300 h 6337300"/>
              <a:gd name="connsiteX7" fmla="*/ 0 w 4376741"/>
              <a:gd name="connsiteY7" fmla="*/ 5807846 h 6337300"/>
              <a:gd name="connsiteX8" fmla="*/ 0 w 4376741"/>
              <a:gd name="connsiteY8" fmla="*/ 529454 h 6337300"/>
              <a:gd name="connsiteX0" fmla="*/ 0 w 4852991"/>
              <a:gd name="connsiteY0" fmla="*/ 529454 h 6337300"/>
              <a:gd name="connsiteX1" fmla="*/ 529454 w 4852991"/>
              <a:gd name="connsiteY1" fmla="*/ 0 h 6337300"/>
              <a:gd name="connsiteX2" fmla="*/ 3847287 w 4852991"/>
              <a:gd name="connsiteY2" fmla="*/ 0 h 6337300"/>
              <a:gd name="connsiteX3" fmla="*/ 4852991 w 4852991"/>
              <a:gd name="connsiteY3" fmla="*/ 338954 h 6337300"/>
              <a:gd name="connsiteX4" fmla="*/ 4376741 w 4852991"/>
              <a:gd name="connsiteY4" fmla="*/ 5807846 h 6337300"/>
              <a:gd name="connsiteX5" fmla="*/ 3847287 w 4852991"/>
              <a:gd name="connsiteY5" fmla="*/ 6337300 h 6337300"/>
              <a:gd name="connsiteX6" fmla="*/ 529454 w 4852991"/>
              <a:gd name="connsiteY6" fmla="*/ 6337300 h 6337300"/>
              <a:gd name="connsiteX7" fmla="*/ 0 w 4852991"/>
              <a:gd name="connsiteY7" fmla="*/ 5807846 h 6337300"/>
              <a:gd name="connsiteX8" fmla="*/ 0 w 4852991"/>
              <a:gd name="connsiteY8" fmla="*/ 529454 h 6337300"/>
              <a:gd name="connsiteX0" fmla="*/ 0 w 4852991"/>
              <a:gd name="connsiteY0" fmla="*/ 714302 h 6522148"/>
              <a:gd name="connsiteX1" fmla="*/ 529454 w 4852991"/>
              <a:gd name="connsiteY1" fmla="*/ 184848 h 6522148"/>
              <a:gd name="connsiteX2" fmla="*/ 3847287 w 4852991"/>
              <a:gd name="connsiteY2" fmla="*/ 184848 h 6522148"/>
              <a:gd name="connsiteX3" fmla="*/ 4852991 w 4852991"/>
              <a:gd name="connsiteY3" fmla="*/ 523802 h 6522148"/>
              <a:gd name="connsiteX4" fmla="*/ 4376741 w 4852991"/>
              <a:gd name="connsiteY4" fmla="*/ 5992694 h 6522148"/>
              <a:gd name="connsiteX5" fmla="*/ 3847287 w 4852991"/>
              <a:gd name="connsiteY5" fmla="*/ 6522148 h 6522148"/>
              <a:gd name="connsiteX6" fmla="*/ 529454 w 4852991"/>
              <a:gd name="connsiteY6" fmla="*/ 6522148 h 6522148"/>
              <a:gd name="connsiteX7" fmla="*/ 0 w 4852991"/>
              <a:gd name="connsiteY7" fmla="*/ 5992694 h 6522148"/>
              <a:gd name="connsiteX8" fmla="*/ 0 w 4852991"/>
              <a:gd name="connsiteY8" fmla="*/ 714302 h 6522148"/>
              <a:gd name="connsiteX0" fmla="*/ 0 w 4852991"/>
              <a:gd name="connsiteY0" fmla="*/ 529454 h 6337300"/>
              <a:gd name="connsiteX1" fmla="*/ 529454 w 4852991"/>
              <a:gd name="connsiteY1" fmla="*/ 0 h 6337300"/>
              <a:gd name="connsiteX2" fmla="*/ 3847287 w 4852991"/>
              <a:gd name="connsiteY2" fmla="*/ 0 h 6337300"/>
              <a:gd name="connsiteX3" fmla="*/ 4852991 w 4852991"/>
              <a:gd name="connsiteY3" fmla="*/ 338954 h 6337300"/>
              <a:gd name="connsiteX4" fmla="*/ 4376741 w 4852991"/>
              <a:gd name="connsiteY4" fmla="*/ 5807846 h 6337300"/>
              <a:gd name="connsiteX5" fmla="*/ 3847287 w 4852991"/>
              <a:gd name="connsiteY5" fmla="*/ 6337300 h 6337300"/>
              <a:gd name="connsiteX6" fmla="*/ 529454 w 4852991"/>
              <a:gd name="connsiteY6" fmla="*/ 6337300 h 6337300"/>
              <a:gd name="connsiteX7" fmla="*/ 0 w 4852991"/>
              <a:gd name="connsiteY7" fmla="*/ 5807846 h 6337300"/>
              <a:gd name="connsiteX8" fmla="*/ 0 w 4852991"/>
              <a:gd name="connsiteY8" fmla="*/ 529454 h 6337300"/>
              <a:gd name="connsiteX0" fmla="*/ 0 w 4853129"/>
              <a:gd name="connsiteY0" fmla="*/ 529454 h 6337300"/>
              <a:gd name="connsiteX1" fmla="*/ 529454 w 4853129"/>
              <a:gd name="connsiteY1" fmla="*/ 0 h 6337300"/>
              <a:gd name="connsiteX2" fmla="*/ 3847287 w 4853129"/>
              <a:gd name="connsiteY2" fmla="*/ 0 h 6337300"/>
              <a:gd name="connsiteX3" fmla="*/ 4852991 w 4853129"/>
              <a:gd name="connsiteY3" fmla="*/ 338954 h 6337300"/>
              <a:gd name="connsiteX4" fmla="*/ 4376741 w 4853129"/>
              <a:gd name="connsiteY4" fmla="*/ 5807846 h 6337300"/>
              <a:gd name="connsiteX5" fmla="*/ 3847287 w 4853129"/>
              <a:gd name="connsiteY5" fmla="*/ 6337300 h 6337300"/>
              <a:gd name="connsiteX6" fmla="*/ 529454 w 4853129"/>
              <a:gd name="connsiteY6" fmla="*/ 6337300 h 6337300"/>
              <a:gd name="connsiteX7" fmla="*/ 0 w 4853129"/>
              <a:gd name="connsiteY7" fmla="*/ 5807846 h 6337300"/>
              <a:gd name="connsiteX8" fmla="*/ 0 w 4853129"/>
              <a:gd name="connsiteY8" fmla="*/ 529454 h 6337300"/>
              <a:gd name="connsiteX0" fmla="*/ 0 w 4853129"/>
              <a:gd name="connsiteY0" fmla="*/ 529454 h 6337300"/>
              <a:gd name="connsiteX1" fmla="*/ 529454 w 4853129"/>
              <a:gd name="connsiteY1" fmla="*/ 0 h 6337300"/>
              <a:gd name="connsiteX2" fmla="*/ 4852991 w 4853129"/>
              <a:gd name="connsiteY2" fmla="*/ 338954 h 6337300"/>
              <a:gd name="connsiteX3" fmla="*/ 4376741 w 4853129"/>
              <a:gd name="connsiteY3" fmla="*/ 5807846 h 6337300"/>
              <a:gd name="connsiteX4" fmla="*/ 3847287 w 4853129"/>
              <a:gd name="connsiteY4" fmla="*/ 6337300 h 6337300"/>
              <a:gd name="connsiteX5" fmla="*/ 529454 w 4853129"/>
              <a:gd name="connsiteY5" fmla="*/ 6337300 h 6337300"/>
              <a:gd name="connsiteX6" fmla="*/ 0 w 4853129"/>
              <a:gd name="connsiteY6" fmla="*/ 5807846 h 6337300"/>
              <a:gd name="connsiteX7" fmla="*/ 0 w 4853129"/>
              <a:gd name="connsiteY7" fmla="*/ 529454 h 6337300"/>
              <a:gd name="connsiteX0" fmla="*/ 0 w 4853129"/>
              <a:gd name="connsiteY0" fmla="*/ 773306 h 6581152"/>
              <a:gd name="connsiteX1" fmla="*/ 4852991 w 4853129"/>
              <a:gd name="connsiteY1" fmla="*/ 582806 h 6581152"/>
              <a:gd name="connsiteX2" fmla="*/ 4376741 w 4853129"/>
              <a:gd name="connsiteY2" fmla="*/ 6051698 h 6581152"/>
              <a:gd name="connsiteX3" fmla="*/ 3847287 w 4853129"/>
              <a:gd name="connsiteY3" fmla="*/ 6581152 h 6581152"/>
              <a:gd name="connsiteX4" fmla="*/ 529454 w 4853129"/>
              <a:gd name="connsiteY4" fmla="*/ 6581152 h 6581152"/>
              <a:gd name="connsiteX5" fmla="*/ 0 w 4853129"/>
              <a:gd name="connsiteY5" fmla="*/ 6051698 h 6581152"/>
              <a:gd name="connsiteX6" fmla="*/ 0 w 4853129"/>
              <a:gd name="connsiteY6" fmla="*/ 773306 h 6581152"/>
              <a:gd name="connsiteX0" fmla="*/ 325874 w 5179003"/>
              <a:gd name="connsiteY0" fmla="*/ 773306 h 6581152"/>
              <a:gd name="connsiteX1" fmla="*/ 5178865 w 5179003"/>
              <a:gd name="connsiteY1" fmla="*/ 582806 h 6581152"/>
              <a:gd name="connsiteX2" fmla="*/ 4702615 w 5179003"/>
              <a:gd name="connsiteY2" fmla="*/ 6051698 h 6581152"/>
              <a:gd name="connsiteX3" fmla="*/ 4173161 w 5179003"/>
              <a:gd name="connsiteY3" fmla="*/ 6581152 h 6581152"/>
              <a:gd name="connsiteX4" fmla="*/ 855328 w 5179003"/>
              <a:gd name="connsiteY4" fmla="*/ 6581152 h 6581152"/>
              <a:gd name="connsiteX5" fmla="*/ 325874 w 5179003"/>
              <a:gd name="connsiteY5" fmla="*/ 773306 h 6581152"/>
              <a:gd name="connsiteX0" fmla="*/ 325874 w 5179003"/>
              <a:gd name="connsiteY0" fmla="*/ 803443 h 6611289"/>
              <a:gd name="connsiteX1" fmla="*/ 5178865 w 5179003"/>
              <a:gd name="connsiteY1" fmla="*/ 612943 h 6611289"/>
              <a:gd name="connsiteX2" fmla="*/ 4702615 w 5179003"/>
              <a:gd name="connsiteY2" fmla="*/ 6081835 h 6611289"/>
              <a:gd name="connsiteX3" fmla="*/ 4173161 w 5179003"/>
              <a:gd name="connsiteY3" fmla="*/ 6611289 h 6611289"/>
              <a:gd name="connsiteX4" fmla="*/ 855328 w 5179003"/>
              <a:gd name="connsiteY4" fmla="*/ 6611289 h 6611289"/>
              <a:gd name="connsiteX5" fmla="*/ 325874 w 5179003"/>
              <a:gd name="connsiteY5" fmla="*/ 803443 h 6611289"/>
              <a:gd name="connsiteX0" fmla="*/ 325874 w 5179003"/>
              <a:gd name="connsiteY0" fmla="*/ 803443 h 6611289"/>
              <a:gd name="connsiteX1" fmla="*/ 5178865 w 5179003"/>
              <a:gd name="connsiteY1" fmla="*/ 612943 h 6611289"/>
              <a:gd name="connsiteX2" fmla="*/ 4702615 w 5179003"/>
              <a:gd name="connsiteY2" fmla="*/ 6081835 h 6611289"/>
              <a:gd name="connsiteX3" fmla="*/ 4173161 w 5179003"/>
              <a:gd name="connsiteY3" fmla="*/ 6611289 h 6611289"/>
              <a:gd name="connsiteX4" fmla="*/ 855328 w 5179003"/>
              <a:gd name="connsiteY4" fmla="*/ 6611289 h 6611289"/>
              <a:gd name="connsiteX5" fmla="*/ 325874 w 5179003"/>
              <a:gd name="connsiteY5" fmla="*/ 803443 h 6611289"/>
              <a:gd name="connsiteX0" fmla="*/ 0 w 4853129"/>
              <a:gd name="connsiteY0" fmla="*/ 803443 h 6611289"/>
              <a:gd name="connsiteX1" fmla="*/ 4852991 w 4853129"/>
              <a:gd name="connsiteY1" fmla="*/ 612943 h 6611289"/>
              <a:gd name="connsiteX2" fmla="*/ 4376741 w 4853129"/>
              <a:gd name="connsiteY2" fmla="*/ 6081835 h 6611289"/>
              <a:gd name="connsiteX3" fmla="*/ 3847287 w 4853129"/>
              <a:gd name="connsiteY3" fmla="*/ 6611289 h 6611289"/>
              <a:gd name="connsiteX4" fmla="*/ 529454 w 4853129"/>
              <a:gd name="connsiteY4" fmla="*/ 6611289 h 6611289"/>
              <a:gd name="connsiteX5" fmla="*/ 0 w 4853129"/>
              <a:gd name="connsiteY5" fmla="*/ 803443 h 6611289"/>
              <a:gd name="connsiteX0" fmla="*/ 0 w 4853129"/>
              <a:gd name="connsiteY0" fmla="*/ 803443 h 6611289"/>
              <a:gd name="connsiteX1" fmla="*/ 4852991 w 4853129"/>
              <a:gd name="connsiteY1" fmla="*/ 612943 h 6611289"/>
              <a:gd name="connsiteX2" fmla="*/ 4376741 w 4853129"/>
              <a:gd name="connsiteY2" fmla="*/ 6081835 h 6611289"/>
              <a:gd name="connsiteX3" fmla="*/ 3847287 w 4853129"/>
              <a:gd name="connsiteY3" fmla="*/ 6611289 h 6611289"/>
              <a:gd name="connsiteX4" fmla="*/ 529454 w 4853129"/>
              <a:gd name="connsiteY4" fmla="*/ 6611289 h 6611289"/>
              <a:gd name="connsiteX5" fmla="*/ 0 w 4853129"/>
              <a:gd name="connsiteY5" fmla="*/ 803443 h 6611289"/>
              <a:gd name="connsiteX0" fmla="*/ 0 w 4853129"/>
              <a:gd name="connsiteY0" fmla="*/ 555440 h 6363286"/>
              <a:gd name="connsiteX1" fmla="*/ 4852991 w 4853129"/>
              <a:gd name="connsiteY1" fmla="*/ 364940 h 6363286"/>
              <a:gd name="connsiteX2" fmla="*/ 4376741 w 4853129"/>
              <a:gd name="connsiteY2" fmla="*/ 5833832 h 6363286"/>
              <a:gd name="connsiteX3" fmla="*/ 3847287 w 4853129"/>
              <a:gd name="connsiteY3" fmla="*/ 6363286 h 6363286"/>
              <a:gd name="connsiteX4" fmla="*/ 529454 w 4853129"/>
              <a:gd name="connsiteY4" fmla="*/ 6363286 h 6363286"/>
              <a:gd name="connsiteX5" fmla="*/ 0 w 4853129"/>
              <a:gd name="connsiteY5" fmla="*/ 555440 h 6363286"/>
              <a:gd name="connsiteX0" fmla="*/ 0 w 4853129"/>
              <a:gd name="connsiteY0" fmla="*/ 190595 h 5998441"/>
              <a:gd name="connsiteX1" fmla="*/ 4852991 w 4853129"/>
              <a:gd name="connsiteY1" fmla="*/ 95 h 5998441"/>
              <a:gd name="connsiteX2" fmla="*/ 4376741 w 4853129"/>
              <a:gd name="connsiteY2" fmla="*/ 5468987 h 5998441"/>
              <a:gd name="connsiteX3" fmla="*/ 3847287 w 4853129"/>
              <a:gd name="connsiteY3" fmla="*/ 5998441 h 5998441"/>
              <a:gd name="connsiteX4" fmla="*/ 529454 w 4853129"/>
              <a:gd name="connsiteY4" fmla="*/ 5998441 h 5998441"/>
              <a:gd name="connsiteX5" fmla="*/ 0 w 4853129"/>
              <a:gd name="connsiteY5" fmla="*/ 190595 h 5998441"/>
              <a:gd name="connsiteX0" fmla="*/ 0 w 4853129"/>
              <a:gd name="connsiteY0" fmla="*/ 238218 h 6046064"/>
              <a:gd name="connsiteX1" fmla="*/ 4852991 w 4853129"/>
              <a:gd name="connsiteY1" fmla="*/ 93 h 6046064"/>
              <a:gd name="connsiteX2" fmla="*/ 4376741 w 4853129"/>
              <a:gd name="connsiteY2" fmla="*/ 5516610 h 6046064"/>
              <a:gd name="connsiteX3" fmla="*/ 3847287 w 4853129"/>
              <a:gd name="connsiteY3" fmla="*/ 6046064 h 6046064"/>
              <a:gd name="connsiteX4" fmla="*/ 529454 w 4853129"/>
              <a:gd name="connsiteY4" fmla="*/ 6046064 h 6046064"/>
              <a:gd name="connsiteX5" fmla="*/ 0 w 4853129"/>
              <a:gd name="connsiteY5" fmla="*/ 238218 h 6046064"/>
              <a:gd name="connsiteX0" fmla="*/ 0 w 4338779"/>
              <a:gd name="connsiteY0" fmla="*/ 0 h 6074546"/>
              <a:gd name="connsiteX1" fmla="*/ 4338641 w 4338779"/>
              <a:gd name="connsiteY1" fmla="*/ 28575 h 6074546"/>
              <a:gd name="connsiteX2" fmla="*/ 3862391 w 4338779"/>
              <a:gd name="connsiteY2" fmla="*/ 5545092 h 6074546"/>
              <a:gd name="connsiteX3" fmla="*/ 3332937 w 4338779"/>
              <a:gd name="connsiteY3" fmla="*/ 6074546 h 6074546"/>
              <a:gd name="connsiteX4" fmla="*/ 15104 w 4338779"/>
              <a:gd name="connsiteY4" fmla="*/ 6074546 h 6074546"/>
              <a:gd name="connsiteX5" fmla="*/ 0 w 4338779"/>
              <a:gd name="connsiteY5" fmla="*/ 0 h 6074546"/>
              <a:gd name="connsiteX0" fmla="*/ 23519 w 4362298"/>
              <a:gd name="connsiteY0" fmla="*/ 0 h 6198371"/>
              <a:gd name="connsiteX1" fmla="*/ 4362160 w 4362298"/>
              <a:gd name="connsiteY1" fmla="*/ 28575 h 6198371"/>
              <a:gd name="connsiteX2" fmla="*/ 3885910 w 4362298"/>
              <a:gd name="connsiteY2" fmla="*/ 5545092 h 6198371"/>
              <a:gd name="connsiteX3" fmla="*/ 3356456 w 4362298"/>
              <a:gd name="connsiteY3" fmla="*/ 6074546 h 6198371"/>
              <a:gd name="connsiteX4" fmla="*/ 523 w 4362298"/>
              <a:gd name="connsiteY4" fmla="*/ 6198371 h 6198371"/>
              <a:gd name="connsiteX5" fmla="*/ 23519 w 4362298"/>
              <a:gd name="connsiteY5" fmla="*/ 0 h 6198371"/>
              <a:gd name="connsiteX0" fmla="*/ 23519 w 4362384"/>
              <a:gd name="connsiteY0" fmla="*/ 0 h 6198371"/>
              <a:gd name="connsiteX1" fmla="*/ 4362160 w 4362384"/>
              <a:gd name="connsiteY1" fmla="*/ 28575 h 6198371"/>
              <a:gd name="connsiteX2" fmla="*/ 3885910 w 4362384"/>
              <a:gd name="connsiteY2" fmla="*/ 5545092 h 6198371"/>
              <a:gd name="connsiteX3" fmla="*/ 3356456 w 4362384"/>
              <a:gd name="connsiteY3" fmla="*/ 6074546 h 6198371"/>
              <a:gd name="connsiteX4" fmla="*/ 523 w 4362384"/>
              <a:gd name="connsiteY4" fmla="*/ 6198371 h 6198371"/>
              <a:gd name="connsiteX5" fmla="*/ 23519 w 4362384"/>
              <a:gd name="connsiteY5" fmla="*/ 0 h 6198371"/>
              <a:gd name="connsiteX0" fmla="*/ 23519 w 4362384"/>
              <a:gd name="connsiteY0" fmla="*/ 0 h 6207896"/>
              <a:gd name="connsiteX1" fmla="*/ 4362160 w 4362384"/>
              <a:gd name="connsiteY1" fmla="*/ 28575 h 6207896"/>
              <a:gd name="connsiteX2" fmla="*/ 3885910 w 4362384"/>
              <a:gd name="connsiteY2" fmla="*/ 5545092 h 6207896"/>
              <a:gd name="connsiteX3" fmla="*/ 3356456 w 4362384"/>
              <a:gd name="connsiteY3" fmla="*/ 6074546 h 6207896"/>
              <a:gd name="connsiteX4" fmla="*/ 523 w 4362384"/>
              <a:gd name="connsiteY4" fmla="*/ 6207896 h 6207896"/>
              <a:gd name="connsiteX5" fmla="*/ 23519 w 4362384"/>
              <a:gd name="connsiteY5" fmla="*/ 0 h 6207896"/>
              <a:gd name="connsiteX0" fmla="*/ 108877 w 4362017"/>
              <a:gd name="connsiteY0" fmla="*/ 0 h 6217421"/>
              <a:gd name="connsiteX1" fmla="*/ 4361793 w 4362017"/>
              <a:gd name="connsiteY1" fmla="*/ 38100 h 6217421"/>
              <a:gd name="connsiteX2" fmla="*/ 3885543 w 4362017"/>
              <a:gd name="connsiteY2" fmla="*/ 5554617 h 6217421"/>
              <a:gd name="connsiteX3" fmla="*/ 3356089 w 4362017"/>
              <a:gd name="connsiteY3" fmla="*/ 6084071 h 6217421"/>
              <a:gd name="connsiteX4" fmla="*/ 156 w 4362017"/>
              <a:gd name="connsiteY4" fmla="*/ 6217421 h 6217421"/>
              <a:gd name="connsiteX5" fmla="*/ 108877 w 4362017"/>
              <a:gd name="connsiteY5" fmla="*/ 0 h 6217421"/>
              <a:gd name="connsiteX0" fmla="*/ 23519 w 4362384"/>
              <a:gd name="connsiteY0" fmla="*/ 0 h 6207896"/>
              <a:gd name="connsiteX1" fmla="*/ 4362160 w 4362384"/>
              <a:gd name="connsiteY1" fmla="*/ 28575 h 6207896"/>
              <a:gd name="connsiteX2" fmla="*/ 3885910 w 4362384"/>
              <a:gd name="connsiteY2" fmla="*/ 5545092 h 6207896"/>
              <a:gd name="connsiteX3" fmla="*/ 3356456 w 4362384"/>
              <a:gd name="connsiteY3" fmla="*/ 6074546 h 6207896"/>
              <a:gd name="connsiteX4" fmla="*/ 523 w 4362384"/>
              <a:gd name="connsiteY4" fmla="*/ 6207896 h 6207896"/>
              <a:gd name="connsiteX5" fmla="*/ 23519 w 4362384"/>
              <a:gd name="connsiteY5" fmla="*/ 0 h 6207896"/>
              <a:gd name="connsiteX0" fmla="*/ 23519 w 4371902"/>
              <a:gd name="connsiteY0" fmla="*/ 0 h 6207896"/>
              <a:gd name="connsiteX1" fmla="*/ 4371685 w 4371902"/>
              <a:gd name="connsiteY1" fmla="*/ 28575 h 6207896"/>
              <a:gd name="connsiteX2" fmla="*/ 3885910 w 4371902"/>
              <a:gd name="connsiteY2" fmla="*/ 5545092 h 6207896"/>
              <a:gd name="connsiteX3" fmla="*/ 3356456 w 4371902"/>
              <a:gd name="connsiteY3" fmla="*/ 6074546 h 6207896"/>
              <a:gd name="connsiteX4" fmla="*/ 523 w 4371902"/>
              <a:gd name="connsiteY4" fmla="*/ 6207896 h 6207896"/>
              <a:gd name="connsiteX5" fmla="*/ 23519 w 4371902"/>
              <a:gd name="connsiteY5" fmla="*/ 0 h 6207896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56456 w 4371902"/>
              <a:gd name="connsiteY3" fmla="*/ 607465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56456 w 4371902"/>
              <a:gd name="connsiteY3" fmla="*/ 607465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43756 w 4371902"/>
              <a:gd name="connsiteY3" fmla="*/ 607465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43756 w 4371902"/>
              <a:gd name="connsiteY3" fmla="*/ 607465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43756 w 4371902"/>
              <a:gd name="connsiteY3" fmla="*/ 607465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43756 w 4371902"/>
              <a:gd name="connsiteY3" fmla="*/ 607465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43756 w 4371902"/>
              <a:gd name="connsiteY3" fmla="*/ 607465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24706 w 4371902"/>
              <a:gd name="connsiteY3" fmla="*/ 606830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7"/>
              <a:gd name="connsiteY0" fmla="*/ 107 h 6208003"/>
              <a:gd name="connsiteX1" fmla="*/ 4371685 w 4371907"/>
              <a:gd name="connsiteY1" fmla="*/ 107 h 6208003"/>
              <a:gd name="connsiteX2" fmla="*/ 3892260 w 4371907"/>
              <a:gd name="connsiteY2" fmla="*/ 5507099 h 6208003"/>
              <a:gd name="connsiteX3" fmla="*/ 3324706 w 4371907"/>
              <a:gd name="connsiteY3" fmla="*/ 6068303 h 6208003"/>
              <a:gd name="connsiteX4" fmla="*/ 523 w 4371907"/>
              <a:gd name="connsiteY4" fmla="*/ 6208003 h 6208003"/>
              <a:gd name="connsiteX5" fmla="*/ 23519 w 4371907"/>
              <a:gd name="connsiteY5" fmla="*/ 107 h 6208003"/>
              <a:gd name="connsiteX0" fmla="*/ 0 w 4373917"/>
              <a:gd name="connsiteY0" fmla="*/ 0 h 6214250"/>
              <a:gd name="connsiteX1" fmla="*/ 4373695 w 4373917"/>
              <a:gd name="connsiteY1" fmla="*/ 6354 h 6214250"/>
              <a:gd name="connsiteX2" fmla="*/ 3894270 w 4373917"/>
              <a:gd name="connsiteY2" fmla="*/ 5513346 h 6214250"/>
              <a:gd name="connsiteX3" fmla="*/ 3326716 w 4373917"/>
              <a:gd name="connsiteY3" fmla="*/ 6074550 h 6214250"/>
              <a:gd name="connsiteX4" fmla="*/ 2533 w 4373917"/>
              <a:gd name="connsiteY4" fmla="*/ 6214250 h 6214250"/>
              <a:gd name="connsiteX5" fmla="*/ 0 w 4373917"/>
              <a:gd name="connsiteY5" fmla="*/ 0 h 6214250"/>
              <a:gd name="connsiteX0" fmla="*/ 0 w 4373917"/>
              <a:gd name="connsiteY0" fmla="*/ 0 h 6214250"/>
              <a:gd name="connsiteX1" fmla="*/ 4373695 w 4373917"/>
              <a:gd name="connsiteY1" fmla="*/ 6354 h 6214250"/>
              <a:gd name="connsiteX2" fmla="*/ 3894270 w 4373917"/>
              <a:gd name="connsiteY2" fmla="*/ 5500638 h 6214250"/>
              <a:gd name="connsiteX3" fmla="*/ 3326716 w 4373917"/>
              <a:gd name="connsiteY3" fmla="*/ 6074550 h 6214250"/>
              <a:gd name="connsiteX4" fmla="*/ 2533 w 4373917"/>
              <a:gd name="connsiteY4" fmla="*/ 6214250 h 6214250"/>
              <a:gd name="connsiteX5" fmla="*/ 0 w 4373917"/>
              <a:gd name="connsiteY5" fmla="*/ 0 h 6214250"/>
              <a:gd name="connsiteX0" fmla="*/ 0 w 4373917"/>
              <a:gd name="connsiteY0" fmla="*/ 0 h 6214250"/>
              <a:gd name="connsiteX1" fmla="*/ 4373695 w 4373917"/>
              <a:gd name="connsiteY1" fmla="*/ 1588 h 6214250"/>
              <a:gd name="connsiteX2" fmla="*/ 3894270 w 4373917"/>
              <a:gd name="connsiteY2" fmla="*/ 5500638 h 6214250"/>
              <a:gd name="connsiteX3" fmla="*/ 3326716 w 4373917"/>
              <a:gd name="connsiteY3" fmla="*/ 6074550 h 6214250"/>
              <a:gd name="connsiteX4" fmla="*/ 2533 w 4373917"/>
              <a:gd name="connsiteY4" fmla="*/ 6214250 h 6214250"/>
              <a:gd name="connsiteX5" fmla="*/ 0 w 4373917"/>
              <a:gd name="connsiteY5" fmla="*/ 0 h 6214250"/>
              <a:gd name="connsiteX0" fmla="*/ 0 w 4373917"/>
              <a:gd name="connsiteY0" fmla="*/ 0 h 6214250"/>
              <a:gd name="connsiteX1" fmla="*/ 4373695 w 4373917"/>
              <a:gd name="connsiteY1" fmla="*/ 1588 h 6214250"/>
              <a:gd name="connsiteX2" fmla="*/ 3894270 w 4373917"/>
              <a:gd name="connsiteY2" fmla="*/ 5500638 h 6214250"/>
              <a:gd name="connsiteX3" fmla="*/ 3326716 w 4373917"/>
              <a:gd name="connsiteY3" fmla="*/ 6074550 h 6214250"/>
              <a:gd name="connsiteX4" fmla="*/ 2533 w 4373917"/>
              <a:gd name="connsiteY4" fmla="*/ 6214250 h 6214250"/>
              <a:gd name="connsiteX5" fmla="*/ 0 w 4373917"/>
              <a:gd name="connsiteY5" fmla="*/ 0 h 6214250"/>
              <a:gd name="connsiteX0" fmla="*/ 0 w 4373921"/>
              <a:gd name="connsiteY0" fmla="*/ 0 h 6214250"/>
              <a:gd name="connsiteX1" fmla="*/ 4373695 w 4373921"/>
              <a:gd name="connsiteY1" fmla="*/ 1588 h 6214250"/>
              <a:gd name="connsiteX2" fmla="*/ 3894270 w 4373921"/>
              <a:gd name="connsiteY2" fmla="*/ 5500638 h 6214250"/>
              <a:gd name="connsiteX3" fmla="*/ 3326716 w 4373921"/>
              <a:gd name="connsiteY3" fmla="*/ 6074550 h 6214250"/>
              <a:gd name="connsiteX4" fmla="*/ 2533 w 4373921"/>
              <a:gd name="connsiteY4" fmla="*/ 6214250 h 6214250"/>
              <a:gd name="connsiteX5" fmla="*/ 0 w 4373921"/>
              <a:gd name="connsiteY5" fmla="*/ 0 h 6214250"/>
              <a:gd name="connsiteX0" fmla="*/ 0 w 4373921"/>
              <a:gd name="connsiteY0" fmla="*/ 0 h 6214250"/>
              <a:gd name="connsiteX1" fmla="*/ 4373695 w 4373921"/>
              <a:gd name="connsiteY1" fmla="*/ 1588 h 6214250"/>
              <a:gd name="connsiteX2" fmla="*/ 3894270 w 4373921"/>
              <a:gd name="connsiteY2" fmla="*/ 5500638 h 6214250"/>
              <a:gd name="connsiteX3" fmla="*/ 3326716 w 4373921"/>
              <a:gd name="connsiteY3" fmla="*/ 6074550 h 6214250"/>
              <a:gd name="connsiteX4" fmla="*/ 2533 w 4373921"/>
              <a:gd name="connsiteY4" fmla="*/ 6214250 h 6214250"/>
              <a:gd name="connsiteX5" fmla="*/ 0 w 4373921"/>
              <a:gd name="connsiteY5" fmla="*/ 0 h 6214250"/>
              <a:gd name="connsiteX0" fmla="*/ 0 w 4373921"/>
              <a:gd name="connsiteY0" fmla="*/ 0 h 6214250"/>
              <a:gd name="connsiteX1" fmla="*/ 4373695 w 4373921"/>
              <a:gd name="connsiteY1" fmla="*/ 1588 h 6214250"/>
              <a:gd name="connsiteX2" fmla="*/ 3894270 w 4373921"/>
              <a:gd name="connsiteY2" fmla="*/ 5529232 h 6214250"/>
              <a:gd name="connsiteX3" fmla="*/ 3326716 w 4373921"/>
              <a:gd name="connsiteY3" fmla="*/ 6074550 h 6214250"/>
              <a:gd name="connsiteX4" fmla="*/ 2533 w 4373921"/>
              <a:gd name="connsiteY4" fmla="*/ 6214250 h 6214250"/>
              <a:gd name="connsiteX5" fmla="*/ 0 w 4373921"/>
              <a:gd name="connsiteY5" fmla="*/ 0 h 6214250"/>
              <a:gd name="connsiteX0" fmla="*/ 0 w 4373921"/>
              <a:gd name="connsiteY0" fmla="*/ 0 h 6214250"/>
              <a:gd name="connsiteX1" fmla="*/ 4373695 w 4373921"/>
              <a:gd name="connsiteY1" fmla="*/ 1588 h 6214250"/>
              <a:gd name="connsiteX2" fmla="*/ 3894270 w 4373921"/>
              <a:gd name="connsiteY2" fmla="*/ 5529232 h 6214250"/>
              <a:gd name="connsiteX3" fmla="*/ 3326716 w 4373921"/>
              <a:gd name="connsiteY3" fmla="*/ 6074550 h 6214250"/>
              <a:gd name="connsiteX4" fmla="*/ 2533 w 4373921"/>
              <a:gd name="connsiteY4" fmla="*/ 6214250 h 6214250"/>
              <a:gd name="connsiteX5" fmla="*/ 0 w 4373921"/>
              <a:gd name="connsiteY5" fmla="*/ 0 h 6214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73921" h="6214250">
                <a:moveTo>
                  <a:pt x="0" y="0"/>
                </a:moveTo>
                <a:lnTo>
                  <a:pt x="4373695" y="1588"/>
                </a:lnTo>
                <a:cubicBezTo>
                  <a:pt x="4383220" y="-20123"/>
                  <a:pt x="4089557" y="3260177"/>
                  <a:pt x="3894270" y="5529232"/>
                </a:cubicBezTo>
                <a:cubicBezTo>
                  <a:pt x="3854511" y="5861326"/>
                  <a:pt x="3669925" y="6068200"/>
                  <a:pt x="3326716" y="6074550"/>
                </a:cubicBezTo>
                <a:lnTo>
                  <a:pt x="2533" y="6214250"/>
                </a:lnTo>
                <a:cubicBezTo>
                  <a:pt x="-2502" y="4189401"/>
                  <a:pt x="5035" y="2024849"/>
                  <a:pt x="0" y="0"/>
                </a:cubicBezTo>
                <a:close/>
              </a:path>
            </a:pathLst>
          </a:custGeom>
          <a:solidFill>
            <a:srgbClr val="FFFFF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708A82-0582-0DDB-0580-36B0B4F54B5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91842" y="2647951"/>
            <a:ext cx="7084218" cy="3432174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de-DE" dirty="0" err="1"/>
              <a:t>Kapiteltrenner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5D951D5-C1F3-685D-0CD8-D7A1D277270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054226" y="2755564"/>
            <a:ext cx="1212850" cy="854654"/>
          </a:xfrm>
        </p:spPr>
        <p:txBody>
          <a:bodyPr/>
          <a:lstStyle>
            <a:lvl1pPr marL="0" indent="0" algn="l">
              <a:lnSpc>
                <a:spcPct val="80000"/>
              </a:lnSpc>
              <a:spcAft>
                <a:spcPts val="0"/>
              </a:spcAft>
              <a:buNone/>
              <a:defRPr sz="7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00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680CA870-DDFC-4BCD-5982-3DB248B4F3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5940" y="374866"/>
            <a:ext cx="1538283" cy="297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610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Mi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: abgerundete Ecken 5">
            <a:extLst>
              <a:ext uri="{FF2B5EF4-FFF2-40B4-BE49-F238E27FC236}">
                <a16:creationId xmlns:a16="http://schemas.microsoft.com/office/drawing/2014/main" id="{2DE7B0D0-1D65-7572-49EC-84F42FB2A29E}"/>
              </a:ext>
            </a:extLst>
          </p:cNvPr>
          <p:cNvSpPr/>
          <p:nvPr userDrawn="1"/>
        </p:nvSpPr>
        <p:spPr>
          <a:xfrm>
            <a:off x="0" y="0"/>
            <a:ext cx="4351753" cy="6210193"/>
          </a:xfrm>
          <a:custGeom>
            <a:avLst/>
            <a:gdLst>
              <a:gd name="connsiteX0" fmla="*/ 0 w 4376741"/>
              <a:gd name="connsiteY0" fmla="*/ 529454 h 6337300"/>
              <a:gd name="connsiteX1" fmla="*/ 529454 w 4376741"/>
              <a:gd name="connsiteY1" fmla="*/ 0 h 6337300"/>
              <a:gd name="connsiteX2" fmla="*/ 3847287 w 4376741"/>
              <a:gd name="connsiteY2" fmla="*/ 0 h 6337300"/>
              <a:gd name="connsiteX3" fmla="*/ 4376741 w 4376741"/>
              <a:gd name="connsiteY3" fmla="*/ 529454 h 6337300"/>
              <a:gd name="connsiteX4" fmla="*/ 4376741 w 4376741"/>
              <a:gd name="connsiteY4" fmla="*/ 5807846 h 6337300"/>
              <a:gd name="connsiteX5" fmla="*/ 3847287 w 4376741"/>
              <a:gd name="connsiteY5" fmla="*/ 6337300 h 6337300"/>
              <a:gd name="connsiteX6" fmla="*/ 529454 w 4376741"/>
              <a:gd name="connsiteY6" fmla="*/ 6337300 h 6337300"/>
              <a:gd name="connsiteX7" fmla="*/ 0 w 4376741"/>
              <a:gd name="connsiteY7" fmla="*/ 5807846 h 6337300"/>
              <a:gd name="connsiteX8" fmla="*/ 0 w 4376741"/>
              <a:gd name="connsiteY8" fmla="*/ 529454 h 6337300"/>
              <a:gd name="connsiteX0" fmla="*/ 0 w 4852991"/>
              <a:gd name="connsiteY0" fmla="*/ 529454 h 6337300"/>
              <a:gd name="connsiteX1" fmla="*/ 529454 w 4852991"/>
              <a:gd name="connsiteY1" fmla="*/ 0 h 6337300"/>
              <a:gd name="connsiteX2" fmla="*/ 3847287 w 4852991"/>
              <a:gd name="connsiteY2" fmla="*/ 0 h 6337300"/>
              <a:gd name="connsiteX3" fmla="*/ 4852991 w 4852991"/>
              <a:gd name="connsiteY3" fmla="*/ 338954 h 6337300"/>
              <a:gd name="connsiteX4" fmla="*/ 4376741 w 4852991"/>
              <a:gd name="connsiteY4" fmla="*/ 5807846 h 6337300"/>
              <a:gd name="connsiteX5" fmla="*/ 3847287 w 4852991"/>
              <a:gd name="connsiteY5" fmla="*/ 6337300 h 6337300"/>
              <a:gd name="connsiteX6" fmla="*/ 529454 w 4852991"/>
              <a:gd name="connsiteY6" fmla="*/ 6337300 h 6337300"/>
              <a:gd name="connsiteX7" fmla="*/ 0 w 4852991"/>
              <a:gd name="connsiteY7" fmla="*/ 5807846 h 6337300"/>
              <a:gd name="connsiteX8" fmla="*/ 0 w 4852991"/>
              <a:gd name="connsiteY8" fmla="*/ 529454 h 6337300"/>
              <a:gd name="connsiteX0" fmla="*/ 0 w 4852991"/>
              <a:gd name="connsiteY0" fmla="*/ 714302 h 6522148"/>
              <a:gd name="connsiteX1" fmla="*/ 529454 w 4852991"/>
              <a:gd name="connsiteY1" fmla="*/ 184848 h 6522148"/>
              <a:gd name="connsiteX2" fmla="*/ 3847287 w 4852991"/>
              <a:gd name="connsiteY2" fmla="*/ 184848 h 6522148"/>
              <a:gd name="connsiteX3" fmla="*/ 4852991 w 4852991"/>
              <a:gd name="connsiteY3" fmla="*/ 523802 h 6522148"/>
              <a:gd name="connsiteX4" fmla="*/ 4376741 w 4852991"/>
              <a:gd name="connsiteY4" fmla="*/ 5992694 h 6522148"/>
              <a:gd name="connsiteX5" fmla="*/ 3847287 w 4852991"/>
              <a:gd name="connsiteY5" fmla="*/ 6522148 h 6522148"/>
              <a:gd name="connsiteX6" fmla="*/ 529454 w 4852991"/>
              <a:gd name="connsiteY6" fmla="*/ 6522148 h 6522148"/>
              <a:gd name="connsiteX7" fmla="*/ 0 w 4852991"/>
              <a:gd name="connsiteY7" fmla="*/ 5992694 h 6522148"/>
              <a:gd name="connsiteX8" fmla="*/ 0 w 4852991"/>
              <a:gd name="connsiteY8" fmla="*/ 714302 h 6522148"/>
              <a:gd name="connsiteX0" fmla="*/ 0 w 4852991"/>
              <a:gd name="connsiteY0" fmla="*/ 529454 h 6337300"/>
              <a:gd name="connsiteX1" fmla="*/ 529454 w 4852991"/>
              <a:gd name="connsiteY1" fmla="*/ 0 h 6337300"/>
              <a:gd name="connsiteX2" fmla="*/ 3847287 w 4852991"/>
              <a:gd name="connsiteY2" fmla="*/ 0 h 6337300"/>
              <a:gd name="connsiteX3" fmla="*/ 4852991 w 4852991"/>
              <a:gd name="connsiteY3" fmla="*/ 338954 h 6337300"/>
              <a:gd name="connsiteX4" fmla="*/ 4376741 w 4852991"/>
              <a:gd name="connsiteY4" fmla="*/ 5807846 h 6337300"/>
              <a:gd name="connsiteX5" fmla="*/ 3847287 w 4852991"/>
              <a:gd name="connsiteY5" fmla="*/ 6337300 h 6337300"/>
              <a:gd name="connsiteX6" fmla="*/ 529454 w 4852991"/>
              <a:gd name="connsiteY6" fmla="*/ 6337300 h 6337300"/>
              <a:gd name="connsiteX7" fmla="*/ 0 w 4852991"/>
              <a:gd name="connsiteY7" fmla="*/ 5807846 h 6337300"/>
              <a:gd name="connsiteX8" fmla="*/ 0 w 4852991"/>
              <a:gd name="connsiteY8" fmla="*/ 529454 h 6337300"/>
              <a:gd name="connsiteX0" fmla="*/ 0 w 4853129"/>
              <a:gd name="connsiteY0" fmla="*/ 529454 h 6337300"/>
              <a:gd name="connsiteX1" fmla="*/ 529454 w 4853129"/>
              <a:gd name="connsiteY1" fmla="*/ 0 h 6337300"/>
              <a:gd name="connsiteX2" fmla="*/ 3847287 w 4853129"/>
              <a:gd name="connsiteY2" fmla="*/ 0 h 6337300"/>
              <a:gd name="connsiteX3" fmla="*/ 4852991 w 4853129"/>
              <a:gd name="connsiteY3" fmla="*/ 338954 h 6337300"/>
              <a:gd name="connsiteX4" fmla="*/ 4376741 w 4853129"/>
              <a:gd name="connsiteY4" fmla="*/ 5807846 h 6337300"/>
              <a:gd name="connsiteX5" fmla="*/ 3847287 w 4853129"/>
              <a:gd name="connsiteY5" fmla="*/ 6337300 h 6337300"/>
              <a:gd name="connsiteX6" fmla="*/ 529454 w 4853129"/>
              <a:gd name="connsiteY6" fmla="*/ 6337300 h 6337300"/>
              <a:gd name="connsiteX7" fmla="*/ 0 w 4853129"/>
              <a:gd name="connsiteY7" fmla="*/ 5807846 h 6337300"/>
              <a:gd name="connsiteX8" fmla="*/ 0 w 4853129"/>
              <a:gd name="connsiteY8" fmla="*/ 529454 h 6337300"/>
              <a:gd name="connsiteX0" fmla="*/ 0 w 4853129"/>
              <a:gd name="connsiteY0" fmla="*/ 529454 h 6337300"/>
              <a:gd name="connsiteX1" fmla="*/ 529454 w 4853129"/>
              <a:gd name="connsiteY1" fmla="*/ 0 h 6337300"/>
              <a:gd name="connsiteX2" fmla="*/ 4852991 w 4853129"/>
              <a:gd name="connsiteY2" fmla="*/ 338954 h 6337300"/>
              <a:gd name="connsiteX3" fmla="*/ 4376741 w 4853129"/>
              <a:gd name="connsiteY3" fmla="*/ 5807846 h 6337300"/>
              <a:gd name="connsiteX4" fmla="*/ 3847287 w 4853129"/>
              <a:gd name="connsiteY4" fmla="*/ 6337300 h 6337300"/>
              <a:gd name="connsiteX5" fmla="*/ 529454 w 4853129"/>
              <a:gd name="connsiteY5" fmla="*/ 6337300 h 6337300"/>
              <a:gd name="connsiteX6" fmla="*/ 0 w 4853129"/>
              <a:gd name="connsiteY6" fmla="*/ 5807846 h 6337300"/>
              <a:gd name="connsiteX7" fmla="*/ 0 w 4853129"/>
              <a:gd name="connsiteY7" fmla="*/ 529454 h 6337300"/>
              <a:gd name="connsiteX0" fmla="*/ 0 w 4853129"/>
              <a:gd name="connsiteY0" fmla="*/ 773306 h 6581152"/>
              <a:gd name="connsiteX1" fmla="*/ 4852991 w 4853129"/>
              <a:gd name="connsiteY1" fmla="*/ 582806 h 6581152"/>
              <a:gd name="connsiteX2" fmla="*/ 4376741 w 4853129"/>
              <a:gd name="connsiteY2" fmla="*/ 6051698 h 6581152"/>
              <a:gd name="connsiteX3" fmla="*/ 3847287 w 4853129"/>
              <a:gd name="connsiteY3" fmla="*/ 6581152 h 6581152"/>
              <a:gd name="connsiteX4" fmla="*/ 529454 w 4853129"/>
              <a:gd name="connsiteY4" fmla="*/ 6581152 h 6581152"/>
              <a:gd name="connsiteX5" fmla="*/ 0 w 4853129"/>
              <a:gd name="connsiteY5" fmla="*/ 6051698 h 6581152"/>
              <a:gd name="connsiteX6" fmla="*/ 0 w 4853129"/>
              <a:gd name="connsiteY6" fmla="*/ 773306 h 6581152"/>
              <a:gd name="connsiteX0" fmla="*/ 325874 w 5179003"/>
              <a:gd name="connsiteY0" fmla="*/ 773306 h 6581152"/>
              <a:gd name="connsiteX1" fmla="*/ 5178865 w 5179003"/>
              <a:gd name="connsiteY1" fmla="*/ 582806 h 6581152"/>
              <a:gd name="connsiteX2" fmla="*/ 4702615 w 5179003"/>
              <a:gd name="connsiteY2" fmla="*/ 6051698 h 6581152"/>
              <a:gd name="connsiteX3" fmla="*/ 4173161 w 5179003"/>
              <a:gd name="connsiteY3" fmla="*/ 6581152 h 6581152"/>
              <a:gd name="connsiteX4" fmla="*/ 855328 w 5179003"/>
              <a:gd name="connsiteY4" fmla="*/ 6581152 h 6581152"/>
              <a:gd name="connsiteX5" fmla="*/ 325874 w 5179003"/>
              <a:gd name="connsiteY5" fmla="*/ 773306 h 6581152"/>
              <a:gd name="connsiteX0" fmla="*/ 325874 w 5179003"/>
              <a:gd name="connsiteY0" fmla="*/ 803443 h 6611289"/>
              <a:gd name="connsiteX1" fmla="*/ 5178865 w 5179003"/>
              <a:gd name="connsiteY1" fmla="*/ 612943 h 6611289"/>
              <a:gd name="connsiteX2" fmla="*/ 4702615 w 5179003"/>
              <a:gd name="connsiteY2" fmla="*/ 6081835 h 6611289"/>
              <a:gd name="connsiteX3" fmla="*/ 4173161 w 5179003"/>
              <a:gd name="connsiteY3" fmla="*/ 6611289 h 6611289"/>
              <a:gd name="connsiteX4" fmla="*/ 855328 w 5179003"/>
              <a:gd name="connsiteY4" fmla="*/ 6611289 h 6611289"/>
              <a:gd name="connsiteX5" fmla="*/ 325874 w 5179003"/>
              <a:gd name="connsiteY5" fmla="*/ 803443 h 6611289"/>
              <a:gd name="connsiteX0" fmla="*/ 325874 w 5179003"/>
              <a:gd name="connsiteY0" fmla="*/ 803443 h 6611289"/>
              <a:gd name="connsiteX1" fmla="*/ 5178865 w 5179003"/>
              <a:gd name="connsiteY1" fmla="*/ 612943 h 6611289"/>
              <a:gd name="connsiteX2" fmla="*/ 4702615 w 5179003"/>
              <a:gd name="connsiteY2" fmla="*/ 6081835 h 6611289"/>
              <a:gd name="connsiteX3" fmla="*/ 4173161 w 5179003"/>
              <a:gd name="connsiteY3" fmla="*/ 6611289 h 6611289"/>
              <a:gd name="connsiteX4" fmla="*/ 855328 w 5179003"/>
              <a:gd name="connsiteY4" fmla="*/ 6611289 h 6611289"/>
              <a:gd name="connsiteX5" fmla="*/ 325874 w 5179003"/>
              <a:gd name="connsiteY5" fmla="*/ 803443 h 6611289"/>
              <a:gd name="connsiteX0" fmla="*/ 0 w 4853129"/>
              <a:gd name="connsiteY0" fmla="*/ 803443 h 6611289"/>
              <a:gd name="connsiteX1" fmla="*/ 4852991 w 4853129"/>
              <a:gd name="connsiteY1" fmla="*/ 612943 h 6611289"/>
              <a:gd name="connsiteX2" fmla="*/ 4376741 w 4853129"/>
              <a:gd name="connsiteY2" fmla="*/ 6081835 h 6611289"/>
              <a:gd name="connsiteX3" fmla="*/ 3847287 w 4853129"/>
              <a:gd name="connsiteY3" fmla="*/ 6611289 h 6611289"/>
              <a:gd name="connsiteX4" fmla="*/ 529454 w 4853129"/>
              <a:gd name="connsiteY4" fmla="*/ 6611289 h 6611289"/>
              <a:gd name="connsiteX5" fmla="*/ 0 w 4853129"/>
              <a:gd name="connsiteY5" fmla="*/ 803443 h 6611289"/>
              <a:gd name="connsiteX0" fmla="*/ 0 w 4853129"/>
              <a:gd name="connsiteY0" fmla="*/ 803443 h 6611289"/>
              <a:gd name="connsiteX1" fmla="*/ 4852991 w 4853129"/>
              <a:gd name="connsiteY1" fmla="*/ 612943 h 6611289"/>
              <a:gd name="connsiteX2" fmla="*/ 4376741 w 4853129"/>
              <a:gd name="connsiteY2" fmla="*/ 6081835 h 6611289"/>
              <a:gd name="connsiteX3" fmla="*/ 3847287 w 4853129"/>
              <a:gd name="connsiteY3" fmla="*/ 6611289 h 6611289"/>
              <a:gd name="connsiteX4" fmla="*/ 529454 w 4853129"/>
              <a:gd name="connsiteY4" fmla="*/ 6611289 h 6611289"/>
              <a:gd name="connsiteX5" fmla="*/ 0 w 4853129"/>
              <a:gd name="connsiteY5" fmla="*/ 803443 h 6611289"/>
              <a:gd name="connsiteX0" fmla="*/ 0 w 4853129"/>
              <a:gd name="connsiteY0" fmla="*/ 555440 h 6363286"/>
              <a:gd name="connsiteX1" fmla="*/ 4852991 w 4853129"/>
              <a:gd name="connsiteY1" fmla="*/ 364940 h 6363286"/>
              <a:gd name="connsiteX2" fmla="*/ 4376741 w 4853129"/>
              <a:gd name="connsiteY2" fmla="*/ 5833832 h 6363286"/>
              <a:gd name="connsiteX3" fmla="*/ 3847287 w 4853129"/>
              <a:gd name="connsiteY3" fmla="*/ 6363286 h 6363286"/>
              <a:gd name="connsiteX4" fmla="*/ 529454 w 4853129"/>
              <a:gd name="connsiteY4" fmla="*/ 6363286 h 6363286"/>
              <a:gd name="connsiteX5" fmla="*/ 0 w 4853129"/>
              <a:gd name="connsiteY5" fmla="*/ 555440 h 6363286"/>
              <a:gd name="connsiteX0" fmla="*/ 0 w 4853129"/>
              <a:gd name="connsiteY0" fmla="*/ 190595 h 5998441"/>
              <a:gd name="connsiteX1" fmla="*/ 4852991 w 4853129"/>
              <a:gd name="connsiteY1" fmla="*/ 95 h 5998441"/>
              <a:gd name="connsiteX2" fmla="*/ 4376741 w 4853129"/>
              <a:gd name="connsiteY2" fmla="*/ 5468987 h 5998441"/>
              <a:gd name="connsiteX3" fmla="*/ 3847287 w 4853129"/>
              <a:gd name="connsiteY3" fmla="*/ 5998441 h 5998441"/>
              <a:gd name="connsiteX4" fmla="*/ 529454 w 4853129"/>
              <a:gd name="connsiteY4" fmla="*/ 5998441 h 5998441"/>
              <a:gd name="connsiteX5" fmla="*/ 0 w 4853129"/>
              <a:gd name="connsiteY5" fmla="*/ 190595 h 5998441"/>
              <a:gd name="connsiteX0" fmla="*/ 0 w 4853129"/>
              <a:gd name="connsiteY0" fmla="*/ 238218 h 6046064"/>
              <a:gd name="connsiteX1" fmla="*/ 4852991 w 4853129"/>
              <a:gd name="connsiteY1" fmla="*/ 93 h 6046064"/>
              <a:gd name="connsiteX2" fmla="*/ 4376741 w 4853129"/>
              <a:gd name="connsiteY2" fmla="*/ 5516610 h 6046064"/>
              <a:gd name="connsiteX3" fmla="*/ 3847287 w 4853129"/>
              <a:gd name="connsiteY3" fmla="*/ 6046064 h 6046064"/>
              <a:gd name="connsiteX4" fmla="*/ 529454 w 4853129"/>
              <a:gd name="connsiteY4" fmla="*/ 6046064 h 6046064"/>
              <a:gd name="connsiteX5" fmla="*/ 0 w 4853129"/>
              <a:gd name="connsiteY5" fmla="*/ 238218 h 6046064"/>
              <a:gd name="connsiteX0" fmla="*/ 0 w 4338779"/>
              <a:gd name="connsiteY0" fmla="*/ 0 h 6074546"/>
              <a:gd name="connsiteX1" fmla="*/ 4338641 w 4338779"/>
              <a:gd name="connsiteY1" fmla="*/ 28575 h 6074546"/>
              <a:gd name="connsiteX2" fmla="*/ 3862391 w 4338779"/>
              <a:gd name="connsiteY2" fmla="*/ 5545092 h 6074546"/>
              <a:gd name="connsiteX3" fmla="*/ 3332937 w 4338779"/>
              <a:gd name="connsiteY3" fmla="*/ 6074546 h 6074546"/>
              <a:gd name="connsiteX4" fmla="*/ 15104 w 4338779"/>
              <a:gd name="connsiteY4" fmla="*/ 6074546 h 6074546"/>
              <a:gd name="connsiteX5" fmla="*/ 0 w 4338779"/>
              <a:gd name="connsiteY5" fmla="*/ 0 h 6074546"/>
              <a:gd name="connsiteX0" fmla="*/ 23519 w 4362298"/>
              <a:gd name="connsiteY0" fmla="*/ 0 h 6198371"/>
              <a:gd name="connsiteX1" fmla="*/ 4362160 w 4362298"/>
              <a:gd name="connsiteY1" fmla="*/ 28575 h 6198371"/>
              <a:gd name="connsiteX2" fmla="*/ 3885910 w 4362298"/>
              <a:gd name="connsiteY2" fmla="*/ 5545092 h 6198371"/>
              <a:gd name="connsiteX3" fmla="*/ 3356456 w 4362298"/>
              <a:gd name="connsiteY3" fmla="*/ 6074546 h 6198371"/>
              <a:gd name="connsiteX4" fmla="*/ 523 w 4362298"/>
              <a:gd name="connsiteY4" fmla="*/ 6198371 h 6198371"/>
              <a:gd name="connsiteX5" fmla="*/ 23519 w 4362298"/>
              <a:gd name="connsiteY5" fmla="*/ 0 h 6198371"/>
              <a:gd name="connsiteX0" fmla="*/ 23519 w 4362384"/>
              <a:gd name="connsiteY0" fmla="*/ 0 h 6198371"/>
              <a:gd name="connsiteX1" fmla="*/ 4362160 w 4362384"/>
              <a:gd name="connsiteY1" fmla="*/ 28575 h 6198371"/>
              <a:gd name="connsiteX2" fmla="*/ 3885910 w 4362384"/>
              <a:gd name="connsiteY2" fmla="*/ 5545092 h 6198371"/>
              <a:gd name="connsiteX3" fmla="*/ 3356456 w 4362384"/>
              <a:gd name="connsiteY3" fmla="*/ 6074546 h 6198371"/>
              <a:gd name="connsiteX4" fmla="*/ 523 w 4362384"/>
              <a:gd name="connsiteY4" fmla="*/ 6198371 h 6198371"/>
              <a:gd name="connsiteX5" fmla="*/ 23519 w 4362384"/>
              <a:gd name="connsiteY5" fmla="*/ 0 h 6198371"/>
              <a:gd name="connsiteX0" fmla="*/ 23519 w 4362384"/>
              <a:gd name="connsiteY0" fmla="*/ 0 h 6207896"/>
              <a:gd name="connsiteX1" fmla="*/ 4362160 w 4362384"/>
              <a:gd name="connsiteY1" fmla="*/ 28575 h 6207896"/>
              <a:gd name="connsiteX2" fmla="*/ 3885910 w 4362384"/>
              <a:gd name="connsiteY2" fmla="*/ 5545092 h 6207896"/>
              <a:gd name="connsiteX3" fmla="*/ 3356456 w 4362384"/>
              <a:gd name="connsiteY3" fmla="*/ 6074546 h 6207896"/>
              <a:gd name="connsiteX4" fmla="*/ 523 w 4362384"/>
              <a:gd name="connsiteY4" fmla="*/ 6207896 h 6207896"/>
              <a:gd name="connsiteX5" fmla="*/ 23519 w 4362384"/>
              <a:gd name="connsiteY5" fmla="*/ 0 h 6207896"/>
              <a:gd name="connsiteX0" fmla="*/ 108877 w 4362017"/>
              <a:gd name="connsiteY0" fmla="*/ 0 h 6217421"/>
              <a:gd name="connsiteX1" fmla="*/ 4361793 w 4362017"/>
              <a:gd name="connsiteY1" fmla="*/ 38100 h 6217421"/>
              <a:gd name="connsiteX2" fmla="*/ 3885543 w 4362017"/>
              <a:gd name="connsiteY2" fmla="*/ 5554617 h 6217421"/>
              <a:gd name="connsiteX3" fmla="*/ 3356089 w 4362017"/>
              <a:gd name="connsiteY3" fmla="*/ 6084071 h 6217421"/>
              <a:gd name="connsiteX4" fmla="*/ 156 w 4362017"/>
              <a:gd name="connsiteY4" fmla="*/ 6217421 h 6217421"/>
              <a:gd name="connsiteX5" fmla="*/ 108877 w 4362017"/>
              <a:gd name="connsiteY5" fmla="*/ 0 h 6217421"/>
              <a:gd name="connsiteX0" fmla="*/ 23519 w 4362384"/>
              <a:gd name="connsiteY0" fmla="*/ 0 h 6207896"/>
              <a:gd name="connsiteX1" fmla="*/ 4362160 w 4362384"/>
              <a:gd name="connsiteY1" fmla="*/ 28575 h 6207896"/>
              <a:gd name="connsiteX2" fmla="*/ 3885910 w 4362384"/>
              <a:gd name="connsiteY2" fmla="*/ 5545092 h 6207896"/>
              <a:gd name="connsiteX3" fmla="*/ 3356456 w 4362384"/>
              <a:gd name="connsiteY3" fmla="*/ 6074546 h 6207896"/>
              <a:gd name="connsiteX4" fmla="*/ 523 w 4362384"/>
              <a:gd name="connsiteY4" fmla="*/ 6207896 h 6207896"/>
              <a:gd name="connsiteX5" fmla="*/ 23519 w 4362384"/>
              <a:gd name="connsiteY5" fmla="*/ 0 h 6207896"/>
              <a:gd name="connsiteX0" fmla="*/ 23519 w 4371902"/>
              <a:gd name="connsiteY0" fmla="*/ 0 h 6207896"/>
              <a:gd name="connsiteX1" fmla="*/ 4371685 w 4371902"/>
              <a:gd name="connsiteY1" fmla="*/ 28575 h 6207896"/>
              <a:gd name="connsiteX2" fmla="*/ 3885910 w 4371902"/>
              <a:gd name="connsiteY2" fmla="*/ 5545092 h 6207896"/>
              <a:gd name="connsiteX3" fmla="*/ 3356456 w 4371902"/>
              <a:gd name="connsiteY3" fmla="*/ 6074546 h 6207896"/>
              <a:gd name="connsiteX4" fmla="*/ 523 w 4371902"/>
              <a:gd name="connsiteY4" fmla="*/ 6207896 h 6207896"/>
              <a:gd name="connsiteX5" fmla="*/ 23519 w 4371902"/>
              <a:gd name="connsiteY5" fmla="*/ 0 h 6207896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56456 w 4371902"/>
              <a:gd name="connsiteY3" fmla="*/ 607465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56456 w 4371902"/>
              <a:gd name="connsiteY3" fmla="*/ 607465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43756 w 4371902"/>
              <a:gd name="connsiteY3" fmla="*/ 607465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43756 w 4371902"/>
              <a:gd name="connsiteY3" fmla="*/ 607465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43756 w 4371902"/>
              <a:gd name="connsiteY3" fmla="*/ 607465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43756 w 4371902"/>
              <a:gd name="connsiteY3" fmla="*/ 607465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43756 w 4371902"/>
              <a:gd name="connsiteY3" fmla="*/ 607465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24706 w 4371902"/>
              <a:gd name="connsiteY3" fmla="*/ 606830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7"/>
              <a:gd name="connsiteY0" fmla="*/ 107 h 6208003"/>
              <a:gd name="connsiteX1" fmla="*/ 4371685 w 4371907"/>
              <a:gd name="connsiteY1" fmla="*/ 107 h 6208003"/>
              <a:gd name="connsiteX2" fmla="*/ 3892260 w 4371907"/>
              <a:gd name="connsiteY2" fmla="*/ 5507099 h 6208003"/>
              <a:gd name="connsiteX3" fmla="*/ 3324706 w 4371907"/>
              <a:gd name="connsiteY3" fmla="*/ 6068303 h 6208003"/>
              <a:gd name="connsiteX4" fmla="*/ 523 w 4371907"/>
              <a:gd name="connsiteY4" fmla="*/ 6208003 h 6208003"/>
              <a:gd name="connsiteX5" fmla="*/ 23519 w 4371907"/>
              <a:gd name="connsiteY5" fmla="*/ 107 h 6208003"/>
              <a:gd name="connsiteX0" fmla="*/ 0 w 4373917"/>
              <a:gd name="connsiteY0" fmla="*/ 0 h 6214250"/>
              <a:gd name="connsiteX1" fmla="*/ 4373695 w 4373917"/>
              <a:gd name="connsiteY1" fmla="*/ 6354 h 6214250"/>
              <a:gd name="connsiteX2" fmla="*/ 3894270 w 4373917"/>
              <a:gd name="connsiteY2" fmla="*/ 5513346 h 6214250"/>
              <a:gd name="connsiteX3" fmla="*/ 3326716 w 4373917"/>
              <a:gd name="connsiteY3" fmla="*/ 6074550 h 6214250"/>
              <a:gd name="connsiteX4" fmla="*/ 2533 w 4373917"/>
              <a:gd name="connsiteY4" fmla="*/ 6214250 h 6214250"/>
              <a:gd name="connsiteX5" fmla="*/ 0 w 4373917"/>
              <a:gd name="connsiteY5" fmla="*/ 0 h 6214250"/>
              <a:gd name="connsiteX0" fmla="*/ 0 w 4373917"/>
              <a:gd name="connsiteY0" fmla="*/ 0 h 6214250"/>
              <a:gd name="connsiteX1" fmla="*/ 4373695 w 4373917"/>
              <a:gd name="connsiteY1" fmla="*/ 6354 h 6214250"/>
              <a:gd name="connsiteX2" fmla="*/ 3894270 w 4373917"/>
              <a:gd name="connsiteY2" fmla="*/ 5500638 h 6214250"/>
              <a:gd name="connsiteX3" fmla="*/ 3326716 w 4373917"/>
              <a:gd name="connsiteY3" fmla="*/ 6074550 h 6214250"/>
              <a:gd name="connsiteX4" fmla="*/ 2533 w 4373917"/>
              <a:gd name="connsiteY4" fmla="*/ 6214250 h 6214250"/>
              <a:gd name="connsiteX5" fmla="*/ 0 w 4373917"/>
              <a:gd name="connsiteY5" fmla="*/ 0 h 6214250"/>
              <a:gd name="connsiteX0" fmla="*/ 0 w 4373917"/>
              <a:gd name="connsiteY0" fmla="*/ 0 h 6214250"/>
              <a:gd name="connsiteX1" fmla="*/ 4373695 w 4373917"/>
              <a:gd name="connsiteY1" fmla="*/ 1588 h 6214250"/>
              <a:gd name="connsiteX2" fmla="*/ 3894270 w 4373917"/>
              <a:gd name="connsiteY2" fmla="*/ 5500638 h 6214250"/>
              <a:gd name="connsiteX3" fmla="*/ 3326716 w 4373917"/>
              <a:gd name="connsiteY3" fmla="*/ 6074550 h 6214250"/>
              <a:gd name="connsiteX4" fmla="*/ 2533 w 4373917"/>
              <a:gd name="connsiteY4" fmla="*/ 6214250 h 6214250"/>
              <a:gd name="connsiteX5" fmla="*/ 0 w 4373917"/>
              <a:gd name="connsiteY5" fmla="*/ 0 h 6214250"/>
              <a:gd name="connsiteX0" fmla="*/ 0 w 4373917"/>
              <a:gd name="connsiteY0" fmla="*/ 0 h 6214250"/>
              <a:gd name="connsiteX1" fmla="*/ 4373695 w 4373917"/>
              <a:gd name="connsiteY1" fmla="*/ 1588 h 6214250"/>
              <a:gd name="connsiteX2" fmla="*/ 3894270 w 4373917"/>
              <a:gd name="connsiteY2" fmla="*/ 5500638 h 6214250"/>
              <a:gd name="connsiteX3" fmla="*/ 3326716 w 4373917"/>
              <a:gd name="connsiteY3" fmla="*/ 6074550 h 6214250"/>
              <a:gd name="connsiteX4" fmla="*/ 2533 w 4373917"/>
              <a:gd name="connsiteY4" fmla="*/ 6214250 h 6214250"/>
              <a:gd name="connsiteX5" fmla="*/ 0 w 4373917"/>
              <a:gd name="connsiteY5" fmla="*/ 0 h 6214250"/>
              <a:gd name="connsiteX0" fmla="*/ 0 w 4373921"/>
              <a:gd name="connsiteY0" fmla="*/ 0 h 6214250"/>
              <a:gd name="connsiteX1" fmla="*/ 4373695 w 4373921"/>
              <a:gd name="connsiteY1" fmla="*/ 1588 h 6214250"/>
              <a:gd name="connsiteX2" fmla="*/ 3894270 w 4373921"/>
              <a:gd name="connsiteY2" fmla="*/ 5500638 h 6214250"/>
              <a:gd name="connsiteX3" fmla="*/ 3326716 w 4373921"/>
              <a:gd name="connsiteY3" fmla="*/ 6074550 h 6214250"/>
              <a:gd name="connsiteX4" fmla="*/ 2533 w 4373921"/>
              <a:gd name="connsiteY4" fmla="*/ 6214250 h 6214250"/>
              <a:gd name="connsiteX5" fmla="*/ 0 w 4373921"/>
              <a:gd name="connsiteY5" fmla="*/ 0 h 6214250"/>
              <a:gd name="connsiteX0" fmla="*/ 0 w 4373921"/>
              <a:gd name="connsiteY0" fmla="*/ 0 h 6214250"/>
              <a:gd name="connsiteX1" fmla="*/ 4373695 w 4373921"/>
              <a:gd name="connsiteY1" fmla="*/ 1588 h 6214250"/>
              <a:gd name="connsiteX2" fmla="*/ 3894270 w 4373921"/>
              <a:gd name="connsiteY2" fmla="*/ 5500638 h 6214250"/>
              <a:gd name="connsiteX3" fmla="*/ 3326716 w 4373921"/>
              <a:gd name="connsiteY3" fmla="*/ 6074550 h 6214250"/>
              <a:gd name="connsiteX4" fmla="*/ 2533 w 4373921"/>
              <a:gd name="connsiteY4" fmla="*/ 6214250 h 6214250"/>
              <a:gd name="connsiteX5" fmla="*/ 0 w 4373921"/>
              <a:gd name="connsiteY5" fmla="*/ 0 h 6214250"/>
              <a:gd name="connsiteX0" fmla="*/ 0 w 4373921"/>
              <a:gd name="connsiteY0" fmla="*/ 0 h 6214250"/>
              <a:gd name="connsiteX1" fmla="*/ 4373695 w 4373921"/>
              <a:gd name="connsiteY1" fmla="*/ 1588 h 6214250"/>
              <a:gd name="connsiteX2" fmla="*/ 3894270 w 4373921"/>
              <a:gd name="connsiteY2" fmla="*/ 5529232 h 6214250"/>
              <a:gd name="connsiteX3" fmla="*/ 3326716 w 4373921"/>
              <a:gd name="connsiteY3" fmla="*/ 6074550 h 6214250"/>
              <a:gd name="connsiteX4" fmla="*/ 2533 w 4373921"/>
              <a:gd name="connsiteY4" fmla="*/ 6214250 h 6214250"/>
              <a:gd name="connsiteX5" fmla="*/ 0 w 4373921"/>
              <a:gd name="connsiteY5" fmla="*/ 0 h 6214250"/>
              <a:gd name="connsiteX0" fmla="*/ 0 w 4373921"/>
              <a:gd name="connsiteY0" fmla="*/ 0 h 6214250"/>
              <a:gd name="connsiteX1" fmla="*/ 4373695 w 4373921"/>
              <a:gd name="connsiteY1" fmla="*/ 1588 h 6214250"/>
              <a:gd name="connsiteX2" fmla="*/ 3894270 w 4373921"/>
              <a:gd name="connsiteY2" fmla="*/ 5529232 h 6214250"/>
              <a:gd name="connsiteX3" fmla="*/ 3326716 w 4373921"/>
              <a:gd name="connsiteY3" fmla="*/ 6074550 h 6214250"/>
              <a:gd name="connsiteX4" fmla="*/ 2533 w 4373921"/>
              <a:gd name="connsiteY4" fmla="*/ 6214250 h 6214250"/>
              <a:gd name="connsiteX5" fmla="*/ 0 w 4373921"/>
              <a:gd name="connsiteY5" fmla="*/ 0 h 6214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73921" h="6214250">
                <a:moveTo>
                  <a:pt x="0" y="0"/>
                </a:moveTo>
                <a:lnTo>
                  <a:pt x="4373695" y="1588"/>
                </a:lnTo>
                <a:cubicBezTo>
                  <a:pt x="4383220" y="-20123"/>
                  <a:pt x="4089557" y="3260177"/>
                  <a:pt x="3894270" y="5529232"/>
                </a:cubicBezTo>
                <a:cubicBezTo>
                  <a:pt x="3854511" y="5861326"/>
                  <a:pt x="3669925" y="6068200"/>
                  <a:pt x="3326716" y="6074550"/>
                </a:cubicBezTo>
                <a:lnTo>
                  <a:pt x="2533" y="6214250"/>
                </a:lnTo>
                <a:cubicBezTo>
                  <a:pt x="-2502" y="4189401"/>
                  <a:pt x="5035" y="2024849"/>
                  <a:pt x="0" y="0"/>
                </a:cubicBezTo>
                <a:close/>
              </a:path>
            </a:pathLst>
          </a:custGeom>
          <a:solidFill>
            <a:srgbClr val="FFFFF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708A82-0582-0DDB-0580-36B0B4F54B5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91842" y="2647951"/>
            <a:ext cx="7084218" cy="3432174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de-DE" dirty="0" err="1"/>
              <a:t>Kapiteltrenner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5D951D5-C1F3-685D-0CD8-D7A1D277270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054226" y="2755564"/>
            <a:ext cx="1212850" cy="854654"/>
          </a:xfrm>
        </p:spPr>
        <p:txBody>
          <a:bodyPr/>
          <a:lstStyle>
            <a:lvl1pPr marL="0" indent="0" algn="l">
              <a:lnSpc>
                <a:spcPct val="80000"/>
              </a:lnSpc>
              <a:spcAft>
                <a:spcPts val="0"/>
              </a:spcAft>
              <a:buNone/>
              <a:defRPr sz="7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00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680CA870-DDFC-4BCD-5982-3DB248B4F3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5940" y="374866"/>
            <a:ext cx="1538283" cy="297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9058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Blau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: abgerundete Ecken 5">
            <a:extLst>
              <a:ext uri="{FF2B5EF4-FFF2-40B4-BE49-F238E27FC236}">
                <a16:creationId xmlns:a16="http://schemas.microsoft.com/office/drawing/2014/main" id="{CF567CF2-4878-5267-A804-FED8A767E839}"/>
              </a:ext>
            </a:extLst>
          </p:cNvPr>
          <p:cNvSpPr/>
          <p:nvPr userDrawn="1"/>
        </p:nvSpPr>
        <p:spPr>
          <a:xfrm>
            <a:off x="0" y="0"/>
            <a:ext cx="4351753" cy="6210193"/>
          </a:xfrm>
          <a:custGeom>
            <a:avLst/>
            <a:gdLst>
              <a:gd name="connsiteX0" fmla="*/ 0 w 4376741"/>
              <a:gd name="connsiteY0" fmla="*/ 529454 h 6337300"/>
              <a:gd name="connsiteX1" fmla="*/ 529454 w 4376741"/>
              <a:gd name="connsiteY1" fmla="*/ 0 h 6337300"/>
              <a:gd name="connsiteX2" fmla="*/ 3847287 w 4376741"/>
              <a:gd name="connsiteY2" fmla="*/ 0 h 6337300"/>
              <a:gd name="connsiteX3" fmla="*/ 4376741 w 4376741"/>
              <a:gd name="connsiteY3" fmla="*/ 529454 h 6337300"/>
              <a:gd name="connsiteX4" fmla="*/ 4376741 w 4376741"/>
              <a:gd name="connsiteY4" fmla="*/ 5807846 h 6337300"/>
              <a:gd name="connsiteX5" fmla="*/ 3847287 w 4376741"/>
              <a:gd name="connsiteY5" fmla="*/ 6337300 h 6337300"/>
              <a:gd name="connsiteX6" fmla="*/ 529454 w 4376741"/>
              <a:gd name="connsiteY6" fmla="*/ 6337300 h 6337300"/>
              <a:gd name="connsiteX7" fmla="*/ 0 w 4376741"/>
              <a:gd name="connsiteY7" fmla="*/ 5807846 h 6337300"/>
              <a:gd name="connsiteX8" fmla="*/ 0 w 4376741"/>
              <a:gd name="connsiteY8" fmla="*/ 529454 h 6337300"/>
              <a:gd name="connsiteX0" fmla="*/ 0 w 4852991"/>
              <a:gd name="connsiteY0" fmla="*/ 529454 h 6337300"/>
              <a:gd name="connsiteX1" fmla="*/ 529454 w 4852991"/>
              <a:gd name="connsiteY1" fmla="*/ 0 h 6337300"/>
              <a:gd name="connsiteX2" fmla="*/ 3847287 w 4852991"/>
              <a:gd name="connsiteY2" fmla="*/ 0 h 6337300"/>
              <a:gd name="connsiteX3" fmla="*/ 4852991 w 4852991"/>
              <a:gd name="connsiteY3" fmla="*/ 338954 h 6337300"/>
              <a:gd name="connsiteX4" fmla="*/ 4376741 w 4852991"/>
              <a:gd name="connsiteY4" fmla="*/ 5807846 h 6337300"/>
              <a:gd name="connsiteX5" fmla="*/ 3847287 w 4852991"/>
              <a:gd name="connsiteY5" fmla="*/ 6337300 h 6337300"/>
              <a:gd name="connsiteX6" fmla="*/ 529454 w 4852991"/>
              <a:gd name="connsiteY6" fmla="*/ 6337300 h 6337300"/>
              <a:gd name="connsiteX7" fmla="*/ 0 w 4852991"/>
              <a:gd name="connsiteY7" fmla="*/ 5807846 h 6337300"/>
              <a:gd name="connsiteX8" fmla="*/ 0 w 4852991"/>
              <a:gd name="connsiteY8" fmla="*/ 529454 h 6337300"/>
              <a:gd name="connsiteX0" fmla="*/ 0 w 4852991"/>
              <a:gd name="connsiteY0" fmla="*/ 714302 h 6522148"/>
              <a:gd name="connsiteX1" fmla="*/ 529454 w 4852991"/>
              <a:gd name="connsiteY1" fmla="*/ 184848 h 6522148"/>
              <a:gd name="connsiteX2" fmla="*/ 3847287 w 4852991"/>
              <a:gd name="connsiteY2" fmla="*/ 184848 h 6522148"/>
              <a:gd name="connsiteX3" fmla="*/ 4852991 w 4852991"/>
              <a:gd name="connsiteY3" fmla="*/ 523802 h 6522148"/>
              <a:gd name="connsiteX4" fmla="*/ 4376741 w 4852991"/>
              <a:gd name="connsiteY4" fmla="*/ 5992694 h 6522148"/>
              <a:gd name="connsiteX5" fmla="*/ 3847287 w 4852991"/>
              <a:gd name="connsiteY5" fmla="*/ 6522148 h 6522148"/>
              <a:gd name="connsiteX6" fmla="*/ 529454 w 4852991"/>
              <a:gd name="connsiteY6" fmla="*/ 6522148 h 6522148"/>
              <a:gd name="connsiteX7" fmla="*/ 0 w 4852991"/>
              <a:gd name="connsiteY7" fmla="*/ 5992694 h 6522148"/>
              <a:gd name="connsiteX8" fmla="*/ 0 w 4852991"/>
              <a:gd name="connsiteY8" fmla="*/ 714302 h 6522148"/>
              <a:gd name="connsiteX0" fmla="*/ 0 w 4852991"/>
              <a:gd name="connsiteY0" fmla="*/ 529454 h 6337300"/>
              <a:gd name="connsiteX1" fmla="*/ 529454 w 4852991"/>
              <a:gd name="connsiteY1" fmla="*/ 0 h 6337300"/>
              <a:gd name="connsiteX2" fmla="*/ 3847287 w 4852991"/>
              <a:gd name="connsiteY2" fmla="*/ 0 h 6337300"/>
              <a:gd name="connsiteX3" fmla="*/ 4852991 w 4852991"/>
              <a:gd name="connsiteY3" fmla="*/ 338954 h 6337300"/>
              <a:gd name="connsiteX4" fmla="*/ 4376741 w 4852991"/>
              <a:gd name="connsiteY4" fmla="*/ 5807846 h 6337300"/>
              <a:gd name="connsiteX5" fmla="*/ 3847287 w 4852991"/>
              <a:gd name="connsiteY5" fmla="*/ 6337300 h 6337300"/>
              <a:gd name="connsiteX6" fmla="*/ 529454 w 4852991"/>
              <a:gd name="connsiteY6" fmla="*/ 6337300 h 6337300"/>
              <a:gd name="connsiteX7" fmla="*/ 0 w 4852991"/>
              <a:gd name="connsiteY7" fmla="*/ 5807846 h 6337300"/>
              <a:gd name="connsiteX8" fmla="*/ 0 w 4852991"/>
              <a:gd name="connsiteY8" fmla="*/ 529454 h 6337300"/>
              <a:gd name="connsiteX0" fmla="*/ 0 w 4853129"/>
              <a:gd name="connsiteY0" fmla="*/ 529454 h 6337300"/>
              <a:gd name="connsiteX1" fmla="*/ 529454 w 4853129"/>
              <a:gd name="connsiteY1" fmla="*/ 0 h 6337300"/>
              <a:gd name="connsiteX2" fmla="*/ 3847287 w 4853129"/>
              <a:gd name="connsiteY2" fmla="*/ 0 h 6337300"/>
              <a:gd name="connsiteX3" fmla="*/ 4852991 w 4853129"/>
              <a:gd name="connsiteY3" fmla="*/ 338954 h 6337300"/>
              <a:gd name="connsiteX4" fmla="*/ 4376741 w 4853129"/>
              <a:gd name="connsiteY4" fmla="*/ 5807846 h 6337300"/>
              <a:gd name="connsiteX5" fmla="*/ 3847287 w 4853129"/>
              <a:gd name="connsiteY5" fmla="*/ 6337300 h 6337300"/>
              <a:gd name="connsiteX6" fmla="*/ 529454 w 4853129"/>
              <a:gd name="connsiteY6" fmla="*/ 6337300 h 6337300"/>
              <a:gd name="connsiteX7" fmla="*/ 0 w 4853129"/>
              <a:gd name="connsiteY7" fmla="*/ 5807846 h 6337300"/>
              <a:gd name="connsiteX8" fmla="*/ 0 w 4853129"/>
              <a:gd name="connsiteY8" fmla="*/ 529454 h 6337300"/>
              <a:gd name="connsiteX0" fmla="*/ 0 w 4853129"/>
              <a:gd name="connsiteY0" fmla="*/ 529454 h 6337300"/>
              <a:gd name="connsiteX1" fmla="*/ 529454 w 4853129"/>
              <a:gd name="connsiteY1" fmla="*/ 0 h 6337300"/>
              <a:gd name="connsiteX2" fmla="*/ 4852991 w 4853129"/>
              <a:gd name="connsiteY2" fmla="*/ 338954 h 6337300"/>
              <a:gd name="connsiteX3" fmla="*/ 4376741 w 4853129"/>
              <a:gd name="connsiteY3" fmla="*/ 5807846 h 6337300"/>
              <a:gd name="connsiteX4" fmla="*/ 3847287 w 4853129"/>
              <a:gd name="connsiteY4" fmla="*/ 6337300 h 6337300"/>
              <a:gd name="connsiteX5" fmla="*/ 529454 w 4853129"/>
              <a:gd name="connsiteY5" fmla="*/ 6337300 h 6337300"/>
              <a:gd name="connsiteX6" fmla="*/ 0 w 4853129"/>
              <a:gd name="connsiteY6" fmla="*/ 5807846 h 6337300"/>
              <a:gd name="connsiteX7" fmla="*/ 0 w 4853129"/>
              <a:gd name="connsiteY7" fmla="*/ 529454 h 6337300"/>
              <a:gd name="connsiteX0" fmla="*/ 0 w 4853129"/>
              <a:gd name="connsiteY0" fmla="*/ 773306 h 6581152"/>
              <a:gd name="connsiteX1" fmla="*/ 4852991 w 4853129"/>
              <a:gd name="connsiteY1" fmla="*/ 582806 h 6581152"/>
              <a:gd name="connsiteX2" fmla="*/ 4376741 w 4853129"/>
              <a:gd name="connsiteY2" fmla="*/ 6051698 h 6581152"/>
              <a:gd name="connsiteX3" fmla="*/ 3847287 w 4853129"/>
              <a:gd name="connsiteY3" fmla="*/ 6581152 h 6581152"/>
              <a:gd name="connsiteX4" fmla="*/ 529454 w 4853129"/>
              <a:gd name="connsiteY4" fmla="*/ 6581152 h 6581152"/>
              <a:gd name="connsiteX5" fmla="*/ 0 w 4853129"/>
              <a:gd name="connsiteY5" fmla="*/ 6051698 h 6581152"/>
              <a:gd name="connsiteX6" fmla="*/ 0 w 4853129"/>
              <a:gd name="connsiteY6" fmla="*/ 773306 h 6581152"/>
              <a:gd name="connsiteX0" fmla="*/ 325874 w 5179003"/>
              <a:gd name="connsiteY0" fmla="*/ 773306 h 6581152"/>
              <a:gd name="connsiteX1" fmla="*/ 5178865 w 5179003"/>
              <a:gd name="connsiteY1" fmla="*/ 582806 h 6581152"/>
              <a:gd name="connsiteX2" fmla="*/ 4702615 w 5179003"/>
              <a:gd name="connsiteY2" fmla="*/ 6051698 h 6581152"/>
              <a:gd name="connsiteX3" fmla="*/ 4173161 w 5179003"/>
              <a:gd name="connsiteY3" fmla="*/ 6581152 h 6581152"/>
              <a:gd name="connsiteX4" fmla="*/ 855328 w 5179003"/>
              <a:gd name="connsiteY4" fmla="*/ 6581152 h 6581152"/>
              <a:gd name="connsiteX5" fmla="*/ 325874 w 5179003"/>
              <a:gd name="connsiteY5" fmla="*/ 773306 h 6581152"/>
              <a:gd name="connsiteX0" fmla="*/ 325874 w 5179003"/>
              <a:gd name="connsiteY0" fmla="*/ 803443 h 6611289"/>
              <a:gd name="connsiteX1" fmla="*/ 5178865 w 5179003"/>
              <a:gd name="connsiteY1" fmla="*/ 612943 h 6611289"/>
              <a:gd name="connsiteX2" fmla="*/ 4702615 w 5179003"/>
              <a:gd name="connsiteY2" fmla="*/ 6081835 h 6611289"/>
              <a:gd name="connsiteX3" fmla="*/ 4173161 w 5179003"/>
              <a:gd name="connsiteY3" fmla="*/ 6611289 h 6611289"/>
              <a:gd name="connsiteX4" fmla="*/ 855328 w 5179003"/>
              <a:gd name="connsiteY4" fmla="*/ 6611289 h 6611289"/>
              <a:gd name="connsiteX5" fmla="*/ 325874 w 5179003"/>
              <a:gd name="connsiteY5" fmla="*/ 803443 h 6611289"/>
              <a:gd name="connsiteX0" fmla="*/ 325874 w 5179003"/>
              <a:gd name="connsiteY0" fmla="*/ 803443 h 6611289"/>
              <a:gd name="connsiteX1" fmla="*/ 5178865 w 5179003"/>
              <a:gd name="connsiteY1" fmla="*/ 612943 h 6611289"/>
              <a:gd name="connsiteX2" fmla="*/ 4702615 w 5179003"/>
              <a:gd name="connsiteY2" fmla="*/ 6081835 h 6611289"/>
              <a:gd name="connsiteX3" fmla="*/ 4173161 w 5179003"/>
              <a:gd name="connsiteY3" fmla="*/ 6611289 h 6611289"/>
              <a:gd name="connsiteX4" fmla="*/ 855328 w 5179003"/>
              <a:gd name="connsiteY4" fmla="*/ 6611289 h 6611289"/>
              <a:gd name="connsiteX5" fmla="*/ 325874 w 5179003"/>
              <a:gd name="connsiteY5" fmla="*/ 803443 h 6611289"/>
              <a:gd name="connsiteX0" fmla="*/ 0 w 4853129"/>
              <a:gd name="connsiteY0" fmla="*/ 803443 h 6611289"/>
              <a:gd name="connsiteX1" fmla="*/ 4852991 w 4853129"/>
              <a:gd name="connsiteY1" fmla="*/ 612943 h 6611289"/>
              <a:gd name="connsiteX2" fmla="*/ 4376741 w 4853129"/>
              <a:gd name="connsiteY2" fmla="*/ 6081835 h 6611289"/>
              <a:gd name="connsiteX3" fmla="*/ 3847287 w 4853129"/>
              <a:gd name="connsiteY3" fmla="*/ 6611289 h 6611289"/>
              <a:gd name="connsiteX4" fmla="*/ 529454 w 4853129"/>
              <a:gd name="connsiteY4" fmla="*/ 6611289 h 6611289"/>
              <a:gd name="connsiteX5" fmla="*/ 0 w 4853129"/>
              <a:gd name="connsiteY5" fmla="*/ 803443 h 6611289"/>
              <a:gd name="connsiteX0" fmla="*/ 0 w 4853129"/>
              <a:gd name="connsiteY0" fmla="*/ 803443 h 6611289"/>
              <a:gd name="connsiteX1" fmla="*/ 4852991 w 4853129"/>
              <a:gd name="connsiteY1" fmla="*/ 612943 h 6611289"/>
              <a:gd name="connsiteX2" fmla="*/ 4376741 w 4853129"/>
              <a:gd name="connsiteY2" fmla="*/ 6081835 h 6611289"/>
              <a:gd name="connsiteX3" fmla="*/ 3847287 w 4853129"/>
              <a:gd name="connsiteY3" fmla="*/ 6611289 h 6611289"/>
              <a:gd name="connsiteX4" fmla="*/ 529454 w 4853129"/>
              <a:gd name="connsiteY4" fmla="*/ 6611289 h 6611289"/>
              <a:gd name="connsiteX5" fmla="*/ 0 w 4853129"/>
              <a:gd name="connsiteY5" fmla="*/ 803443 h 6611289"/>
              <a:gd name="connsiteX0" fmla="*/ 0 w 4853129"/>
              <a:gd name="connsiteY0" fmla="*/ 555440 h 6363286"/>
              <a:gd name="connsiteX1" fmla="*/ 4852991 w 4853129"/>
              <a:gd name="connsiteY1" fmla="*/ 364940 h 6363286"/>
              <a:gd name="connsiteX2" fmla="*/ 4376741 w 4853129"/>
              <a:gd name="connsiteY2" fmla="*/ 5833832 h 6363286"/>
              <a:gd name="connsiteX3" fmla="*/ 3847287 w 4853129"/>
              <a:gd name="connsiteY3" fmla="*/ 6363286 h 6363286"/>
              <a:gd name="connsiteX4" fmla="*/ 529454 w 4853129"/>
              <a:gd name="connsiteY4" fmla="*/ 6363286 h 6363286"/>
              <a:gd name="connsiteX5" fmla="*/ 0 w 4853129"/>
              <a:gd name="connsiteY5" fmla="*/ 555440 h 6363286"/>
              <a:gd name="connsiteX0" fmla="*/ 0 w 4853129"/>
              <a:gd name="connsiteY0" fmla="*/ 190595 h 5998441"/>
              <a:gd name="connsiteX1" fmla="*/ 4852991 w 4853129"/>
              <a:gd name="connsiteY1" fmla="*/ 95 h 5998441"/>
              <a:gd name="connsiteX2" fmla="*/ 4376741 w 4853129"/>
              <a:gd name="connsiteY2" fmla="*/ 5468987 h 5998441"/>
              <a:gd name="connsiteX3" fmla="*/ 3847287 w 4853129"/>
              <a:gd name="connsiteY3" fmla="*/ 5998441 h 5998441"/>
              <a:gd name="connsiteX4" fmla="*/ 529454 w 4853129"/>
              <a:gd name="connsiteY4" fmla="*/ 5998441 h 5998441"/>
              <a:gd name="connsiteX5" fmla="*/ 0 w 4853129"/>
              <a:gd name="connsiteY5" fmla="*/ 190595 h 5998441"/>
              <a:gd name="connsiteX0" fmla="*/ 0 w 4853129"/>
              <a:gd name="connsiteY0" fmla="*/ 238218 h 6046064"/>
              <a:gd name="connsiteX1" fmla="*/ 4852991 w 4853129"/>
              <a:gd name="connsiteY1" fmla="*/ 93 h 6046064"/>
              <a:gd name="connsiteX2" fmla="*/ 4376741 w 4853129"/>
              <a:gd name="connsiteY2" fmla="*/ 5516610 h 6046064"/>
              <a:gd name="connsiteX3" fmla="*/ 3847287 w 4853129"/>
              <a:gd name="connsiteY3" fmla="*/ 6046064 h 6046064"/>
              <a:gd name="connsiteX4" fmla="*/ 529454 w 4853129"/>
              <a:gd name="connsiteY4" fmla="*/ 6046064 h 6046064"/>
              <a:gd name="connsiteX5" fmla="*/ 0 w 4853129"/>
              <a:gd name="connsiteY5" fmla="*/ 238218 h 6046064"/>
              <a:gd name="connsiteX0" fmla="*/ 0 w 4338779"/>
              <a:gd name="connsiteY0" fmla="*/ 0 h 6074546"/>
              <a:gd name="connsiteX1" fmla="*/ 4338641 w 4338779"/>
              <a:gd name="connsiteY1" fmla="*/ 28575 h 6074546"/>
              <a:gd name="connsiteX2" fmla="*/ 3862391 w 4338779"/>
              <a:gd name="connsiteY2" fmla="*/ 5545092 h 6074546"/>
              <a:gd name="connsiteX3" fmla="*/ 3332937 w 4338779"/>
              <a:gd name="connsiteY3" fmla="*/ 6074546 h 6074546"/>
              <a:gd name="connsiteX4" fmla="*/ 15104 w 4338779"/>
              <a:gd name="connsiteY4" fmla="*/ 6074546 h 6074546"/>
              <a:gd name="connsiteX5" fmla="*/ 0 w 4338779"/>
              <a:gd name="connsiteY5" fmla="*/ 0 h 6074546"/>
              <a:gd name="connsiteX0" fmla="*/ 23519 w 4362298"/>
              <a:gd name="connsiteY0" fmla="*/ 0 h 6198371"/>
              <a:gd name="connsiteX1" fmla="*/ 4362160 w 4362298"/>
              <a:gd name="connsiteY1" fmla="*/ 28575 h 6198371"/>
              <a:gd name="connsiteX2" fmla="*/ 3885910 w 4362298"/>
              <a:gd name="connsiteY2" fmla="*/ 5545092 h 6198371"/>
              <a:gd name="connsiteX3" fmla="*/ 3356456 w 4362298"/>
              <a:gd name="connsiteY3" fmla="*/ 6074546 h 6198371"/>
              <a:gd name="connsiteX4" fmla="*/ 523 w 4362298"/>
              <a:gd name="connsiteY4" fmla="*/ 6198371 h 6198371"/>
              <a:gd name="connsiteX5" fmla="*/ 23519 w 4362298"/>
              <a:gd name="connsiteY5" fmla="*/ 0 h 6198371"/>
              <a:gd name="connsiteX0" fmla="*/ 23519 w 4362384"/>
              <a:gd name="connsiteY0" fmla="*/ 0 h 6198371"/>
              <a:gd name="connsiteX1" fmla="*/ 4362160 w 4362384"/>
              <a:gd name="connsiteY1" fmla="*/ 28575 h 6198371"/>
              <a:gd name="connsiteX2" fmla="*/ 3885910 w 4362384"/>
              <a:gd name="connsiteY2" fmla="*/ 5545092 h 6198371"/>
              <a:gd name="connsiteX3" fmla="*/ 3356456 w 4362384"/>
              <a:gd name="connsiteY3" fmla="*/ 6074546 h 6198371"/>
              <a:gd name="connsiteX4" fmla="*/ 523 w 4362384"/>
              <a:gd name="connsiteY4" fmla="*/ 6198371 h 6198371"/>
              <a:gd name="connsiteX5" fmla="*/ 23519 w 4362384"/>
              <a:gd name="connsiteY5" fmla="*/ 0 h 6198371"/>
              <a:gd name="connsiteX0" fmla="*/ 23519 w 4362384"/>
              <a:gd name="connsiteY0" fmla="*/ 0 h 6207896"/>
              <a:gd name="connsiteX1" fmla="*/ 4362160 w 4362384"/>
              <a:gd name="connsiteY1" fmla="*/ 28575 h 6207896"/>
              <a:gd name="connsiteX2" fmla="*/ 3885910 w 4362384"/>
              <a:gd name="connsiteY2" fmla="*/ 5545092 h 6207896"/>
              <a:gd name="connsiteX3" fmla="*/ 3356456 w 4362384"/>
              <a:gd name="connsiteY3" fmla="*/ 6074546 h 6207896"/>
              <a:gd name="connsiteX4" fmla="*/ 523 w 4362384"/>
              <a:gd name="connsiteY4" fmla="*/ 6207896 h 6207896"/>
              <a:gd name="connsiteX5" fmla="*/ 23519 w 4362384"/>
              <a:gd name="connsiteY5" fmla="*/ 0 h 6207896"/>
              <a:gd name="connsiteX0" fmla="*/ 108877 w 4362017"/>
              <a:gd name="connsiteY0" fmla="*/ 0 h 6217421"/>
              <a:gd name="connsiteX1" fmla="*/ 4361793 w 4362017"/>
              <a:gd name="connsiteY1" fmla="*/ 38100 h 6217421"/>
              <a:gd name="connsiteX2" fmla="*/ 3885543 w 4362017"/>
              <a:gd name="connsiteY2" fmla="*/ 5554617 h 6217421"/>
              <a:gd name="connsiteX3" fmla="*/ 3356089 w 4362017"/>
              <a:gd name="connsiteY3" fmla="*/ 6084071 h 6217421"/>
              <a:gd name="connsiteX4" fmla="*/ 156 w 4362017"/>
              <a:gd name="connsiteY4" fmla="*/ 6217421 h 6217421"/>
              <a:gd name="connsiteX5" fmla="*/ 108877 w 4362017"/>
              <a:gd name="connsiteY5" fmla="*/ 0 h 6217421"/>
              <a:gd name="connsiteX0" fmla="*/ 23519 w 4362384"/>
              <a:gd name="connsiteY0" fmla="*/ 0 h 6207896"/>
              <a:gd name="connsiteX1" fmla="*/ 4362160 w 4362384"/>
              <a:gd name="connsiteY1" fmla="*/ 28575 h 6207896"/>
              <a:gd name="connsiteX2" fmla="*/ 3885910 w 4362384"/>
              <a:gd name="connsiteY2" fmla="*/ 5545092 h 6207896"/>
              <a:gd name="connsiteX3" fmla="*/ 3356456 w 4362384"/>
              <a:gd name="connsiteY3" fmla="*/ 6074546 h 6207896"/>
              <a:gd name="connsiteX4" fmla="*/ 523 w 4362384"/>
              <a:gd name="connsiteY4" fmla="*/ 6207896 h 6207896"/>
              <a:gd name="connsiteX5" fmla="*/ 23519 w 4362384"/>
              <a:gd name="connsiteY5" fmla="*/ 0 h 6207896"/>
              <a:gd name="connsiteX0" fmla="*/ 23519 w 4371902"/>
              <a:gd name="connsiteY0" fmla="*/ 0 h 6207896"/>
              <a:gd name="connsiteX1" fmla="*/ 4371685 w 4371902"/>
              <a:gd name="connsiteY1" fmla="*/ 28575 h 6207896"/>
              <a:gd name="connsiteX2" fmla="*/ 3885910 w 4371902"/>
              <a:gd name="connsiteY2" fmla="*/ 5545092 h 6207896"/>
              <a:gd name="connsiteX3" fmla="*/ 3356456 w 4371902"/>
              <a:gd name="connsiteY3" fmla="*/ 6074546 h 6207896"/>
              <a:gd name="connsiteX4" fmla="*/ 523 w 4371902"/>
              <a:gd name="connsiteY4" fmla="*/ 6207896 h 6207896"/>
              <a:gd name="connsiteX5" fmla="*/ 23519 w 4371902"/>
              <a:gd name="connsiteY5" fmla="*/ 0 h 6207896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56456 w 4371902"/>
              <a:gd name="connsiteY3" fmla="*/ 607465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56456 w 4371902"/>
              <a:gd name="connsiteY3" fmla="*/ 607465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43756 w 4371902"/>
              <a:gd name="connsiteY3" fmla="*/ 607465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43756 w 4371902"/>
              <a:gd name="connsiteY3" fmla="*/ 607465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43756 w 4371902"/>
              <a:gd name="connsiteY3" fmla="*/ 607465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43756 w 4371902"/>
              <a:gd name="connsiteY3" fmla="*/ 607465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43756 w 4371902"/>
              <a:gd name="connsiteY3" fmla="*/ 607465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24706 w 4371902"/>
              <a:gd name="connsiteY3" fmla="*/ 606830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7"/>
              <a:gd name="connsiteY0" fmla="*/ 107 h 6208003"/>
              <a:gd name="connsiteX1" fmla="*/ 4371685 w 4371907"/>
              <a:gd name="connsiteY1" fmla="*/ 107 h 6208003"/>
              <a:gd name="connsiteX2" fmla="*/ 3892260 w 4371907"/>
              <a:gd name="connsiteY2" fmla="*/ 5507099 h 6208003"/>
              <a:gd name="connsiteX3" fmla="*/ 3324706 w 4371907"/>
              <a:gd name="connsiteY3" fmla="*/ 6068303 h 6208003"/>
              <a:gd name="connsiteX4" fmla="*/ 523 w 4371907"/>
              <a:gd name="connsiteY4" fmla="*/ 6208003 h 6208003"/>
              <a:gd name="connsiteX5" fmla="*/ 23519 w 4371907"/>
              <a:gd name="connsiteY5" fmla="*/ 107 h 6208003"/>
              <a:gd name="connsiteX0" fmla="*/ 0 w 4373917"/>
              <a:gd name="connsiteY0" fmla="*/ 0 h 6214250"/>
              <a:gd name="connsiteX1" fmla="*/ 4373695 w 4373917"/>
              <a:gd name="connsiteY1" fmla="*/ 6354 h 6214250"/>
              <a:gd name="connsiteX2" fmla="*/ 3894270 w 4373917"/>
              <a:gd name="connsiteY2" fmla="*/ 5513346 h 6214250"/>
              <a:gd name="connsiteX3" fmla="*/ 3326716 w 4373917"/>
              <a:gd name="connsiteY3" fmla="*/ 6074550 h 6214250"/>
              <a:gd name="connsiteX4" fmla="*/ 2533 w 4373917"/>
              <a:gd name="connsiteY4" fmla="*/ 6214250 h 6214250"/>
              <a:gd name="connsiteX5" fmla="*/ 0 w 4373917"/>
              <a:gd name="connsiteY5" fmla="*/ 0 h 6214250"/>
              <a:gd name="connsiteX0" fmla="*/ 0 w 4373917"/>
              <a:gd name="connsiteY0" fmla="*/ 0 h 6214250"/>
              <a:gd name="connsiteX1" fmla="*/ 4373695 w 4373917"/>
              <a:gd name="connsiteY1" fmla="*/ 6354 h 6214250"/>
              <a:gd name="connsiteX2" fmla="*/ 3894270 w 4373917"/>
              <a:gd name="connsiteY2" fmla="*/ 5500638 h 6214250"/>
              <a:gd name="connsiteX3" fmla="*/ 3326716 w 4373917"/>
              <a:gd name="connsiteY3" fmla="*/ 6074550 h 6214250"/>
              <a:gd name="connsiteX4" fmla="*/ 2533 w 4373917"/>
              <a:gd name="connsiteY4" fmla="*/ 6214250 h 6214250"/>
              <a:gd name="connsiteX5" fmla="*/ 0 w 4373917"/>
              <a:gd name="connsiteY5" fmla="*/ 0 h 6214250"/>
              <a:gd name="connsiteX0" fmla="*/ 0 w 4373917"/>
              <a:gd name="connsiteY0" fmla="*/ 0 h 6214250"/>
              <a:gd name="connsiteX1" fmla="*/ 4373695 w 4373917"/>
              <a:gd name="connsiteY1" fmla="*/ 1588 h 6214250"/>
              <a:gd name="connsiteX2" fmla="*/ 3894270 w 4373917"/>
              <a:gd name="connsiteY2" fmla="*/ 5500638 h 6214250"/>
              <a:gd name="connsiteX3" fmla="*/ 3326716 w 4373917"/>
              <a:gd name="connsiteY3" fmla="*/ 6074550 h 6214250"/>
              <a:gd name="connsiteX4" fmla="*/ 2533 w 4373917"/>
              <a:gd name="connsiteY4" fmla="*/ 6214250 h 6214250"/>
              <a:gd name="connsiteX5" fmla="*/ 0 w 4373917"/>
              <a:gd name="connsiteY5" fmla="*/ 0 h 6214250"/>
              <a:gd name="connsiteX0" fmla="*/ 0 w 4373917"/>
              <a:gd name="connsiteY0" fmla="*/ 0 h 6214250"/>
              <a:gd name="connsiteX1" fmla="*/ 4373695 w 4373917"/>
              <a:gd name="connsiteY1" fmla="*/ 1588 h 6214250"/>
              <a:gd name="connsiteX2" fmla="*/ 3894270 w 4373917"/>
              <a:gd name="connsiteY2" fmla="*/ 5500638 h 6214250"/>
              <a:gd name="connsiteX3" fmla="*/ 3326716 w 4373917"/>
              <a:gd name="connsiteY3" fmla="*/ 6074550 h 6214250"/>
              <a:gd name="connsiteX4" fmla="*/ 2533 w 4373917"/>
              <a:gd name="connsiteY4" fmla="*/ 6214250 h 6214250"/>
              <a:gd name="connsiteX5" fmla="*/ 0 w 4373917"/>
              <a:gd name="connsiteY5" fmla="*/ 0 h 6214250"/>
              <a:gd name="connsiteX0" fmla="*/ 0 w 4373921"/>
              <a:gd name="connsiteY0" fmla="*/ 0 h 6214250"/>
              <a:gd name="connsiteX1" fmla="*/ 4373695 w 4373921"/>
              <a:gd name="connsiteY1" fmla="*/ 1588 h 6214250"/>
              <a:gd name="connsiteX2" fmla="*/ 3894270 w 4373921"/>
              <a:gd name="connsiteY2" fmla="*/ 5500638 h 6214250"/>
              <a:gd name="connsiteX3" fmla="*/ 3326716 w 4373921"/>
              <a:gd name="connsiteY3" fmla="*/ 6074550 h 6214250"/>
              <a:gd name="connsiteX4" fmla="*/ 2533 w 4373921"/>
              <a:gd name="connsiteY4" fmla="*/ 6214250 h 6214250"/>
              <a:gd name="connsiteX5" fmla="*/ 0 w 4373921"/>
              <a:gd name="connsiteY5" fmla="*/ 0 h 6214250"/>
              <a:gd name="connsiteX0" fmla="*/ 0 w 4373921"/>
              <a:gd name="connsiteY0" fmla="*/ 0 h 6214250"/>
              <a:gd name="connsiteX1" fmla="*/ 4373695 w 4373921"/>
              <a:gd name="connsiteY1" fmla="*/ 1588 h 6214250"/>
              <a:gd name="connsiteX2" fmla="*/ 3894270 w 4373921"/>
              <a:gd name="connsiteY2" fmla="*/ 5500638 h 6214250"/>
              <a:gd name="connsiteX3" fmla="*/ 3326716 w 4373921"/>
              <a:gd name="connsiteY3" fmla="*/ 6074550 h 6214250"/>
              <a:gd name="connsiteX4" fmla="*/ 2533 w 4373921"/>
              <a:gd name="connsiteY4" fmla="*/ 6214250 h 6214250"/>
              <a:gd name="connsiteX5" fmla="*/ 0 w 4373921"/>
              <a:gd name="connsiteY5" fmla="*/ 0 h 6214250"/>
              <a:gd name="connsiteX0" fmla="*/ 0 w 4373921"/>
              <a:gd name="connsiteY0" fmla="*/ 0 h 6214250"/>
              <a:gd name="connsiteX1" fmla="*/ 4373695 w 4373921"/>
              <a:gd name="connsiteY1" fmla="*/ 1588 h 6214250"/>
              <a:gd name="connsiteX2" fmla="*/ 3894270 w 4373921"/>
              <a:gd name="connsiteY2" fmla="*/ 5529232 h 6214250"/>
              <a:gd name="connsiteX3" fmla="*/ 3326716 w 4373921"/>
              <a:gd name="connsiteY3" fmla="*/ 6074550 h 6214250"/>
              <a:gd name="connsiteX4" fmla="*/ 2533 w 4373921"/>
              <a:gd name="connsiteY4" fmla="*/ 6214250 h 6214250"/>
              <a:gd name="connsiteX5" fmla="*/ 0 w 4373921"/>
              <a:gd name="connsiteY5" fmla="*/ 0 h 6214250"/>
              <a:gd name="connsiteX0" fmla="*/ 0 w 4373921"/>
              <a:gd name="connsiteY0" fmla="*/ 0 h 6214250"/>
              <a:gd name="connsiteX1" fmla="*/ 4373695 w 4373921"/>
              <a:gd name="connsiteY1" fmla="*/ 1588 h 6214250"/>
              <a:gd name="connsiteX2" fmla="*/ 3894270 w 4373921"/>
              <a:gd name="connsiteY2" fmla="*/ 5529232 h 6214250"/>
              <a:gd name="connsiteX3" fmla="*/ 3326716 w 4373921"/>
              <a:gd name="connsiteY3" fmla="*/ 6074550 h 6214250"/>
              <a:gd name="connsiteX4" fmla="*/ 2533 w 4373921"/>
              <a:gd name="connsiteY4" fmla="*/ 6214250 h 6214250"/>
              <a:gd name="connsiteX5" fmla="*/ 0 w 4373921"/>
              <a:gd name="connsiteY5" fmla="*/ 0 h 6214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73921" h="6214250">
                <a:moveTo>
                  <a:pt x="0" y="0"/>
                </a:moveTo>
                <a:lnTo>
                  <a:pt x="4373695" y="1588"/>
                </a:lnTo>
                <a:cubicBezTo>
                  <a:pt x="4383220" y="-20123"/>
                  <a:pt x="4089557" y="3260177"/>
                  <a:pt x="3894270" y="5529232"/>
                </a:cubicBezTo>
                <a:cubicBezTo>
                  <a:pt x="3854511" y="5861326"/>
                  <a:pt x="3669925" y="6068200"/>
                  <a:pt x="3326716" y="6074550"/>
                </a:cubicBezTo>
                <a:lnTo>
                  <a:pt x="2533" y="6214250"/>
                </a:lnTo>
                <a:cubicBezTo>
                  <a:pt x="-2502" y="4189401"/>
                  <a:pt x="5035" y="2024849"/>
                  <a:pt x="0" y="0"/>
                </a:cubicBezTo>
                <a:close/>
              </a:path>
            </a:pathLst>
          </a:custGeom>
          <a:solidFill>
            <a:srgbClr val="FFFFF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708A82-0582-0DDB-0580-36B0B4F54B5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91842" y="2647951"/>
            <a:ext cx="7084218" cy="3432174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Kapiteltrenner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5D951D5-C1F3-685D-0CD8-D7A1D277270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054226" y="2755564"/>
            <a:ext cx="1212850" cy="854654"/>
          </a:xfrm>
        </p:spPr>
        <p:txBody>
          <a:bodyPr/>
          <a:lstStyle>
            <a:lvl1pPr marL="0" indent="0" algn="l">
              <a:lnSpc>
                <a:spcPct val="80000"/>
              </a:lnSpc>
              <a:spcAft>
                <a:spcPts val="0"/>
              </a:spcAft>
              <a:buNone/>
              <a:defRPr sz="7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00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680CA870-DDFC-4BCD-5982-3DB248B4F3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38" y="374866"/>
            <a:ext cx="1538287" cy="297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8647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Ro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: abgerundete Ecken 5">
            <a:extLst>
              <a:ext uri="{FF2B5EF4-FFF2-40B4-BE49-F238E27FC236}">
                <a16:creationId xmlns:a16="http://schemas.microsoft.com/office/drawing/2014/main" id="{070DF265-ADF3-9CF2-C5CE-0F22642E0878}"/>
              </a:ext>
            </a:extLst>
          </p:cNvPr>
          <p:cNvSpPr/>
          <p:nvPr userDrawn="1"/>
        </p:nvSpPr>
        <p:spPr>
          <a:xfrm>
            <a:off x="0" y="0"/>
            <a:ext cx="4351753" cy="6210193"/>
          </a:xfrm>
          <a:custGeom>
            <a:avLst/>
            <a:gdLst>
              <a:gd name="connsiteX0" fmla="*/ 0 w 4376741"/>
              <a:gd name="connsiteY0" fmla="*/ 529454 h 6337300"/>
              <a:gd name="connsiteX1" fmla="*/ 529454 w 4376741"/>
              <a:gd name="connsiteY1" fmla="*/ 0 h 6337300"/>
              <a:gd name="connsiteX2" fmla="*/ 3847287 w 4376741"/>
              <a:gd name="connsiteY2" fmla="*/ 0 h 6337300"/>
              <a:gd name="connsiteX3" fmla="*/ 4376741 w 4376741"/>
              <a:gd name="connsiteY3" fmla="*/ 529454 h 6337300"/>
              <a:gd name="connsiteX4" fmla="*/ 4376741 w 4376741"/>
              <a:gd name="connsiteY4" fmla="*/ 5807846 h 6337300"/>
              <a:gd name="connsiteX5" fmla="*/ 3847287 w 4376741"/>
              <a:gd name="connsiteY5" fmla="*/ 6337300 h 6337300"/>
              <a:gd name="connsiteX6" fmla="*/ 529454 w 4376741"/>
              <a:gd name="connsiteY6" fmla="*/ 6337300 h 6337300"/>
              <a:gd name="connsiteX7" fmla="*/ 0 w 4376741"/>
              <a:gd name="connsiteY7" fmla="*/ 5807846 h 6337300"/>
              <a:gd name="connsiteX8" fmla="*/ 0 w 4376741"/>
              <a:gd name="connsiteY8" fmla="*/ 529454 h 6337300"/>
              <a:gd name="connsiteX0" fmla="*/ 0 w 4852991"/>
              <a:gd name="connsiteY0" fmla="*/ 529454 h 6337300"/>
              <a:gd name="connsiteX1" fmla="*/ 529454 w 4852991"/>
              <a:gd name="connsiteY1" fmla="*/ 0 h 6337300"/>
              <a:gd name="connsiteX2" fmla="*/ 3847287 w 4852991"/>
              <a:gd name="connsiteY2" fmla="*/ 0 h 6337300"/>
              <a:gd name="connsiteX3" fmla="*/ 4852991 w 4852991"/>
              <a:gd name="connsiteY3" fmla="*/ 338954 h 6337300"/>
              <a:gd name="connsiteX4" fmla="*/ 4376741 w 4852991"/>
              <a:gd name="connsiteY4" fmla="*/ 5807846 h 6337300"/>
              <a:gd name="connsiteX5" fmla="*/ 3847287 w 4852991"/>
              <a:gd name="connsiteY5" fmla="*/ 6337300 h 6337300"/>
              <a:gd name="connsiteX6" fmla="*/ 529454 w 4852991"/>
              <a:gd name="connsiteY6" fmla="*/ 6337300 h 6337300"/>
              <a:gd name="connsiteX7" fmla="*/ 0 w 4852991"/>
              <a:gd name="connsiteY7" fmla="*/ 5807846 h 6337300"/>
              <a:gd name="connsiteX8" fmla="*/ 0 w 4852991"/>
              <a:gd name="connsiteY8" fmla="*/ 529454 h 6337300"/>
              <a:gd name="connsiteX0" fmla="*/ 0 w 4852991"/>
              <a:gd name="connsiteY0" fmla="*/ 714302 h 6522148"/>
              <a:gd name="connsiteX1" fmla="*/ 529454 w 4852991"/>
              <a:gd name="connsiteY1" fmla="*/ 184848 h 6522148"/>
              <a:gd name="connsiteX2" fmla="*/ 3847287 w 4852991"/>
              <a:gd name="connsiteY2" fmla="*/ 184848 h 6522148"/>
              <a:gd name="connsiteX3" fmla="*/ 4852991 w 4852991"/>
              <a:gd name="connsiteY3" fmla="*/ 523802 h 6522148"/>
              <a:gd name="connsiteX4" fmla="*/ 4376741 w 4852991"/>
              <a:gd name="connsiteY4" fmla="*/ 5992694 h 6522148"/>
              <a:gd name="connsiteX5" fmla="*/ 3847287 w 4852991"/>
              <a:gd name="connsiteY5" fmla="*/ 6522148 h 6522148"/>
              <a:gd name="connsiteX6" fmla="*/ 529454 w 4852991"/>
              <a:gd name="connsiteY6" fmla="*/ 6522148 h 6522148"/>
              <a:gd name="connsiteX7" fmla="*/ 0 w 4852991"/>
              <a:gd name="connsiteY7" fmla="*/ 5992694 h 6522148"/>
              <a:gd name="connsiteX8" fmla="*/ 0 w 4852991"/>
              <a:gd name="connsiteY8" fmla="*/ 714302 h 6522148"/>
              <a:gd name="connsiteX0" fmla="*/ 0 w 4852991"/>
              <a:gd name="connsiteY0" fmla="*/ 529454 h 6337300"/>
              <a:gd name="connsiteX1" fmla="*/ 529454 w 4852991"/>
              <a:gd name="connsiteY1" fmla="*/ 0 h 6337300"/>
              <a:gd name="connsiteX2" fmla="*/ 3847287 w 4852991"/>
              <a:gd name="connsiteY2" fmla="*/ 0 h 6337300"/>
              <a:gd name="connsiteX3" fmla="*/ 4852991 w 4852991"/>
              <a:gd name="connsiteY3" fmla="*/ 338954 h 6337300"/>
              <a:gd name="connsiteX4" fmla="*/ 4376741 w 4852991"/>
              <a:gd name="connsiteY4" fmla="*/ 5807846 h 6337300"/>
              <a:gd name="connsiteX5" fmla="*/ 3847287 w 4852991"/>
              <a:gd name="connsiteY5" fmla="*/ 6337300 h 6337300"/>
              <a:gd name="connsiteX6" fmla="*/ 529454 w 4852991"/>
              <a:gd name="connsiteY6" fmla="*/ 6337300 h 6337300"/>
              <a:gd name="connsiteX7" fmla="*/ 0 w 4852991"/>
              <a:gd name="connsiteY7" fmla="*/ 5807846 h 6337300"/>
              <a:gd name="connsiteX8" fmla="*/ 0 w 4852991"/>
              <a:gd name="connsiteY8" fmla="*/ 529454 h 6337300"/>
              <a:gd name="connsiteX0" fmla="*/ 0 w 4853129"/>
              <a:gd name="connsiteY0" fmla="*/ 529454 h 6337300"/>
              <a:gd name="connsiteX1" fmla="*/ 529454 w 4853129"/>
              <a:gd name="connsiteY1" fmla="*/ 0 h 6337300"/>
              <a:gd name="connsiteX2" fmla="*/ 3847287 w 4853129"/>
              <a:gd name="connsiteY2" fmla="*/ 0 h 6337300"/>
              <a:gd name="connsiteX3" fmla="*/ 4852991 w 4853129"/>
              <a:gd name="connsiteY3" fmla="*/ 338954 h 6337300"/>
              <a:gd name="connsiteX4" fmla="*/ 4376741 w 4853129"/>
              <a:gd name="connsiteY4" fmla="*/ 5807846 h 6337300"/>
              <a:gd name="connsiteX5" fmla="*/ 3847287 w 4853129"/>
              <a:gd name="connsiteY5" fmla="*/ 6337300 h 6337300"/>
              <a:gd name="connsiteX6" fmla="*/ 529454 w 4853129"/>
              <a:gd name="connsiteY6" fmla="*/ 6337300 h 6337300"/>
              <a:gd name="connsiteX7" fmla="*/ 0 w 4853129"/>
              <a:gd name="connsiteY7" fmla="*/ 5807846 h 6337300"/>
              <a:gd name="connsiteX8" fmla="*/ 0 w 4853129"/>
              <a:gd name="connsiteY8" fmla="*/ 529454 h 6337300"/>
              <a:gd name="connsiteX0" fmla="*/ 0 w 4853129"/>
              <a:gd name="connsiteY0" fmla="*/ 529454 h 6337300"/>
              <a:gd name="connsiteX1" fmla="*/ 529454 w 4853129"/>
              <a:gd name="connsiteY1" fmla="*/ 0 h 6337300"/>
              <a:gd name="connsiteX2" fmla="*/ 4852991 w 4853129"/>
              <a:gd name="connsiteY2" fmla="*/ 338954 h 6337300"/>
              <a:gd name="connsiteX3" fmla="*/ 4376741 w 4853129"/>
              <a:gd name="connsiteY3" fmla="*/ 5807846 h 6337300"/>
              <a:gd name="connsiteX4" fmla="*/ 3847287 w 4853129"/>
              <a:gd name="connsiteY4" fmla="*/ 6337300 h 6337300"/>
              <a:gd name="connsiteX5" fmla="*/ 529454 w 4853129"/>
              <a:gd name="connsiteY5" fmla="*/ 6337300 h 6337300"/>
              <a:gd name="connsiteX6" fmla="*/ 0 w 4853129"/>
              <a:gd name="connsiteY6" fmla="*/ 5807846 h 6337300"/>
              <a:gd name="connsiteX7" fmla="*/ 0 w 4853129"/>
              <a:gd name="connsiteY7" fmla="*/ 529454 h 6337300"/>
              <a:gd name="connsiteX0" fmla="*/ 0 w 4853129"/>
              <a:gd name="connsiteY0" fmla="*/ 773306 h 6581152"/>
              <a:gd name="connsiteX1" fmla="*/ 4852991 w 4853129"/>
              <a:gd name="connsiteY1" fmla="*/ 582806 h 6581152"/>
              <a:gd name="connsiteX2" fmla="*/ 4376741 w 4853129"/>
              <a:gd name="connsiteY2" fmla="*/ 6051698 h 6581152"/>
              <a:gd name="connsiteX3" fmla="*/ 3847287 w 4853129"/>
              <a:gd name="connsiteY3" fmla="*/ 6581152 h 6581152"/>
              <a:gd name="connsiteX4" fmla="*/ 529454 w 4853129"/>
              <a:gd name="connsiteY4" fmla="*/ 6581152 h 6581152"/>
              <a:gd name="connsiteX5" fmla="*/ 0 w 4853129"/>
              <a:gd name="connsiteY5" fmla="*/ 6051698 h 6581152"/>
              <a:gd name="connsiteX6" fmla="*/ 0 w 4853129"/>
              <a:gd name="connsiteY6" fmla="*/ 773306 h 6581152"/>
              <a:gd name="connsiteX0" fmla="*/ 325874 w 5179003"/>
              <a:gd name="connsiteY0" fmla="*/ 773306 h 6581152"/>
              <a:gd name="connsiteX1" fmla="*/ 5178865 w 5179003"/>
              <a:gd name="connsiteY1" fmla="*/ 582806 h 6581152"/>
              <a:gd name="connsiteX2" fmla="*/ 4702615 w 5179003"/>
              <a:gd name="connsiteY2" fmla="*/ 6051698 h 6581152"/>
              <a:gd name="connsiteX3" fmla="*/ 4173161 w 5179003"/>
              <a:gd name="connsiteY3" fmla="*/ 6581152 h 6581152"/>
              <a:gd name="connsiteX4" fmla="*/ 855328 w 5179003"/>
              <a:gd name="connsiteY4" fmla="*/ 6581152 h 6581152"/>
              <a:gd name="connsiteX5" fmla="*/ 325874 w 5179003"/>
              <a:gd name="connsiteY5" fmla="*/ 773306 h 6581152"/>
              <a:gd name="connsiteX0" fmla="*/ 325874 w 5179003"/>
              <a:gd name="connsiteY0" fmla="*/ 803443 h 6611289"/>
              <a:gd name="connsiteX1" fmla="*/ 5178865 w 5179003"/>
              <a:gd name="connsiteY1" fmla="*/ 612943 h 6611289"/>
              <a:gd name="connsiteX2" fmla="*/ 4702615 w 5179003"/>
              <a:gd name="connsiteY2" fmla="*/ 6081835 h 6611289"/>
              <a:gd name="connsiteX3" fmla="*/ 4173161 w 5179003"/>
              <a:gd name="connsiteY3" fmla="*/ 6611289 h 6611289"/>
              <a:gd name="connsiteX4" fmla="*/ 855328 w 5179003"/>
              <a:gd name="connsiteY4" fmla="*/ 6611289 h 6611289"/>
              <a:gd name="connsiteX5" fmla="*/ 325874 w 5179003"/>
              <a:gd name="connsiteY5" fmla="*/ 803443 h 6611289"/>
              <a:gd name="connsiteX0" fmla="*/ 325874 w 5179003"/>
              <a:gd name="connsiteY0" fmla="*/ 803443 h 6611289"/>
              <a:gd name="connsiteX1" fmla="*/ 5178865 w 5179003"/>
              <a:gd name="connsiteY1" fmla="*/ 612943 h 6611289"/>
              <a:gd name="connsiteX2" fmla="*/ 4702615 w 5179003"/>
              <a:gd name="connsiteY2" fmla="*/ 6081835 h 6611289"/>
              <a:gd name="connsiteX3" fmla="*/ 4173161 w 5179003"/>
              <a:gd name="connsiteY3" fmla="*/ 6611289 h 6611289"/>
              <a:gd name="connsiteX4" fmla="*/ 855328 w 5179003"/>
              <a:gd name="connsiteY4" fmla="*/ 6611289 h 6611289"/>
              <a:gd name="connsiteX5" fmla="*/ 325874 w 5179003"/>
              <a:gd name="connsiteY5" fmla="*/ 803443 h 6611289"/>
              <a:gd name="connsiteX0" fmla="*/ 0 w 4853129"/>
              <a:gd name="connsiteY0" fmla="*/ 803443 h 6611289"/>
              <a:gd name="connsiteX1" fmla="*/ 4852991 w 4853129"/>
              <a:gd name="connsiteY1" fmla="*/ 612943 h 6611289"/>
              <a:gd name="connsiteX2" fmla="*/ 4376741 w 4853129"/>
              <a:gd name="connsiteY2" fmla="*/ 6081835 h 6611289"/>
              <a:gd name="connsiteX3" fmla="*/ 3847287 w 4853129"/>
              <a:gd name="connsiteY3" fmla="*/ 6611289 h 6611289"/>
              <a:gd name="connsiteX4" fmla="*/ 529454 w 4853129"/>
              <a:gd name="connsiteY4" fmla="*/ 6611289 h 6611289"/>
              <a:gd name="connsiteX5" fmla="*/ 0 w 4853129"/>
              <a:gd name="connsiteY5" fmla="*/ 803443 h 6611289"/>
              <a:gd name="connsiteX0" fmla="*/ 0 w 4853129"/>
              <a:gd name="connsiteY0" fmla="*/ 803443 h 6611289"/>
              <a:gd name="connsiteX1" fmla="*/ 4852991 w 4853129"/>
              <a:gd name="connsiteY1" fmla="*/ 612943 h 6611289"/>
              <a:gd name="connsiteX2" fmla="*/ 4376741 w 4853129"/>
              <a:gd name="connsiteY2" fmla="*/ 6081835 h 6611289"/>
              <a:gd name="connsiteX3" fmla="*/ 3847287 w 4853129"/>
              <a:gd name="connsiteY3" fmla="*/ 6611289 h 6611289"/>
              <a:gd name="connsiteX4" fmla="*/ 529454 w 4853129"/>
              <a:gd name="connsiteY4" fmla="*/ 6611289 h 6611289"/>
              <a:gd name="connsiteX5" fmla="*/ 0 w 4853129"/>
              <a:gd name="connsiteY5" fmla="*/ 803443 h 6611289"/>
              <a:gd name="connsiteX0" fmla="*/ 0 w 4853129"/>
              <a:gd name="connsiteY0" fmla="*/ 555440 h 6363286"/>
              <a:gd name="connsiteX1" fmla="*/ 4852991 w 4853129"/>
              <a:gd name="connsiteY1" fmla="*/ 364940 h 6363286"/>
              <a:gd name="connsiteX2" fmla="*/ 4376741 w 4853129"/>
              <a:gd name="connsiteY2" fmla="*/ 5833832 h 6363286"/>
              <a:gd name="connsiteX3" fmla="*/ 3847287 w 4853129"/>
              <a:gd name="connsiteY3" fmla="*/ 6363286 h 6363286"/>
              <a:gd name="connsiteX4" fmla="*/ 529454 w 4853129"/>
              <a:gd name="connsiteY4" fmla="*/ 6363286 h 6363286"/>
              <a:gd name="connsiteX5" fmla="*/ 0 w 4853129"/>
              <a:gd name="connsiteY5" fmla="*/ 555440 h 6363286"/>
              <a:gd name="connsiteX0" fmla="*/ 0 w 4853129"/>
              <a:gd name="connsiteY0" fmla="*/ 190595 h 5998441"/>
              <a:gd name="connsiteX1" fmla="*/ 4852991 w 4853129"/>
              <a:gd name="connsiteY1" fmla="*/ 95 h 5998441"/>
              <a:gd name="connsiteX2" fmla="*/ 4376741 w 4853129"/>
              <a:gd name="connsiteY2" fmla="*/ 5468987 h 5998441"/>
              <a:gd name="connsiteX3" fmla="*/ 3847287 w 4853129"/>
              <a:gd name="connsiteY3" fmla="*/ 5998441 h 5998441"/>
              <a:gd name="connsiteX4" fmla="*/ 529454 w 4853129"/>
              <a:gd name="connsiteY4" fmla="*/ 5998441 h 5998441"/>
              <a:gd name="connsiteX5" fmla="*/ 0 w 4853129"/>
              <a:gd name="connsiteY5" fmla="*/ 190595 h 5998441"/>
              <a:gd name="connsiteX0" fmla="*/ 0 w 4853129"/>
              <a:gd name="connsiteY0" fmla="*/ 238218 h 6046064"/>
              <a:gd name="connsiteX1" fmla="*/ 4852991 w 4853129"/>
              <a:gd name="connsiteY1" fmla="*/ 93 h 6046064"/>
              <a:gd name="connsiteX2" fmla="*/ 4376741 w 4853129"/>
              <a:gd name="connsiteY2" fmla="*/ 5516610 h 6046064"/>
              <a:gd name="connsiteX3" fmla="*/ 3847287 w 4853129"/>
              <a:gd name="connsiteY3" fmla="*/ 6046064 h 6046064"/>
              <a:gd name="connsiteX4" fmla="*/ 529454 w 4853129"/>
              <a:gd name="connsiteY4" fmla="*/ 6046064 h 6046064"/>
              <a:gd name="connsiteX5" fmla="*/ 0 w 4853129"/>
              <a:gd name="connsiteY5" fmla="*/ 238218 h 6046064"/>
              <a:gd name="connsiteX0" fmla="*/ 0 w 4338779"/>
              <a:gd name="connsiteY0" fmla="*/ 0 h 6074546"/>
              <a:gd name="connsiteX1" fmla="*/ 4338641 w 4338779"/>
              <a:gd name="connsiteY1" fmla="*/ 28575 h 6074546"/>
              <a:gd name="connsiteX2" fmla="*/ 3862391 w 4338779"/>
              <a:gd name="connsiteY2" fmla="*/ 5545092 h 6074546"/>
              <a:gd name="connsiteX3" fmla="*/ 3332937 w 4338779"/>
              <a:gd name="connsiteY3" fmla="*/ 6074546 h 6074546"/>
              <a:gd name="connsiteX4" fmla="*/ 15104 w 4338779"/>
              <a:gd name="connsiteY4" fmla="*/ 6074546 h 6074546"/>
              <a:gd name="connsiteX5" fmla="*/ 0 w 4338779"/>
              <a:gd name="connsiteY5" fmla="*/ 0 h 6074546"/>
              <a:gd name="connsiteX0" fmla="*/ 23519 w 4362298"/>
              <a:gd name="connsiteY0" fmla="*/ 0 h 6198371"/>
              <a:gd name="connsiteX1" fmla="*/ 4362160 w 4362298"/>
              <a:gd name="connsiteY1" fmla="*/ 28575 h 6198371"/>
              <a:gd name="connsiteX2" fmla="*/ 3885910 w 4362298"/>
              <a:gd name="connsiteY2" fmla="*/ 5545092 h 6198371"/>
              <a:gd name="connsiteX3" fmla="*/ 3356456 w 4362298"/>
              <a:gd name="connsiteY3" fmla="*/ 6074546 h 6198371"/>
              <a:gd name="connsiteX4" fmla="*/ 523 w 4362298"/>
              <a:gd name="connsiteY4" fmla="*/ 6198371 h 6198371"/>
              <a:gd name="connsiteX5" fmla="*/ 23519 w 4362298"/>
              <a:gd name="connsiteY5" fmla="*/ 0 h 6198371"/>
              <a:gd name="connsiteX0" fmla="*/ 23519 w 4362384"/>
              <a:gd name="connsiteY0" fmla="*/ 0 h 6198371"/>
              <a:gd name="connsiteX1" fmla="*/ 4362160 w 4362384"/>
              <a:gd name="connsiteY1" fmla="*/ 28575 h 6198371"/>
              <a:gd name="connsiteX2" fmla="*/ 3885910 w 4362384"/>
              <a:gd name="connsiteY2" fmla="*/ 5545092 h 6198371"/>
              <a:gd name="connsiteX3" fmla="*/ 3356456 w 4362384"/>
              <a:gd name="connsiteY3" fmla="*/ 6074546 h 6198371"/>
              <a:gd name="connsiteX4" fmla="*/ 523 w 4362384"/>
              <a:gd name="connsiteY4" fmla="*/ 6198371 h 6198371"/>
              <a:gd name="connsiteX5" fmla="*/ 23519 w 4362384"/>
              <a:gd name="connsiteY5" fmla="*/ 0 h 6198371"/>
              <a:gd name="connsiteX0" fmla="*/ 23519 w 4362384"/>
              <a:gd name="connsiteY0" fmla="*/ 0 h 6207896"/>
              <a:gd name="connsiteX1" fmla="*/ 4362160 w 4362384"/>
              <a:gd name="connsiteY1" fmla="*/ 28575 h 6207896"/>
              <a:gd name="connsiteX2" fmla="*/ 3885910 w 4362384"/>
              <a:gd name="connsiteY2" fmla="*/ 5545092 h 6207896"/>
              <a:gd name="connsiteX3" fmla="*/ 3356456 w 4362384"/>
              <a:gd name="connsiteY3" fmla="*/ 6074546 h 6207896"/>
              <a:gd name="connsiteX4" fmla="*/ 523 w 4362384"/>
              <a:gd name="connsiteY4" fmla="*/ 6207896 h 6207896"/>
              <a:gd name="connsiteX5" fmla="*/ 23519 w 4362384"/>
              <a:gd name="connsiteY5" fmla="*/ 0 h 6207896"/>
              <a:gd name="connsiteX0" fmla="*/ 108877 w 4362017"/>
              <a:gd name="connsiteY0" fmla="*/ 0 h 6217421"/>
              <a:gd name="connsiteX1" fmla="*/ 4361793 w 4362017"/>
              <a:gd name="connsiteY1" fmla="*/ 38100 h 6217421"/>
              <a:gd name="connsiteX2" fmla="*/ 3885543 w 4362017"/>
              <a:gd name="connsiteY2" fmla="*/ 5554617 h 6217421"/>
              <a:gd name="connsiteX3" fmla="*/ 3356089 w 4362017"/>
              <a:gd name="connsiteY3" fmla="*/ 6084071 h 6217421"/>
              <a:gd name="connsiteX4" fmla="*/ 156 w 4362017"/>
              <a:gd name="connsiteY4" fmla="*/ 6217421 h 6217421"/>
              <a:gd name="connsiteX5" fmla="*/ 108877 w 4362017"/>
              <a:gd name="connsiteY5" fmla="*/ 0 h 6217421"/>
              <a:gd name="connsiteX0" fmla="*/ 23519 w 4362384"/>
              <a:gd name="connsiteY0" fmla="*/ 0 h 6207896"/>
              <a:gd name="connsiteX1" fmla="*/ 4362160 w 4362384"/>
              <a:gd name="connsiteY1" fmla="*/ 28575 h 6207896"/>
              <a:gd name="connsiteX2" fmla="*/ 3885910 w 4362384"/>
              <a:gd name="connsiteY2" fmla="*/ 5545092 h 6207896"/>
              <a:gd name="connsiteX3" fmla="*/ 3356456 w 4362384"/>
              <a:gd name="connsiteY3" fmla="*/ 6074546 h 6207896"/>
              <a:gd name="connsiteX4" fmla="*/ 523 w 4362384"/>
              <a:gd name="connsiteY4" fmla="*/ 6207896 h 6207896"/>
              <a:gd name="connsiteX5" fmla="*/ 23519 w 4362384"/>
              <a:gd name="connsiteY5" fmla="*/ 0 h 6207896"/>
              <a:gd name="connsiteX0" fmla="*/ 23519 w 4371902"/>
              <a:gd name="connsiteY0" fmla="*/ 0 h 6207896"/>
              <a:gd name="connsiteX1" fmla="*/ 4371685 w 4371902"/>
              <a:gd name="connsiteY1" fmla="*/ 28575 h 6207896"/>
              <a:gd name="connsiteX2" fmla="*/ 3885910 w 4371902"/>
              <a:gd name="connsiteY2" fmla="*/ 5545092 h 6207896"/>
              <a:gd name="connsiteX3" fmla="*/ 3356456 w 4371902"/>
              <a:gd name="connsiteY3" fmla="*/ 6074546 h 6207896"/>
              <a:gd name="connsiteX4" fmla="*/ 523 w 4371902"/>
              <a:gd name="connsiteY4" fmla="*/ 6207896 h 6207896"/>
              <a:gd name="connsiteX5" fmla="*/ 23519 w 4371902"/>
              <a:gd name="connsiteY5" fmla="*/ 0 h 6207896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56456 w 4371902"/>
              <a:gd name="connsiteY3" fmla="*/ 607465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56456 w 4371902"/>
              <a:gd name="connsiteY3" fmla="*/ 607465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43756 w 4371902"/>
              <a:gd name="connsiteY3" fmla="*/ 607465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43756 w 4371902"/>
              <a:gd name="connsiteY3" fmla="*/ 607465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43756 w 4371902"/>
              <a:gd name="connsiteY3" fmla="*/ 607465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43756 w 4371902"/>
              <a:gd name="connsiteY3" fmla="*/ 607465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43756 w 4371902"/>
              <a:gd name="connsiteY3" fmla="*/ 607465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24706 w 4371902"/>
              <a:gd name="connsiteY3" fmla="*/ 606830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7"/>
              <a:gd name="connsiteY0" fmla="*/ 107 h 6208003"/>
              <a:gd name="connsiteX1" fmla="*/ 4371685 w 4371907"/>
              <a:gd name="connsiteY1" fmla="*/ 107 h 6208003"/>
              <a:gd name="connsiteX2" fmla="*/ 3892260 w 4371907"/>
              <a:gd name="connsiteY2" fmla="*/ 5507099 h 6208003"/>
              <a:gd name="connsiteX3" fmla="*/ 3324706 w 4371907"/>
              <a:gd name="connsiteY3" fmla="*/ 6068303 h 6208003"/>
              <a:gd name="connsiteX4" fmla="*/ 523 w 4371907"/>
              <a:gd name="connsiteY4" fmla="*/ 6208003 h 6208003"/>
              <a:gd name="connsiteX5" fmla="*/ 23519 w 4371907"/>
              <a:gd name="connsiteY5" fmla="*/ 107 h 6208003"/>
              <a:gd name="connsiteX0" fmla="*/ 0 w 4373917"/>
              <a:gd name="connsiteY0" fmla="*/ 0 h 6214250"/>
              <a:gd name="connsiteX1" fmla="*/ 4373695 w 4373917"/>
              <a:gd name="connsiteY1" fmla="*/ 6354 h 6214250"/>
              <a:gd name="connsiteX2" fmla="*/ 3894270 w 4373917"/>
              <a:gd name="connsiteY2" fmla="*/ 5513346 h 6214250"/>
              <a:gd name="connsiteX3" fmla="*/ 3326716 w 4373917"/>
              <a:gd name="connsiteY3" fmla="*/ 6074550 h 6214250"/>
              <a:gd name="connsiteX4" fmla="*/ 2533 w 4373917"/>
              <a:gd name="connsiteY4" fmla="*/ 6214250 h 6214250"/>
              <a:gd name="connsiteX5" fmla="*/ 0 w 4373917"/>
              <a:gd name="connsiteY5" fmla="*/ 0 h 6214250"/>
              <a:gd name="connsiteX0" fmla="*/ 0 w 4373917"/>
              <a:gd name="connsiteY0" fmla="*/ 0 h 6214250"/>
              <a:gd name="connsiteX1" fmla="*/ 4373695 w 4373917"/>
              <a:gd name="connsiteY1" fmla="*/ 6354 h 6214250"/>
              <a:gd name="connsiteX2" fmla="*/ 3894270 w 4373917"/>
              <a:gd name="connsiteY2" fmla="*/ 5500638 h 6214250"/>
              <a:gd name="connsiteX3" fmla="*/ 3326716 w 4373917"/>
              <a:gd name="connsiteY3" fmla="*/ 6074550 h 6214250"/>
              <a:gd name="connsiteX4" fmla="*/ 2533 w 4373917"/>
              <a:gd name="connsiteY4" fmla="*/ 6214250 h 6214250"/>
              <a:gd name="connsiteX5" fmla="*/ 0 w 4373917"/>
              <a:gd name="connsiteY5" fmla="*/ 0 h 6214250"/>
              <a:gd name="connsiteX0" fmla="*/ 0 w 4373917"/>
              <a:gd name="connsiteY0" fmla="*/ 0 h 6214250"/>
              <a:gd name="connsiteX1" fmla="*/ 4373695 w 4373917"/>
              <a:gd name="connsiteY1" fmla="*/ 1588 h 6214250"/>
              <a:gd name="connsiteX2" fmla="*/ 3894270 w 4373917"/>
              <a:gd name="connsiteY2" fmla="*/ 5500638 h 6214250"/>
              <a:gd name="connsiteX3" fmla="*/ 3326716 w 4373917"/>
              <a:gd name="connsiteY3" fmla="*/ 6074550 h 6214250"/>
              <a:gd name="connsiteX4" fmla="*/ 2533 w 4373917"/>
              <a:gd name="connsiteY4" fmla="*/ 6214250 h 6214250"/>
              <a:gd name="connsiteX5" fmla="*/ 0 w 4373917"/>
              <a:gd name="connsiteY5" fmla="*/ 0 h 6214250"/>
              <a:gd name="connsiteX0" fmla="*/ 0 w 4373917"/>
              <a:gd name="connsiteY0" fmla="*/ 0 h 6214250"/>
              <a:gd name="connsiteX1" fmla="*/ 4373695 w 4373917"/>
              <a:gd name="connsiteY1" fmla="*/ 1588 h 6214250"/>
              <a:gd name="connsiteX2" fmla="*/ 3894270 w 4373917"/>
              <a:gd name="connsiteY2" fmla="*/ 5500638 h 6214250"/>
              <a:gd name="connsiteX3" fmla="*/ 3326716 w 4373917"/>
              <a:gd name="connsiteY3" fmla="*/ 6074550 h 6214250"/>
              <a:gd name="connsiteX4" fmla="*/ 2533 w 4373917"/>
              <a:gd name="connsiteY4" fmla="*/ 6214250 h 6214250"/>
              <a:gd name="connsiteX5" fmla="*/ 0 w 4373917"/>
              <a:gd name="connsiteY5" fmla="*/ 0 h 6214250"/>
              <a:gd name="connsiteX0" fmla="*/ 0 w 4373921"/>
              <a:gd name="connsiteY0" fmla="*/ 0 h 6214250"/>
              <a:gd name="connsiteX1" fmla="*/ 4373695 w 4373921"/>
              <a:gd name="connsiteY1" fmla="*/ 1588 h 6214250"/>
              <a:gd name="connsiteX2" fmla="*/ 3894270 w 4373921"/>
              <a:gd name="connsiteY2" fmla="*/ 5500638 h 6214250"/>
              <a:gd name="connsiteX3" fmla="*/ 3326716 w 4373921"/>
              <a:gd name="connsiteY3" fmla="*/ 6074550 h 6214250"/>
              <a:gd name="connsiteX4" fmla="*/ 2533 w 4373921"/>
              <a:gd name="connsiteY4" fmla="*/ 6214250 h 6214250"/>
              <a:gd name="connsiteX5" fmla="*/ 0 w 4373921"/>
              <a:gd name="connsiteY5" fmla="*/ 0 h 6214250"/>
              <a:gd name="connsiteX0" fmla="*/ 0 w 4373921"/>
              <a:gd name="connsiteY0" fmla="*/ 0 h 6214250"/>
              <a:gd name="connsiteX1" fmla="*/ 4373695 w 4373921"/>
              <a:gd name="connsiteY1" fmla="*/ 1588 h 6214250"/>
              <a:gd name="connsiteX2" fmla="*/ 3894270 w 4373921"/>
              <a:gd name="connsiteY2" fmla="*/ 5500638 h 6214250"/>
              <a:gd name="connsiteX3" fmla="*/ 3326716 w 4373921"/>
              <a:gd name="connsiteY3" fmla="*/ 6074550 h 6214250"/>
              <a:gd name="connsiteX4" fmla="*/ 2533 w 4373921"/>
              <a:gd name="connsiteY4" fmla="*/ 6214250 h 6214250"/>
              <a:gd name="connsiteX5" fmla="*/ 0 w 4373921"/>
              <a:gd name="connsiteY5" fmla="*/ 0 h 6214250"/>
              <a:gd name="connsiteX0" fmla="*/ 0 w 4373921"/>
              <a:gd name="connsiteY0" fmla="*/ 0 h 6214250"/>
              <a:gd name="connsiteX1" fmla="*/ 4373695 w 4373921"/>
              <a:gd name="connsiteY1" fmla="*/ 1588 h 6214250"/>
              <a:gd name="connsiteX2" fmla="*/ 3894270 w 4373921"/>
              <a:gd name="connsiteY2" fmla="*/ 5529232 h 6214250"/>
              <a:gd name="connsiteX3" fmla="*/ 3326716 w 4373921"/>
              <a:gd name="connsiteY3" fmla="*/ 6074550 h 6214250"/>
              <a:gd name="connsiteX4" fmla="*/ 2533 w 4373921"/>
              <a:gd name="connsiteY4" fmla="*/ 6214250 h 6214250"/>
              <a:gd name="connsiteX5" fmla="*/ 0 w 4373921"/>
              <a:gd name="connsiteY5" fmla="*/ 0 h 6214250"/>
              <a:gd name="connsiteX0" fmla="*/ 0 w 4373921"/>
              <a:gd name="connsiteY0" fmla="*/ 0 h 6214250"/>
              <a:gd name="connsiteX1" fmla="*/ 4373695 w 4373921"/>
              <a:gd name="connsiteY1" fmla="*/ 1588 h 6214250"/>
              <a:gd name="connsiteX2" fmla="*/ 3894270 w 4373921"/>
              <a:gd name="connsiteY2" fmla="*/ 5529232 h 6214250"/>
              <a:gd name="connsiteX3" fmla="*/ 3326716 w 4373921"/>
              <a:gd name="connsiteY3" fmla="*/ 6074550 h 6214250"/>
              <a:gd name="connsiteX4" fmla="*/ 2533 w 4373921"/>
              <a:gd name="connsiteY4" fmla="*/ 6214250 h 6214250"/>
              <a:gd name="connsiteX5" fmla="*/ 0 w 4373921"/>
              <a:gd name="connsiteY5" fmla="*/ 0 h 6214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73921" h="6214250">
                <a:moveTo>
                  <a:pt x="0" y="0"/>
                </a:moveTo>
                <a:lnTo>
                  <a:pt x="4373695" y="1588"/>
                </a:lnTo>
                <a:cubicBezTo>
                  <a:pt x="4383220" y="-20123"/>
                  <a:pt x="4089557" y="3260177"/>
                  <a:pt x="3894270" y="5529232"/>
                </a:cubicBezTo>
                <a:cubicBezTo>
                  <a:pt x="3854511" y="5861326"/>
                  <a:pt x="3669925" y="6068200"/>
                  <a:pt x="3326716" y="6074550"/>
                </a:cubicBezTo>
                <a:lnTo>
                  <a:pt x="2533" y="6214250"/>
                </a:lnTo>
                <a:cubicBezTo>
                  <a:pt x="-2502" y="4189401"/>
                  <a:pt x="5035" y="2024849"/>
                  <a:pt x="0" y="0"/>
                </a:cubicBezTo>
                <a:close/>
              </a:path>
            </a:pathLst>
          </a:custGeom>
          <a:solidFill>
            <a:srgbClr val="FFFFF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708A82-0582-0DDB-0580-36B0B4F54B5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91842" y="2647951"/>
            <a:ext cx="7084218" cy="3432174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Kapiteltrenner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5D951D5-C1F3-685D-0CD8-D7A1D277270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054226" y="2755564"/>
            <a:ext cx="1212850" cy="854654"/>
          </a:xfrm>
        </p:spPr>
        <p:txBody>
          <a:bodyPr/>
          <a:lstStyle>
            <a:lvl1pPr marL="0" indent="0" algn="l">
              <a:lnSpc>
                <a:spcPct val="80000"/>
              </a:lnSpc>
              <a:spcAft>
                <a:spcPts val="0"/>
              </a:spcAft>
              <a:buNone/>
              <a:defRPr sz="7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00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680CA870-DDFC-4BCD-5982-3DB248B4F3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38" y="374866"/>
            <a:ext cx="1538287" cy="297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6592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Grü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: abgerundete Ecken 5">
            <a:extLst>
              <a:ext uri="{FF2B5EF4-FFF2-40B4-BE49-F238E27FC236}">
                <a16:creationId xmlns:a16="http://schemas.microsoft.com/office/drawing/2014/main" id="{3C11402F-6F0E-A768-6882-58E0586F0920}"/>
              </a:ext>
            </a:extLst>
          </p:cNvPr>
          <p:cNvSpPr/>
          <p:nvPr userDrawn="1"/>
        </p:nvSpPr>
        <p:spPr>
          <a:xfrm>
            <a:off x="0" y="0"/>
            <a:ext cx="4351753" cy="6210193"/>
          </a:xfrm>
          <a:custGeom>
            <a:avLst/>
            <a:gdLst>
              <a:gd name="connsiteX0" fmla="*/ 0 w 4376741"/>
              <a:gd name="connsiteY0" fmla="*/ 529454 h 6337300"/>
              <a:gd name="connsiteX1" fmla="*/ 529454 w 4376741"/>
              <a:gd name="connsiteY1" fmla="*/ 0 h 6337300"/>
              <a:gd name="connsiteX2" fmla="*/ 3847287 w 4376741"/>
              <a:gd name="connsiteY2" fmla="*/ 0 h 6337300"/>
              <a:gd name="connsiteX3" fmla="*/ 4376741 w 4376741"/>
              <a:gd name="connsiteY3" fmla="*/ 529454 h 6337300"/>
              <a:gd name="connsiteX4" fmla="*/ 4376741 w 4376741"/>
              <a:gd name="connsiteY4" fmla="*/ 5807846 h 6337300"/>
              <a:gd name="connsiteX5" fmla="*/ 3847287 w 4376741"/>
              <a:gd name="connsiteY5" fmla="*/ 6337300 h 6337300"/>
              <a:gd name="connsiteX6" fmla="*/ 529454 w 4376741"/>
              <a:gd name="connsiteY6" fmla="*/ 6337300 h 6337300"/>
              <a:gd name="connsiteX7" fmla="*/ 0 w 4376741"/>
              <a:gd name="connsiteY7" fmla="*/ 5807846 h 6337300"/>
              <a:gd name="connsiteX8" fmla="*/ 0 w 4376741"/>
              <a:gd name="connsiteY8" fmla="*/ 529454 h 6337300"/>
              <a:gd name="connsiteX0" fmla="*/ 0 w 4852991"/>
              <a:gd name="connsiteY0" fmla="*/ 529454 h 6337300"/>
              <a:gd name="connsiteX1" fmla="*/ 529454 w 4852991"/>
              <a:gd name="connsiteY1" fmla="*/ 0 h 6337300"/>
              <a:gd name="connsiteX2" fmla="*/ 3847287 w 4852991"/>
              <a:gd name="connsiteY2" fmla="*/ 0 h 6337300"/>
              <a:gd name="connsiteX3" fmla="*/ 4852991 w 4852991"/>
              <a:gd name="connsiteY3" fmla="*/ 338954 h 6337300"/>
              <a:gd name="connsiteX4" fmla="*/ 4376741 w 4852991"/>
              <a:gd name="connsiteY4" fmla="*/ 5807846 h 6337300"/>
              <a:gd name="connsiteX5" fmla="*/ 3847287 w 4852991"/>
              <a:gd name="connsiteY5" fmla="*/ 6337300 h 6337300"/>
              <a:gd name="connsiteX6" fmla="*/ 529454 w 4852991"/>
              <a:gd name="connsiteY6" fmla="*/ 6337300 h 6337300"/>
              <a:gd name="connsiteX7" fmla="*/ 0 w 4852991"/>
              <a:gd name="connsiteY7" fmla="*/ 5807846 h 6337300"/>
              <a:gd name="connsiteX8" fmla="*/ 0 w 4852991"/>
              <a:gd name="connsiteY8" fmla="*/ 529454 h 6337300"/>
              <a:gd name="connsiteX0" fmla="*/ 0 w 4852991"/>
              <a:gd name="connsiteY0" fmla="*/ 714302 h 6522148"/>
              <a:gd name="connsiteX1" fmla="*/ 529454 w 4852991"/>
              <a:gd name="connsiteY1" fmla="*/ 184848 h 6522148"/>
              <a:gd name="connsiteX2" fmla="*/ 3847287 w 4852991"/>
              <a:gd name="connsiteY2" fmla="*/ 184848 h 6522148"/>
              <a:gd name="connsiteX3" fmla="*/ 4852991 w 4852991"/>
              <a:gd name="connsiteY3" fmla="*/ 523802 h 6522148"/>
              <a:gd name="connsiteX4" fmla="*/ 4376741 w 4852991"/>
              <a:gd name="connsiteY4" fmla="*/ 5992694 h 6522148"/>
              <a:gd name="connsiteX5" fmla="*/ 3847287 w 4852991"/>
              <a:gd name="connsiteY5" fmla="*/ 6522148 h 6522148"/>
              <a:gd name="connsiteX6" fmla="*/ 529454 w 4852991"/>
              <a:gd name="connsiteY6" fmla="*/ 6522148 h 6522148"/>
              <a:gd name="connsiteX7" fmla="*/ 0 w 4852991"/>
              <a:gd name="connsiteY7" fmla="*/ 5992694 h 6522148"/>
              <a:gd name="connsiteX8" fmla="*/ 0 w 4852991"/>
              <a:gd name="connsiteY8" fmla="*/ 714302 h 6522148"/>
              <a:gd name="connsiteX0" fmla="*/ 0 w 4852991"/>
              <a:gd name="connsiteY0" fmla="*/ 529454 h 6337300"/>
              <a:gd name="connsiteX1" fmla="*/ 529454 w 4852991"/>
              <a:gd name="connsiteY1" fmla="*/ 0 h 6337300"/>
              <a:gd name="connsiteX2" fmla="*/ 3847287 w 4852991"/>
              <a:gd name="connsiteY2" fmla="*/ 0 h 6337300"/>
              <a:gd name="connsiteX3" fmla="*/ 4852991 w 4852991"/>
              <a:gd name="connsiteY3" fmla="*/ 338954 h 6337300"/>
              <a:gd name="connsiteX4" fmla="*/ 4376741 w 4852991"/>
              <a:gd name="connsiteY4" fmla="*/ 5807846 h 6337300"/>
              <a:gd name="connsiteX5" fmla="*/ 3847287 w 4852991"/>
              <a:gd name="connsiteY5" fmla="*/ 6337300 h 6337300"/>
              <a:gd name="connsiteX6" fmla="*/ 529454 w 4852991"/>
              <a:gd name="connsiteY6" fmla="*/ 6337300 h 6337300"/>
              <a:gd name="connsiteX7" fmla="*/ 0 w 4852991"/>
              <a:gd name="connsiteY7" fmla="*/ 5807846 h 6337300"/>
              <a:gd name="connsiteX8" fmla="*/ 0 w 4852991"/>
              <a:gd name="connsiteY8" fmla="*/ 529454 h 6337300"/>
              <a:gd name="connsiteX0" fmla="*/ 0 w 4853129"/>
              <a:gd name="connsiteY0" fmla="*/ 529454 h 6337300"/>
              <a:gd name="connsiteX1" fmla="*/ 529454 w 4853129"/>
              <a:gd name="connsiteY1" fmla="*/ 0 h 6337300"/>
              <a:gd name="connsiteX2" fmla="*/ 3847287 w 4853129"/>
              <a:gd name="connsiteY2" fmla="*/ 0 h 6337300"/>
              <a:gd name="connsiteX3" fmla="*/ 4852991 w 4853129"/>
              <a:gd name="connsiteY3" fmla="*/ 338954 h 6337300"/>
              <a:gd name="connsiteX4" fmla="*/ 4376741 w 4853129"/>
              <a:gd name="connsiteY4" fmla="*/ 5807846 h 6337300"/>
              <a:gd name="connsiteX5" fmla="*/ 3847287 w 4853129"/>
              <a:gd name="connsiteY5" fmla="*/ 6337300 h 6337300"/>
              <a:gd name="connsiteX6" fmla="*/ 529454 w 4853129"/>
              <a:gd name="connsiteY6" fmla="*/ 6337300 h 6337300"/>
              <a:gd name="connsiteX7" fmla="*/ 0 w 4853129"/>
              <a:gd name="connsiteY7" fmla="*/ 5807846 h 6337300"/>
              <a:gd name="connsiteX8" fmla="*/ 0 w 4853129"/>
              <a:gd name="connsiteY8" fmla="*/ 529454 h 6337300"/>
              <a:gd name="connsiteX0" fmla="*/ 0 w 4853129"/>
              <a:gd name="connsiteY0" fmla="*/ 529454 h 6337300"/>
              <a:gd name="connsiteX1" fmla="*/ 529454 w 4853129"/>
              <a:gd name="connsiteY1" fmla="*/ 0 h 6337300"/>
              <a:gd name="connsiteX2" fmla="*/ 4852991 w 4853129"/>
              <a:gd name="connsiteY2" fmla="*/ 338954 h 6337300"/>
              <a:gd name="connsiteX3" fmla="*/ 4376741 w 4853129"/>
              <a:gd name="connsiteY3" fmla="*/ 5807846 h 6337300"/>
              <a:gd name="connsiteX4" fmla="*/ 3847287 w 4853129"/>
              <a:gd name="connsiteY4" fmla="*/ 6337300 h 6337300"/>
              <a:gd name="connsiteX5" fmla="*/ 529454 w 4853129"/>
              <a:gd name="connsiteY5" fmla="*/ 6337300 h 6337300"/>
              <a:gd name="connsiteX6" fmla="*/ 0 w 4853129"/>
              <a:gd name="connsiteY6" fmla="*/ 5807846 h 6337300"/>
              <a:gd name="connsiteX7" fmla="*/ 0 w 4853129"/>
              <a:gd name="connsiteY7" fmla="*/ 529454 h 6337300"/>
              <a:gd name="connsiteX0" fmla="*/ 0 w 4853129"/>
              <a:gd name="connsiteY0" fmla="*/ 773306 h 6581152"/>
              <a:gd name="connsiteX1" fmla="*/ 4852991 w 4853129"/>
              <a:gd name="connsiteY1" fmla="*/ 582806 h 6581152"/>
              <a:gd name="connsiteX2" fmla="*/ 4376741 w 4853129"/>
              <a:gd name="connsiteY2" fmla="*/ 6051698 h 6581152"/>
              <a:gd name="connsiteX3" fmla="*/ 3847287 w 4853129"/>
              <a:gd name="connsiteY3" fmla="*/ 6581152 h 6581152"/>
              <a:gd name="connsiteX4" fmla="*/ 529454 w 4853129"/>
              <a:gd name="connsiteY4" fmla="*/ 6581152 h 6581152"/>
              <a:gd name="connsiteX5" fmla="*/ 0 w 4853129"/>
              <a:gd name="connsiteY5" fmla="*/ 6051698 h 6581152"/>
              <a:gd name="connsiteX6" fmla="*/ 0 w 4853129"/>
              <a:gd name="connsiteY6" fmla="*/ 773306 h 6581152"/>
              <a:gd name="connsiteX0" fmla="*/ 325874 w 5179003"/>
              <a:gd name="connsiteY0" fmla="*/ 773306 h 6581152"/>
              <a:gd name="connsiteX1" fmla="*/ 5178865 w 5179003"/>
              <a:gd name="connsiteY1" fmla="*/ 582806 h 6581152"/>
              <a:gd name="connsiteX2" fmla="*/ 4702615 w 5179003"/>
              <a:gd name="connsiteY2" fmla="*/ 6051698 h 6581152"/>
              <a:gd name="connsiteX3" fmla="*/ 4173161 w 5179003"/>
              <a:gd name="connsiteY3" fmla="*/ 6581152 h 6581152"/>
              <a:gd name="connsiteX4" fmla="*/ 855328 w 5179003"/>
              <a:gd name="connsiteY4" fmla="*/ 6581152 h 6581152"/>
              <a:gd name="connsiteX5" fmla="*/ 325874 w 5179003"/>
              <a:gd name="connsiteY5" fmla="*/ 773306 h 6581152"/>
              <a:gd name="connsiteX0" fmla="*/ 325874 w 5179003"/>
              <a:gd name="connsiteY0" fmla="*/ 803443 h 6611289"/>
              <a:gd name="connsiteX1" fmla="*/ 5178865 w 5179003"/>
              <a:gd name="connsiteY1" fmla="*/ 612943 h 6611289"/>
              <a:gd name="connsiteX2" fmla="*/ 4702615 w 5179003"/>
              <a:gd name="connsiteY2" fmla="*/ 6081835 h 6611289"/>
              <a:gd name="connsiteX3" fmla="*/ 4173161 w 5179003"/>
              <a:gd name="connsiteY3" fmla="*/ 6611289 h 6611289"/>
              <a:gd name="connsiteX4" fmla="*/ 855328 w 5179003"/>
              <a:gd name="connsiteY4" fmla="*/ 6611289 h 6611289"/>
              <a:gd name="connsiteX5" fmla="*/ 325874 w 5179003"/>
              <a:gd name="connsiteY5" fmla="*/ 803443 h 6611289"/>
              <a:gd name="connsiteX0" fmla="*/ 325874 w 5179003"/>
              <a:gd name="connsiteY0" fmla="*/ 803443 h 6611289"/>
              <a:gd name="connsiteX1" fmla="*/ 5178865 w 5179003"/>
              <a:gd name="connsiteY1" fmla="*/ 612943 h 6611289"/>
              <a:gd name="connsiteX2" fmla="*/ 4702615 w 5179003"/>
              <a:gd name="connsiteY2" fmla="*/ 6081835 h 6611289"/>
              <a:gd name="connsiteX3" fmla="*/ 4173161 w 5179003"/>
              <a:gd name="connsiteY3" fmla="*/ 6611289 h 6611289"/>
              <a:gd name="connsiteX4" fmla="*/ 855328 w 5179003"/>
              <a:gd name="connsiteY4" fmla="*/ 6611289 h 6611289"/>
              <a:gd name="connsiteX5" fmla="*/ 325874 w 5179003"/>
              <a:gd name="connsiteY5" fmla="*/ 803443 h 6611289"/>
              <a:gd name="connsiteX0" fmla="*/ 0 w 4853129"/>
              <a:gd name="connsiteY0" fmla="*/ 803443 h 6611289"/>
              <a:gd name="connsiteX1" fmla="*/ 4852991 w 4853129"/>
              <a:gd name="connsiteY1" fmla="*/ 612943 h 6611289"/>
              <a:gd name="connsiteX2" fmla="*/ 4376741 w 4853129"/>
              <a:gd name="connsiteY2" fmla="*/ 6081835 h 6611289"/>
              <a:gd name="connsiteX3" fmla="*/ 3847287 w 4853129"/>
              <a:gd name="connsiteY3" fmla="*/ 6611289 h 6611289"/>
              <a:gd name="connsiteX4" fmla="*/ 529454 w 4853129"/>
              <a:gd name="connsiteY4" fmla="*/ 6611289 h 6611289"/>
              <a:gd name="connsiteX5" fmla="*/ 0 w 4853129"/>
              <a:gd name="connsiteY5" fmla="*/ 803443 h 6611289"/>
              <a:gd name="connsiteX0" fmla="*/ 0 w 4853129"/>
              <a:gd name="connsiteY0" fmla="*/ 803443 h 6611289"/>
              <a:gd name="connsiteX1" fmla="*/ 4852991 w 4853129"/>
              <a:gd name="connsiteY1" fmla="*/ 612943 h 6611289"/>
              <a:gd name="connsiteX2" fmla="*/ 4376741 w 4853129"/>
              <a:gd name="connsiteY2" fmla="*/ 6081835 h 6611289"/>
              <a:gd name="connsiteX3" fmla="*/ 3847287 w 4853129"/>
              <a:gd name="connsiteY3" fmla="*/ 6611289 h 6611289"/>
              <a:gd name="connsiteX4" fmla="*/ 529454 w 4853129"/>
              <a:gd name="connsiteY4" fmla="*/ 6611289 h 6611289"/>
              <a:gd name="connsiteX5" fmla="*/ 0 w 4853129"/>
              <a:gd name="connsiteY5" fmla="*/ 803443 h 6611289"/>
              <a:gd name="connsiteX0" fmla="*/ 0 w 4853129"/>
              <a:gd name="connsiteY0" fmla="*/ 555440 h 6363286"/>
              <a:gd name="connsiteX1" fmla="*/ 4852991 w 4853129"/>
              <a:gd name="connsiteY1" fmla="*/ 364940 h 6363286"/>
              <a:gd name="connsiteX2" fmla="*/ 4376741 w 4853129"/>
              <a:gd name="connsiteY2" fmla="*/ 5833832 h 6363286"/>
              <a:gd name="connsiteX3" fmla="*/ 3847287 w 4853129"/>
              <a:gd name="connsiteY3" fmla="*/ 6363286 h 6363286"/>
              <a:gd name="connsiteX4" fmla="*/ 529454 w 4853129"/>
              <a:gd name="connsiteY4" fmla="*/ 6363286 h 6363286"/>
              <a:gd name="connsiteX5" fmla="*/ 0 w 4853129"/>
              <a:gd name="connsiteY5" fmla="*/ 555440 h 6363286"/>
              <a:gd name="connsiteX0" fmla="*/ 0 w 4853129"/>
              <a:gd name="connsiteY0" fmla="*/ 190595 h 5998441"/>
              <a:gd name="connsiteX1" fmla="*/ 4852991 w 4853129"/>
              <a:gd name="connsiteY1" fmla="*/ 95 h 5998441"/>
              <a:gd name="connsiteX2" fmla="*/ 4376741 w 4853129"/>
              <a:gd name="connsiteY2" fmla="*/ 5468987 h 5998441"/>
              <a:gd name="connsiteX3" fmla="*/ 3847287 w 4853129"/>
              <a:gd name="connsiteY3" fmla="*/ 5998441 h 5998441"/>
              <a:gd name="connsiteX4" fmla="*/ 529454 w 4853129"/>
              <a:gd name="connsiteY4" fmla="*/ 5998441 h 5998441"/>
              <a:gd name="connsiteX5" fmla="*/ 0 w 4853129"/>
              <a:gd name="connsiteY5" fmla="*/ 190595 h 5998441"/>
              <a:gd name="connsiteX0" fmla="*/ 0 w 4853129"/>
              <a:gd name="connsiteY0" fmla="*/ 238218 h 6046064"/>
              <a:gd name="connsiteX1" fmla="*/ 4852991 w 4853129"/>
              <a:gd name="connsiteY1" fmla="*/ 93 h 6046064"/>
              <a:gd name="connsiteX2" fmla="*/ 4376741 w 4853129"/>
              <a:gd name="connsiteY2" fmla="*/ 5516610 h 6046064"/>
              <a:gd name="connsiteX3" fmla="*/ 3847287 w 4853129"/>
              <a:gd name="connsiteY3" fmla="*/ 6046064 h 6046064"/>
              <a:gd name="connsiteX4" fmla="*/ 529454 w 4853129"/>
              <a:gd name="connsiteY4" fmla="*/ 6046064 h 6046064"/>
              <a:gd name="connsiteX5" fmla="*/ 0 w 4853129"/>
              <a:gd name="connsiteY5" fmla="*/ 238218 h 6046064"/>
              <a:gd name="connsiteX0" fmla="*/ 0 w 4338779"/>
              <a:gd name="connsiteY0" fmla="*/ 0 h 6074546"/>
              <a:gd name="connsiteX1" fmla="*/ 4338641 w 4338779"/>
              <a:gd name="connsiteY1" fmla="*/ 28575 h 6074546"/>
              <a:gd name="connsiteX2" fmla="*/ 3862391 w 4338779"/>
              <a:gd name="connsiteY2" fmla="*/ 5545092 h 6074546"/>
              <a:gd name="connsiteX3" fmla="*/ 3332937 w 4338779"/>
              <a:gd name="connsiteY3" fmla="*/ 6074546 h 6074546"/>
              <a:gd name="connsiteX4" fmla="*/ 15104 w 4338779"/>
              <a:gd name="connsiteY4" fmla="*/ 6074546 h 6074546"/>
              <a:gd name="connsiteX5" fmla="*/ 0 w 4338779"/>
              <a:gd name="connsiteY5" fmla="*/ 0 h 6074546"/>
              <a:gd name="connsiteX0" fmla="*/ 23519 w 4362298"/>
              <a:gd name="connsiteY0" fmla="*/ 0 h 6198371"/>
              <a:gd name="connsiteX1" fmla="*/ 4362160 w 4362298"/>
              <a:gd name="connsiteY1" fmla="*/ 28575 h 6198371"/>
              <a:gd name="connsiteX2" fmla="*/ 3885910 w 4362298"/>
              <a:gd name="connsiteY2" fmla="*/ 5545092 h 6198371"/>
              <a:gd name="connsiteX3" fmla="*/ 3356456 w 4362298"/>
              <a:gd name="connsiteY3" fmla="*/ 6074546 h 6198371"/>
              <a:gd name="connsiteX4" fmla="*/ 523 w 4362298"/>
              <a:gd name="connsiteY4" fmla="*/ 6198371 h 6198371"/>
              <a:gd name="connsiteX5" fmla="*/ 23519 w 4362298"/>
              <a:gd name="connsiteY5" fmla="*/ 0 h 6198371"/>
              <a:gd name="connsiteX0" fmla="*/ 23519 w 4362384"/>
              <a:gd name="connsiteY0" fmla="*/ 0 h 6198371"/>
              <a:gd name="connsiteX1" fmla="*/ 4362160 w 4362384"/>
              <a:gd name="connsiteY1" fmla="*/ 28575 h 6198371"/>
              <a:gd name="connsiteX2" fmla="*/ 3885910 w 4362384"/>
              <a:gd name="connsiteY2" fmla="*/ 5545092 h 6198371"/>
              <a:gd name="connsiteX3" fmla="*/ 3356456 w 4362384"/>
              <a:gd name="connsiteY3" fmla="*/ 6074546 h 6198371"/>
              <a:gd name="connsiteX4" fmla="*/ 523 w 4362384"/>
              <a:gd name="connsiteY4" fmla="*/ 6198371 h 6198371"/>
              <a:gd name="connsiteX5" fmla="*/ 23519 w 4362384"/>
              <a:gd name="connsiteY5" fmla="*/ 0 h 6198371"/>
              <a:gd name="connsiteX0" fmla="*/ 23519 w 4362384"/>
              <a:gd name="connsiteY0" fmla="*/ 0 h 6207896"/>
              <a:gd name="connsiteX1" fmla="*/ 4362160 w 4362384"/>
              <a:gd name="connsiteY1" fmla="*/ 28575 h 6207896"/>
              <a:gd name="connsiteX2" fmla="*/ 3885910 w 4362384"/>
              <a:gd name="connsiteY2" fmla="*/ 5545092 h 6207896"/>
              <a:gd name="connsiteX3" fmla="*/ 3356456 w 4362384"/>
              <a:gd name="connsiteY3" fmla="*/ 6074546 h 6207896"/>
              <a:gd name="connsiteX4" fmla="*/ 523 w 4362384"/>
              <a:gd name="connsiteY4" fmla="*/ 6207896 h 6207896"/>
              <a:gd name="connsiteX5" fmla="*/ 23519 w 4362384"/>
              <a:gd name="connsiteY5" fmla="*/ 0 h 6207896"/>
              <a:gd name="connsiteX0" fmla="*/ 108877 w 4362017"/>
              <a:gd name="connsiteY0" fmla="*/ 0 h 6217421"/>
              <a:gd name="connsiteX1" fmla="*/ 4361793 w 4362017"/>
              <a:gd name="connsiteY1" fmla="*/ 38100 h 6217421"/>
              <a:gd name="connsiteX2" fmla="*/ 3885543 w 4362017"/>
              <a:gd name="connsiteY2" fmla="*/ 5554617 h 6217421"/>
              <a:gd name="connsiteX3" fmla="*/ 3356089 w 4362017"/>
              <a:gd name="connsiteY3" fmla="*/ 6084071 h 6217421"/>
              <a:gd name="connsiteX4" fmla="*/ 156 w 4362017"/>
              <a:gd name="connsiteY4" fmla="*/ 6217421 h 6217421"/>
              <a:gd name="connsiteX5" fmla="*/ 108877 w 4362017"/>
              <a:gd name="connsiteY5" fmla="*/ 0 h 6217421"/>
              <a:gd name="connsiteX0" fmla="*/ 23519 w 4362384"/>
              <a:gd name="connsiteY0" fmla="*/ 0 h 6207896"/>
              <a:gd name="connsiteX1" fmla="*/ 4362160 w 4362384"/>
              <a:gd name="connsiteY1" fmla="*/ 28575 h 6207896"/>
              <a:gd name="connsiteX2" fmla="*/ 3885910 w 4362384"/>
              <a:gd name="connsiteY2" fmla="*/ 5545092 h 6207896"/>
              <a:gd name="connsiteX3" fmla="*/ 3356456 w 4362384"/>
              <a:gd name="connsiteY3" fmla="*/ 6074546 h 6207896"/>
              <a:gd name="connsiteX4" fmla="*/ 523 w 4362384"/>
              <a:gd name="connsiteY4" fmla="*/ 6207896 h 6207896"/>
              <a:gd name="connsiteX5" fmla="*/ 23519 w 4362384"/>
              <a:gd name="connsiteY5" fmla="*/ 0 h 6207896"/>
              <a:gd name="connsiteX0" fmla="*/ 23519 w 4371902"/>
              <a:gd name="connsiteY0" fmla="*/ 0 h 6207896"/>
              <a:gd name="connsiteX1" fmla="*/ 4371685 w 4371902"/>
              <a:gd name="connsiteY1" fmla="*/ 28575 h 6207896"/>
              <a:gd name="connsiteX2" fmla="*/ 3885910 w 4371902"/>
              <a:gd name="connsiteY2" fmla="*/ 5545092 h 6207896"/>
              <a:gd name="connsiteX3" fmla="*/ 3356456 w 4371902"/>
              <a:gd name="connsiteY3" fmla="*/ 6074546 h 6207896"/>
              <a:gd name="connsiteX4" fmla="*/ 523 w 4371902"/>
              <a:gd name="connsiteY4" fmla="*/ 6207896 h 6207896"/>
              <a:gd name="connsiteX5" fmla="*/ 23519 w 4371902"/>
              <a:gd name="connsiteY5" fmla="*/ 0 h 6207896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56456 w 4371902"/>
              <a:gd name="connsiteY3" fmla="*/ 607465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56456 w 4371902"/>
              <a:gd name="connsiteY3" fmla="*/ 607465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43756 w 4371902"/>
              <a:gd name="connsiteY3" fmla="*/ 607465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43756 w 4371902"/>
              <a:gd name="connsiteY3" fmla="*/ 607465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43756 w 4371902"/>
              <a:gd name="connsiteY3" fmla="*/ 607465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43756 w 4371902"/>
              <a:gd name="connsiteY3" fmla="*/ 607465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43756 w 4371902"/>
              <a:gd name="connsiteY3" fmla="*/ 607465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24706 w 4371902"/>
              <a:gd name="connsiteY3" fmla="*/ 606830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7"/>
              <a:gd name="connsiteY0" fmla="*/ 107 h 6208003"/>
              <a:gd name="connsiteX1" fmla="*/ 4371685 w 4371907"/>
              <a:gd name="connsiteY1" fmla="*/ 107 h 6208003"/>
              <a:gd name="connsiteX2" fmla="*/ 3892260 w 4371907"/>
              <a:gd name="connsiteY2" fmla="*/ 5507099 h 6208003"/>
              <a:gd name="connsiteX3" fmla="*/ 3324706 w 4371907"/>
              <a:gd name="connsiteY3" fmla="*/ 6068303 h 6208003"/>
              <a:gd name="connsiteX4" fmla="*/ 523 w 4371907"/>
              <a:gd name="connsiteY4" fmla="*/ 6208003 h 6208003"/>
              <a:gd name="connsiteX5" fmla="*/ 23519 w 4371907"/>
              <a:gd name="connsiteY5" fmla="*/ 107 h 6208003"/>
              <a:gd name="connsiteX0" fmla="*/ 0 w 4373917"/>
              <a:gd name="connsiteY0" fmla="*/ 0 h 6214250"/>
              <a:gd name="connsiteX1" fmla="*/ 4373695 w 4373917"/>
              <a:gd name="connsiteY1" fmla="*/ 6354 h 6214250"/>
              <a:gd name="connsiteX2" fmla="*/ 3894270 w 4373917"/>
              <a:gd name="connsiteY2" fmla="*/ 5513346 h 6214250"/>
              <a:gd name="connsiteX3" fmla="*/ 3326716 w 4373917"/>
              <a:gd name="connsiteY3" fmla="*/ 6074550 h 6214250"/>
              <a:gd name="connsiteX4" fmla="*/ 2533 w 4373917"/>
              <a:gd name="connsiteY4" fmla="*/ 6214250 h 6214250"/>
              <a:gd name="connsiteX5" fmla="*/ 0 w 4373917"/>
              <a:gd name="connsiteY5" fmla="*/ 0 h 6214250"/>
              <a:gd name="connsiteX0" fmla="*/ 0 w 4373917"/>
              <a:gd name="connsiteY0" fmla="*/ 0 h 6214250"/>
              <a:gd name="connsiteX1" fmla="*/ 4373695 w 4373917"/>
              <a:gd name="connsiteY1" fmla="*/ 6354 h 6214250"/>
              <a:gd name="connsiteX2" fmla="*/ 3894270 w 4373917"/>
              <a:gd name="connsiteY2" fmla="*/ 5500638 h 6214250"/>
              <a:gd name="connsiteX3" fmla="*/ 3326716 w 4373917"/>
              <a:gd name="connsiteY3" fmla="*/ 6074550 h 6214250"/>
              <a:gd name="connsiteX4" fmla="*/ 2533 w 4373917"/>
              <a:gd name="connsiteY4" fmla="*/ 6214250 h 6214250"/>
              <a:gd name="connsiteX5" fmla="*/ 0 w 4373917"/>
              <a:gd name="connsiteY5" fmla="*/ 0 h 6214250"/>
              <a:gd name="connsiteX0" fmla="*/ 0 w 4373917"/>
              <a:gd name="connsiteY0" fmla="*/ 0 h 6214250"/>
              <a:gd name="connsiteX1" fmla="*/ 4373695 w 4373917"/>
              <a:gd name="connsiteY1" fmla="*/ 1588 h 6214250"/>
              <a:gd name="connsiteX2" fmla="*/ 3894270 w 4373917"/>
              <a:gd name="connsiteY2" fmla="*/ 5500638 h 6214250"/>
              <a:gd name="connsiteX3" fmla="*/ 3326716 w 4373917"/>
              <a:gd name="connsiteY3" fmla="*/ 6074550 h 6214250"/>
              <a:gd name="connsiteX4" fmla="*/ 2533 w 4373917"/>
              <a:gd name="connsiteY4" fmla="*/ 6214250 h 6214250"/>
              <a:gd name="connsiteX5" fmla="*/ 0 w 4373917"/>
              <a:gd name="connsiteY5" fmla="*/ 0 h 6214250"/>
              <a:gd name="connsiteX0" fmla="*/ 0 w 4373917"/>
              <a:gd name="connsiteY0" fmla="*/ 0 h 6214250"/>
              <a:gd name="connsiteX1" fmla="*/ 4373695 w 4373917"/>
              <a:gd name="connsiteY1" fmla="*/ 1588 h 6214250"/>
              <a:gd name="connsiteX2" fmla="*/ 3894270 w 4373917"/>
              <a:gd name="connsiteY2" fmla="*/ 5500638 h 6214250"/>
              <a:gd name="connsiteX3" fmla="*/ 3326716 w 4373917"/>
              <a:gd name="connsiteY3" fmla="*/ 6074550 h 6214250"/>
              <a:gd name="connsiteX4" fmla="*/ 2533 w 4373917"/>
              <a:gd name="connsiteY4" fmla="*/ 6214250 h 6214250"/>
              <a:gd name="connsiteX5" fmla="*/ 0 w 4373917"/>
              <a:gd name="connsiteY5" fmla="*/ 0 h 6214250"/>
              <a:gd name="connsiteX0" fmla="*/ 0 w 4373921"/>
              <a:gd name="connsiteY0" fmla="*/ 0 h 6214250"/>
              <a:gd name="connsiteX1" fmla="*/ 4373695 w 4373921"/>
              <a:gd name="connsiteY1" fmla="*/ 1588 h 6214250"/>
              <a:gd name="connsiteX2" fmla="*/ 3894270 w 4373921"/>
              <a:gd name="connsiteY2" fmla="*/ 5500638 h 6214250"/>
              <a:gd name="connsiteX3" fmla="*/ 3326716 w 4373921"/>
              <a:gd name="connsiteY3" fmla="*/ 6074550 h 6214250"/>
              <a:gd name="connsiteX4" fmla="*/ 2533 w 4373921"/>
              <a:gd name="connsiteY4" fmla="*/ 6214250 h 6214250"/>
              <a:gd name="connsiteX5" fmla="*/ 0 w 4373921"/>
              <a:gd name="connsiteY5" fmla="*/ 0 h 6214250"/>
              <a:gd name="connsiteX0" fmla="*/ 0 w 4373921"/>
              <a:gd name="connsiteY0" fmla="*/ 0 h 6214250"/>
              <a:gd name="connsiteX1" fmla="*/ 4373695 w 4373921"/>
              <a:gd name="connsiteY1" fmla="*/ 1588 h 6214250"/>
              <a:gd name="connsiteX2" fmla="*/ 3894270 w 4373921"/>
              <a:gd name="connsiteY2" fmla="*/ 5500638 h 6214250"/>
              <a:gd name="connsiteX3" fmla="*/ 3326716 w 4373921"/>
              <a:gd name="connsiteY3" fmla="*/ 6074550 h 6214250"/>
              <a:gd name="connsiteX4" fmla="*/ 2533 w 4373921"/>
              <a:gd name="connsiteY4" fmla="*/ 6214250 h 6214250"/>
              <a:gd name="connsiteX5" fmla="*/ 0 w 4373921"/>
              <a:gd name="connsiteY5" fmla="*/ 0 h 6214250"/>
              <a:gd name="connsiteX0" fmla="*/ 0 w 4373921"/>
              <a:gd name="connsiteY0" fmla="*/ 0 h 6214250"/>
              <a:gd name="connsiteX1" fmla="*/ 4373695 w 4373921"/>
              <a:gd name="connsiteY1" fmla="*/ 1588 h 6214250"/>
              <a:gd name="connsiteX2" fmla="*/ 3894270 w 4373921"/>
              <a:gd name="connsiteY2" fmla="*/ 5529232 h 6214250"/>
              <a:gd name="connsiteX3" fmla="*/ 3326716 w 4373921"/>
              <a:gd name="connsiteY3" fmla="*/ 6074550 h 6214250"/>
              <a:gd name="connsiteX4" fmla="*/ 2533 w 4373921"/>
              <a:gd name="connsiteY4" fmla="*/ 6214250 h 6214250"/>
              <a:gd name="connsiteX5" fmla="*/ 0 w 4373921"/>
              <a:gd name="connsiteY5" fmla="*/ 0 h 6214250"/>
              <a:gd name="connsiteX0" fmla="*/ 0 w 4373921"/>
              <a:gd name="connsiteY0" fmla="*/ 0 h 6214250"/>
              <a:gd name="connsiteX1" fmla="*/ 4373695 w 4373921"/>
              <a:gd name="connsiteY1" fmla="*/ 1588 h 6214250"/>
              <a:gd name="connsiteX2" fmla="*/ 3894270 w 4373921"/>
              <a:gd name="connsiteY2" fmla="*/ 5529232 h 6214250"/>
              <a:gd name="connsiteX3" fmla="*/ 3326716 w 4373921"/>
              <a:gd name="connsiteY3" fmla="*/ 6074550 h 6214250"/>
              <a:gd name="connsiteX4" fmla="*/ 2533 w 4373921"/>
              <a:gd name="connsiteY4" fmla="*/ 6214250 h 6214250"/>
              <a:gd name="connsiteX5" fmla="*/ 0 w 4373921"/>
              <a:gd name="connsiteY5" fmla="*/ 0 h 6214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73921" h="6214250">
                <a:moveTo>
                  <a:pt x="0" y="0"/>
                </a:moveTo>
                <a:lnTo>
                  <a:pt x="4373695" y="1588"/>
                </a:lnTo>
                <a:cubicBezTo>
                  <a:pt x="4383220" y="-20123"/>
                  <a:pt x="4089557" y="3260177"/>
                  <a:pt x="3894270" y="5529232"/>
                </a:cubicBezTo>
                <a:cubicBezTo>
                  <a:pt x="3854511" y="5861326"/>
                  <a:pt x="3669925" y="6068200"/>
                  <a:pt x="3326716" y="6074550"/>
                </a:cubicBezTo>
                <a:lnTo>
                  <a:pt x="2533" y="6214250"/>
                </a:lnTo>
                <a:cubicBezTo>
                  <a:pt x="-2502" y="4189401"/>
                  <a:pt x="5035" y="2024849"/>
                  <a:pt x="0" y="0"/>
                </a:cubicBezTo>
                <a:close/>
              </a:path>
            </a:pathLst>
          </a:custGeom>
          <a:solidFill>
            <a:srgbClr val="FFFFF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708A82-0582-0DDB-0580-36B0B4F54B5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91842" y="2647951"/>
            <a:ext cx="7084218" cy="3432174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Kapiteltrenner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5D951D5-C1F3-685D-0CD8-D7A1D277270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054226" y="2755564"/>
            <a:ext cx="1212850" cy="854654"/>
          </a:xfrm>
        </p:spPr>
        <p:txBody>
          <a:bodyPr/>
          <a:lstStyle>
            <a:lvl1pPr marL="0" indent="0" algn="l">
              <a:lnSpc>
                <a:spcPct val="80000"/>
              </a:lnSpc>
              <a:spcAft>
                <a:spcPts val="0"/>
              </a:spcAft>
              <a:buNone/>
              <a:defRPr sz="7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00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680CA870-DDFC-4BCD-5982-3DB248B4F3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38" y="374866"/>
            <a:ext cx="1538287" cy="297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5716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F68CC7-DDFA-0E93-A378-CF69B12C18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Headline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6D49BFA-C956-82ED-16F4-BB75FE818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781AFB-FD54-1295-2013-E5DF82B1F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B86B8-C5EB-4D1C-8576-41565F759DA0}" type="datetime1">
              <a:rPr lang="de-DE" smtClean="0"/>
              <a:t>30.09.2026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D15462-695C-B690-2B8E-757D88436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  |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E58975-2BEF-27A2-8717-812027CAF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2E227-8C9F-455E-A65F-728E63FC57B1}" type="slidenum">
              <a:rPr lang="de-DE" smtClean="0"/>
              <a:t>‹#›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14DAFB8-7299-9D70-1273-8B7C695FB7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8" y="824055"/>
            <a:ext cx="11160125" cy="392604"/>
          </a:xfrm>
        </p:spPr>
        <p:txBody>
          <a:bodyPr/>
          <a:lstStyle>
            <a:lvl1pPr marL="0" indent="0">
              <a:lnSpc>
                <a:spcPts val="2500"/>
              </a:lnSpc>
              <a:spcAft>
                <a:spcPts val="0"/>
              </a:spcAft>
              <a:buNone/>
              <a:defRPr sz="2000"/>
            </a:lvl1pPr>
            <a:lvl2pPr marL="198000" indent="0">
              <a:buNone/>
              <a:defRPr/>
            </a:lvl2pPr>
            <a:lvl3pPr marL="396000" indent="0">
              <a:buNone/>
              <a:defRPr/>
            </a:lvl3pPr>
            <a:lvl4pPr marL="594000" indent="0">
              <a:buNone/>
              <a:defRPr/>
            </a:lvl4pPr>
            <a:lvl5pPr marL="792000" indent="0">
              <a:buNone/>
              <a:defRPr/>
            </a:lvl5pPr>
          </a:lstStyle>
          <a:p>
            <a:pPr lvl="0"/>
            <a:r>
              <a:rPr lang="de-DE" dirty="0" err="1"/>
              <a:t>Subline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106738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Bild/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F68CC7-DDFA-0E93-A378-CF69B12C18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Headline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6D49BFA-C956-82ED-16F4-BB75FE81822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5937" y="1517650"/>
            <a:ext cx="11160125" cy="4562475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/>
              <a:t>Platzhalter Bild / Diagramm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781AFB-FD54-1295-2013-E5DF82B1F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F9483-CC6B-4974-ADAE-F920A132E384}" type="datetime1">
              <a:rPr lang="de-DE" smtClean="0"/>
              <a:t>30.09.2026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D15462-695C-B690-2B8E-757D88436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  |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E58975-2BEF-27A2-8717-812027CAF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2E227-8C9F-455E-A65F-728E63FC57B1}" type="slidenum">
              <a:rPr lang="de-DE" smtClean="0"/>
              <a:t>‹#›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14DAFB8-7299-9D70-1273-8B7C695FB7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8" y="824055"/>
            <a:ext cx="11160125" cy="392604"/>
          </a:xfrm>
        </p:spPr>
        <p:txBody>
          <a:bodyPr/>
          <a:lstStyle>
            <a:lvl1pPr marL="0" indent="0">
              <a:lnSpc>
                <a:spcPts val="2500"/>
              </a:lnSpc>
              <a:spcAft>
                <a:spcPts val="0"/>
              </a:spcAft>
              <a:buNone/>
              <a:defRPr sz="2000"/>
            </a:lvl1pPr>
            <a:lvl2pPr marL="198000" indent="0">
              <a:buNone/>
              <a:defRPr/>
            </a:lvl2pPr>
            <a:lvl3pPr marL="396000" indent="0">
              <a:buNone/>
              <a:defRPr/>
            </a:lvl3pPr>
            <a:lvl4pPr marL="594000" indent="0">
              <a:buNone/>
              <a:defRPr/>
            </a:lvl4pPr>
            <a:lvl5pPr marL="792000" indent="0">
              <a:buNone/>
              <a:defRPr/>
            </a:lvl5pPr>
          </a:lstStyle>
          <a:p>
            <a:pPr lvl="0"/>
            <a:r>
              <a:rPr lang="de-DE" dirty="0" err="1"/>
              <a:t>Subline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3982871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alt 2-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F68CC7-DDFA-0E93-A378-CF69B12C18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Headline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6D49BFA-C956-82ED-16F4-BB75FE818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8" y="1517650"/>
            <a:ext cx="5384800" cy="45624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781AFB-FD54-1295-2013-E5DF82B1F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5D9AD-D964-41D8-AB11-19DB913FF231}" type="datetime1">
              <a:rPr lang="de-DE" smtClean="0"/>
              <a:t>30.09.2026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D15462-695C-B690-2B8E-757D88436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  |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E58975-2BEF-27A2-8717-812027CAF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2E227-8C9F-455E-A65F-728E63FC57B1}" type="slidenum">
              <a:rPr lang="de-DE" smtClean="0"/>
              <a:t>‹#›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14DAFB8-7299-9D70-1273-8B7C695FB7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8" y="824055"/>
            <a:ext cx="11160125" cy="392604"/>
          </a:xfrm>
        </p:spPr>
        <p:txBody>
          <a:bodyPr/>
          <a:lstStyle>
            <a:lvl1pPr marL="0" indent="0">
              <a:lnSpc>
                <a:spcPts val="2500"/>
              </a:lnSpc>
              <a:spcAft>
                <a:spcPts val="0"/>
              </a:spcAft>
              <a:buNone/>
              <a:defRPr sz="2000"/>
            </a:lvl1pPr>
            <a:lvl2pPr marL="198000" indent="0">
              <a:buNone/>
              <a:defRPr/>
            </a:lvl2pPr>
            <a:lvl3pPr marL="396000" indent="0">
              <a:buNone/>
              <a:defRPr/>
            </a:lvl3pPr>
            <a:lvl4pPr marL="594000" indent="0">
              <a:buNone/>
              <a:defRPr/>
            </a:lvl4pPr>
            <a:lvl5pPr marL="792000" indent="0">
              <a:buNone/>
              <a:defRPr/>
            </a:lvl5pPr>
          </a:lstStyle>
          <a:p>
            <a:pPr lvl="0"/>
            <a:r>
              <a:rPr lang="de-DE" dirty="0" err="1"/>
              <a:t>Subline</a:t>
            </a:r>
            <a:endParaRPr lang="de-DE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B54378A3-1474-09EC-4FB8-7E15ADAE867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81738" y="1517650"/>
            <a:ext cx="5394325" cy="45624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801088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Text + Bild/Diagramm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F68CC7-DDFA-0E93-A378-CF69B12C18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Headline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6D49BFA-C956-82ED-16F4-BB75FE818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8" y="1517650"/>
            <a:ext cx="5384800" cy="45624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781AFB-FD54-1295-2013-E5DF82B1F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549E3-B9ED-457E-9D07-7CE437810697}" type="datetime1">
              <a:rPr lang="de-DE" smtClean="0"/>
              <a:t>30.09.2026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D15462-695C-B690-2B8E-757D88436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  |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E58975-2BEF-27A2-8717-812027CAF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2E227-8C9F-455E-A65F-728E63FC57B1}" type="slidenum">
              <a:rPr lang="de-DE" smtClean="0"/>
              <a:t>‹#›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14DAFB8-7299-9D70-1273-8B7C695FB7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8" y="824055"/>
            <a:ext cx="11160125" cy="392604"/>
          </a:xfrm>
        </p:spPr>
        <p:txBody>
          <a:bodyPr/>
          <a:lstStyle>
            <a:lvl1pPr marL="0" indent="0">
              <a:lnSpc>
                <a:spcPts val="2500"/>
              </a:lnSpc>
              <a:spcAft>
                <a:spcPts val="0"/>
              </a:spcAft>
              <a:buNone/>
              <a:defRPr sz="2000"/>
            </a:lvl1pPr>
            <a:lvl2pPr marL="198000" indent="0">
              <a:buNone/>
              <a:defRPr/>
            </a:lvl2pPr>
            <a:lvl3pPr marL="396000" indent="0">
              <a:buNone/>
              <a:defRPr/>
            </a:lvl3pPr>
            <a:lvl4pPr marL="594000" indent="0">
              <a:buNone/>
              <a:defRPr/>
            </a:lvl4pPr>
            <a:lvl5pPr marL="792000" indent="0">
              <a:buNone/>
              <a:defRPr/>
            </a:lvl5pPr>
          </a:lstStyle>
          <a:p>
            <a:pPr lvl="0"/>
            <a:r>
              <a:rPr lang="de-DE" dirty="0" err="1"/>
              <a:t>Subline</a:t>
            </a:r>
            <a:endParaRPr lang="de-DE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B54378A3-1474-09EC-4FB8-7E15ADAE8676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281738" y="1517650"/>
            <a:ext cx="5384800" cy="4562475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lvl="0"/>
            <a:r>
              <a:rPr lang="de-DE" dirty="0"/>
              <a:t>Platzhalter Bild / Diagramm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9506069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Text + Bild/Diagramm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F68CC7-DDFA-0E93-A378-CF69B12C18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Headline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6D49BFA-C956-82ED-16F4-BB75FE818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1738" y="1517650"/>
            <a:ext cx="5385600" cy="45624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781AFB-FD54-1295-2013-E5DF82B1F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549E3-B9ED-457E-9D07-7CE437810697}" type="datetime1">
              <a:rPr lang="de-DE" smtClean="0"/>
              <a:t>30.09.2026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D15462-695C-B690-2B8E-757D88436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  |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E58975-2BEF-27A2-8717-812027CAF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2E227-8C9F-455E-A65F-728E63FC57B1}" type="slidenum">
              <a:rPr lang="de-DE" smtClean="0"/>
              <a:t>‹#›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14DAFB8-7299-9D70-1273-8B7C695FB7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8" y="824055"/>
            <a:ext cx="11160125" cy="392604"/>
          </a:xfrm>
        </p:spPr>
        <p:txBody>
          <a:bodyPr/>
          <a:lstStyle>
            <a:lvl1pPr marL="0" indent="0">
              <a:lnSpc>
                <a:spcPts val="2500"/>
              </a:lnSpc>
              <a:spcAft>
                <a:spcPts val="0"/>
              </a:spcAft>
              <a:buNone/>
              <a:defRPr sz="2000"/>
            </a:lvl1pPr>
            <a:lvl2pPr marL="198000" indent="0">
              <a:buNone/>
              <a:defRPr/>
            </a:lvl2pPr>
            <a:lvl3pPr marL="396000" indent="0">
              <a:buNone/>
              <a:defRPr/>
            </a:lvl3pPr>
            <a:lvl4pPr marL="594000" indent="0">
              <a:buNone/>
              <a:defRPr/>
            </a:lvl4pPr>
            <a:lvl5pPr marL="792000" indent="0">
              <a:buNone/>
              <a:defRPr/>
            </a:lvl5pPr>
          </a:lstStyle>
          <a:p>
            <a:pPr lvl="0"/>
            <a:r>
              <a:rPr lang="de-DE" dirty="0" err="1"/>
              <a:t>Subline</a:t>
            </a:r>
            <a:endParaRPr lang="de-DE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B54378A3-1474-09EC-4FB8-7E15ADAE8676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515936" y="1517650"/>
            <a:ext cx="5384802" cy="4562475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lvl="0"/>
            <a:r>
              <a:rPr lang="de-DE" dirty="0"/>
              <a:t>Platzhalter Bild / Diagramm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44088329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Zwischenüberschrift + Inhalt 2-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F68CC7-DDFA-0E93-A378-CF69B12C18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Headline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6D49BFA-C956-82ED-16F4-BB75FE818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8" y="2105891"/>
            <a:ext cx="5384800" cy="397423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781AFB-FD54-1295-2013-E5DF82B1F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5CC91-F9FF-461A-BE22-545534A6FBB9}" type="datetime1">
              <a:rPr lang="de-DE" smtClean="0"/>
              <a:t>30.09.2026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D15462-695C-B690-2B8E-757D88436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  |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E58975-2BEF-27A2-8717-812027CAF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2E227-8C9F-455E-A65F-728E63FC57B1}" type="slidenum">
              <a:rPr lang="de-DE" smtClean="0"/>
              <a:t>‹#›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14DAFB8-7299-9D70-1273-8B7C695FB7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8" y="824055"/>
            <a:ext cx="11160125" cy="392604"/>
          </a:xfrm>
        </p:spPr>
        <p:txBody>
          <a:bodyPr/>
          <a:lstStyle>
            <a:lvl1pPr marL="0" indent="0">
              <a:lnSpc>
                <a:spcPts val="2500"/>
              </a:lnSpc>
              <a:spcAft>
                <a:spcPts val="0"/>
              </a:spcAft>
              <a:buNone/>
              <a:defRPr sz="2000"/>
            </a:lvl1pPr>
            <a:lvl2pPr marL="198000" indent="0">
              <a:buNone/>
              <a:defRPr/>
            </a:lvl2pPr>
            <a:lvl3pPr marL="396000" indent="0">
              <a:buNone/>
              <a:defRPr/>
            </a:lvl3pPr>
            <a:lvl4pPr marL="594000" indent="0">
              <a:buNone/>
              <a:defRPr/>
            </a:lvl4pPr>
            <a:lvl5pPr marL="792000" indent="0">
              <a:buNone/>
              <a:defRPr/>
            </a:lvl5pPr>
          </a:lstStyle>
          <a:p>
            <a:pPr lvl="0"/>
            <a:r>
              <a:rPr lang="de-DE" dirty="0" err="1"/>
              <a:t>Subline</a:t>
            </a:r>
            <a:endParaRPr lang="de-DE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B54378A3-1474-09EC-4FB8-7E15ADAE867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81999" y="2105891"/>
            <a:ext cx="5394063" cy="397423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CB24180B-6867-395D-4A29-184E9307BDA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5938" y="1519200"/>
            <a:ext cx="5384800" cy="401442"/>
          </a:xfrm>
          <a:solidFill>
            <a:schemeClr val="tx2"/>
          </a:solidFill>
        </p:spPr>
        <p:txBody>
          <a:bodyPr wrap="square" lIns="108000" tIns="54000" rIns="108000" bIns="54000" anchor="t" anchorCtr="0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1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extplatzhalter 11">
            <a:extLst>
              <a:ext uri="{FF2B5EF4-FFF2-40B4-BE49-F238E27FC236}">
                <a16:creationId xmlns:a16="http://schemas.microsoft.com/office/drawing/2014/main" id="{F8642CE6-95B2-927B-1417-4376CD923ED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82000" y="1519200"/>
            <a:ext cx="5394063" cy="401442"/>
          </a:xfrm>
          <a:solidFill>
            <a:schemeClr val="tx2"/>
          </a:solidFill>
        </p:spPr>
        <p:txBody>
          <a:bodyPr wrap="square" lIns="108000" tIns="54000" rIns="108000" bIns="54000" anchor="t" anchorCtr="0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1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6744577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Zwischenüberschrift + Text + Bild/Diagramm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F68CC7-DDFA-0E93-A378-CF69B12C18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Headline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6D49BFA-C956-82ED-16F4-BB75FE818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8" y="2105891"/>
            <a:ext cx="5384800" cy="397423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781AFB-FD54-1295-2013-E5DF82B1F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5CC91-F9FF-461A-BE22-545534A6FBB9}" type="datetime1">
              <a:rPr lang="de-DE" smtClean="0"/>
              <a:t>30.09.2026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D15462-695C-B690-2B8E-757D88436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  |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E58975-2BEF-27A2-8717-812027CAF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2E227-8C9F-455E-A65F-728E63FC57B1}" type="slidenum">
              <a:rPr lang="de-DE" smtClean="0"/>
              <a:t>‹#›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14DAFB8-7299-9D70-1273-8B7C695FB7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8" y="824055"/>
            <a:ext cx="11160125" cy="392604"/>
          </a:xfrm>
        </p:spPr>
        <p:txBody>
          <a:bodyPr/>
          <a:lstStyle>
            <a:lvl1pPr marL="0" indent="0">
              <a:lnSpc>
                <a:spcPts val="2500"/>
              </a:lnSpc>
              <a:spcAft>
                <a:spcPts val="0"/>
              </a:spcAft>
              <a:buNone/>
              <a:defRPr sz="2000"/>
            </a:lvl1pPr>
            <a:lvl2pPr marL="198000" indent="0">
              <a:buNone/>
              <a:defRPr/>
            </a:lvl2pPr>
            <a:lvl3pPr marL="396000" indent="0">
              <a:buNone/>
              <a:defRPr/>
            </a:lvl3pPr>
            <a:lvl4pPr marL="594000" indent="0">
              <a:buNone/>
              <a:defRPr/>
            </a:lvl4pPr>
            <a:lvl5pPr marL="792000" indent="0">
              <a:buNone/>
              <a:defRPr/>
            </a:lvl5pPr>
          </a:lstStyle>
          <a:p>
            <a:pPr lvl="0"/>
            <a:r>
              <a:rPr lang="de-DE" dirty="0" err="1"/>
              <a:t>Subline</a:t>
            </a:r>
            <a:endParaRPr lang="de-DE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B54378A3-1474-09EC-4FB8-7E15ADAE8676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281999" y="2105891"/>
            <a:ext cx="5394063" cy="3974235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lvl="0"/>
            <a:r>
              <a:rPr lang="de-DE" dirty="0"/>
              <a:t>Platzhalter Bild / Diagramm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CB24180B-6867-395D-4A29-184E9307BDA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5938" y="1519200"/>
            <a:ext cx="5384800" cy="401442"/>
          </a:xfrm>
          <a:solidFill>
            <a:schemeClr val="tx2"/>
          </a:solidFill>
        </p:spPr>
        <p:txBody>
          <a:bodyPr wrap="square" lIns="108000" tIns="54000" rIns="108000" bIns="54000" anchor="t" anchorCtr="0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1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extplatzhalter 11">
            <a:extLst>
              <a:ext uri="{FF2B5EF4-FFF2-40B4-BE49-F238E27FC236}">
                <a16:creationId xmlns:a16="http://schemas.microsoft.com/office/drawing/2014/main" id="{F8642CE6-95B2-927B-1417-4376CD923ED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82000" y="1519200"/>
            <a:ext cx="5394063" cy="401442"/>
          </a:xfrm>
          <a:solidFill>
            <a:schemeClr val="tx2"/>
          </a:solidFill>
        </p:spPr>
        <p:txBody>
          <a:bodyPr wrap="square" lIns="108000" tIns="54000" rIns="108000" bIns="54000" anchor="t" anchorCtr="0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1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70785471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Zwischenüberschrift + Text + Bild/Diagramm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F68CC7-DDFA-0E93-A378-CF69B12C18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Headline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6D49BFA-C956-82ED-16F4-BB75FE818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1999" y="2105891"/>
            <a:ext cx="5394063" cy="397423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781AFB-FD54-1295-2013-E5DF82B1F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5CC91-F9FF-461A-BE22-545534A6FBB9}" type="datetime1">
              <a:rPr lang="de-DE" smtClean="0"/>
              <a:t>30.09.2026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D15462-695C-B690-2B8E-757D88436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  |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E58975-2BEF-27A2-8717-812027CAF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2E227-8C9F-455E-A65F-728E63FC57B1}" type="slidenum">
              <a:rPr lang="de-DE" smtClean="0"/>
              <a:t>‹#›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14DAFB8-7299-9D70-1273-8B7C695FB7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8" y="824055"/>
            <a:ext cx="11160125" cy="392604"/>
          </a:xfrm>
        </p:spPr>
        <p:txBody>
          <a:bodyPr/>
          <a:lstStyle>
            <a:lvl1pPr marL="0" indent="0">
              <a:lnSpc>
                <a:spcPts val="2500"/>
              </a:lnSpc>
              <a:spcAft>
                <a:spcPts val="0"/>
              </a:spcAft>
              <a:buNone/>
              <a:defRPr sz="2000"/>
            </a:lvl1pPr>
            <a:lvl2pPr marL="198000" indent="0">
              <a:buNone/>
              <a:defRPr/>
            </a:lvl2pPr>
            <a:lvl3pPr marL="396000" indent="0">
              <a:buNone/>
              <a:defRPr/>
            </a:lvl3pPr>
            <a:lvl4pPr marL="594000" indent="0">
              <a:buNone/>
              <a:defRPr/>
            </a:lvl4pPr>
            <a:lvl5pPr marL="792000" indent="0">
              <a:buNone/>
              <a:defRPr/>
            </a:lvl5pPr>
          </a:lstStyle>
          <a:p>
            <a:pPr lvl="0"/>
            <a:r>
              <a:rPr lang="de-DE" dirty="0" err="1"/>
              <a:t>Subline</a:t>
            </a:r>
            <a:endParaRPr lang="de-DE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B54378A3-1474-09EC-4FB8-7E15ADAE8676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515938" y="2105891"/>
            <a:ext cx="5384800" cy="3974235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lvl="0"/>
            <a:r>
              <a:rPr lang="de-DE" dirty="0"/>
              <a:t>Platzhalter Bild / Diagramm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CB24180B-6867-395D-4A29-184E9307BDA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5938" y="1519200"/>
            <a:ext cx="5384800" cy="401442"/>
          </a:xfrm>
          <a:solidFill>
            <a:schemeClr val="tx2"/>
          </a:solidFill>
        </p:spPr>
        <p:txBody>
          <a:bodyPr wrap="square" lIns="108000" tIns="54000" rIns="108000" bIns="54000" anchor="t" anchorCtr="0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1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extplatzhalter 11">
            <a:extLst>
              <a:ext uri="{FF2B5EF4-FFF2-40B4-BE49-F238E27FC236}">
                <a16:creationId xmlns:a16="http://schemas.microsoft.com/office/drawing/2014/main" id="{F8642CE6-95B2-927B-1417-4376CD923ED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82000" y="1519200"/>
            <a:ext cx="5394063" cy="401442"/>
          </a:xfrm>
          <a:solidFill>
            <a:schemeClr val="tx2"/>
          </a:solidFill>
        </p:spPr>
        <p:txBody>
          <a:bodyPr wrap="square" lIns="108000" tIns="54000" rIns="108000" bIns="54000" anchor="t" anchorCtr="0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1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24972191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Textbox blau + Bild/Diagramm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F68CC7-DDFA-0E93-A378-CF69B12C18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Headline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781AFB-FD54-1295-2013-E5DF82B1F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03B19-AC11-490E-BC44-B673A30CEABE}" type="datetime1">
              <a:rPr lang="de-DE" smtClean="0"/>
              <a:t>30.09.2026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D15462-695C-B690-2B8E-757D88436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  |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E58975-2BEF-27A2-8717-812027CAF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2E227-8C9F-455E-A65F-728E63FC57B1}" type="slidenum">
              <a:rPr lang="de-DE" smtClean="0"/>
              <a:t>‹#›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14DAFB8-7299-9D70-1273-8B7C695FB7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8" y="824055"/>
            <a:ext cx="11160125" cy="392604"/>
          </a:xfrm>
        </p:spPr>
        <p:txBody>
          <a:bodyPr/>
          <a:lstStyle>
            <a:lvl1pPr marL="0" indent="0">
              <a:lnSpc>
                <a:spcPts val="2500"/>
              </a:lnSpc>
              <a:spcAft>
                <a:spcPts val="0"/>
              </a:spcAft>
              <a:buNone/>
              <a:defRPr sz="2000"/>
            </a:lvl1pPr>
            <a:lvl2pPr marL="198000" indent="0">
              <a:buNone/>
              <a:defRPr/>
            </a:lvl2pPr>
            <a:lvl3pPr marL="396000" indent="0">
              <a:buNone/>
              <a:defRPr/>
            </a:lvl3pPr>
            <a:lvl4pPr marL="594000" indent="0">
              <a:buNone/>
              <a:defRPr/>
            </a:lvl4pPr>
            <a:lvl5pPr marL="792000" indent="0">
              <a:buNone/>
              <a:defRPr/>
            </a:lvl5pPr>
          </a:lstStyle>
          <a:p>
            <a:pPr lvl="0"/>
            <a:r>
              <a:rPr lang="de-DE" dirty="0" err="1"/>
              <a:t>Subline</a:t>
            </a:r>
            <a:endParaRPr lang="de-DE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B54378A3-1474-09EC-4FB8-7E15ADAE8676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515937" y="1517650"/>
            <a:ext cx="5384802" cy="4562475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/>
              <a:t>Bild/Diagramm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CB24180B-6867-395D-4A29-184E9307BDA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2000" y="1517650"/>
            <a:ext cx="5394063" cy="1596725"/>
          </a:xfrm>
          <a:solidFill>
            <a:schemeClr val="tx2"/>
          </a:solidFill>
        </p:spPr>
        <p:txBody>
          <a:bodyPr lIns="936000" tIns="144000" rIns="108000" bIns="54000" anchor="t" anchorCtr="0">
            <a:noAutofit/>
          </a:bodyPr>
          <a:lstStyle>
            <a:lvl1pPr>
              <a:spcAft>
                <a:spcPts val="0"/>
              </a:spcAft>
              <a:defRPr sz="15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Bildplatzhalter 12">
            <a:extLst>
              <a:ext uri="{FF2B5EF4-FFF2-40B4-BE49-F238E27FC236}">
                <a16:creationId xmlns:a16="http://schemas.microsoft.com/office/drawing/2014/main" id="{BB3DF685-3789-F02C-F762-CCB89174E1D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434898" y="1693237"/>
            <a:ext cx="676275" cy="674688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2652504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Textbox blau + Bild/Diagramm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F68CC7-DDFA-0E93-A378-CF69B12C18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Headline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781AFB-FD54-1295-2013-E5DF82B1F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03B19-AC11-490E-BC44-B673A30CEABE}" type="datetime1">
              <a:rPr lang="de-DE" smtClean="0"/>
              <a:t>30.09.2026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D15462-695C-B690-2B8E-757D88436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  |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E58975-2BEF-27A2-8717-812027CAF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2E227-8C9F-455E-A65F-728E63FC57B1}" type="slidenum">
              <a:rPr lang="de-DE" smtClean="0"/>
              <a:t>‹#›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14DAFB8-7299-9D70-1273-8B7C695FB7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8" y="824055"/>
            <a:ext cx="11160125" cy="392604"/>
          </a:xfrm>
        </p:spPr>
        <p:txBody>
          <a:bodyPr/>
          <a:lstStyle>
            <a:lvl1pPr marL="0" indent="0">
              <a:lnSpc>
                <a:spcPts val="2500"/>
              </a:lnSpc>
              <a:spcAft>
                <a:spcPts val="0"/>
              </a:spcAft>
              <a:buNone/>
              <a:defRPr sz="2000"/>
            </a:lvl1pPr>
            <a:lvl2pPr marL="198000" indent="0">
              <a:buNone/>
              <a:defRPr/>
            </a:lvl2pPr>
            <a:lvl3pPr marL="396000" indent="0">
              <a:buNone/>
              <a:defRPr/>
            </a:lvl3pPr>
            <a:lvl4pPr marL="594000" indent="0">
              <a:buNone/>
              <a:defRPr/>
            </a:lvl4pPr>
            <a:lvl5pPr marL="792000" indent="0">
              <a:buNone/>
              <a:defRPr/>
            </a:lvl5pPr>
          </a:lstStyle>
          <a:p>
            <a:pPr lvl="0"/>
            <a:r>
              <a:rPr lang="de-DE" dirty="0" err="1"/>
              <a:t>Subline</a:t>
            </a:r>
            <a:endParaRPr lang="de-DE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B54378A3-1474-09EC-4FB8-7E15ADAE8676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281999" y="1517650"/>
            <a:ext cx="5394063" cy="4562475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/>
              <a:t>Bild/Diagramm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CB24180B-6867-395D-4A29-184E9307BDA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5937" y="1519200"/>
            <a:ext cx="5384801" cy="1596725"/>
          </a:xfrm>
          <a:solidFill>
            <a:schemeClr val="tx2"/>
          </a:solidFill>
        </p:spPr>
        <p:txBody>
          <a:bodyPr lIns="936000" tIns="144000" rIns="108000" bIns="54000" anchor="t" anchorCtr="0">
            <a:noAutofit/>
          </a:bodyPr>
          <a:lstStyle>
            <a:lvl1pPr>
              <a:spcAft>
                <a:spcPts val="0"/>
              </a:spcAft>
              <a:defRPr sz="15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Bildplatzhalter 12">
            <a:extLst>
              <a:ext uri="{FF2B5EF4-FFF2-40B4-BE49-F238E27FC236}">
                <a16:creationId xmlns:a16="http://schemas.microsoft.com/office/drawing/2014/main" id="{6BC3F3F1-1EB6-37CC-DBF5-A9E039289BE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75121" y="1693237"/>
            <a:ext cx="676275" cy="674688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9084732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+ Textbox blau + Bild/Diagramm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F68CC7-DDFA-0E93-A378-CF69B12C18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Headline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781AFB-FD54-1295-2013-E5DF82B1F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03B19-AC11-490E-BC44-B673A30CEABE}" type="datetime1">
              <a:rPr lang="de-DE" smtClean="0"/>
              <a:t>30.09.2026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D15462-695C-B690-2B8E-757D88436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  |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E58975-2BEF-27A2-8717-812027CAF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2E227-8C9F-455E-A65F-728E63FC57B1}" type="slidenum">
              <a:rPr lang="de-DE" smtClean="0"/>
              <a:t>‹#›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14DAFB8-7299-9D70-1273-8B7C695FB7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8" y="824055"/>
            <a:ext cx="11160125" cy="392604"/>
          </a:xfrm>
        </p:spPr>
        <p:txBody>
          <a:bodyPr/>
          <a:lstStyle>
            <a:lvl1pPr marL="0" indent="0">
              <a:lnSpc>
                <a:spcPts val="2500"/>
              </a:lnSpc>
              <a:spcAft>
                <a:spcPts val="0"/>
              </a:spcAft>
              <a:buNone/>
              <a:defRPr sz="2000"/>
            </a:lvl1pPr>
            <a:lvl2pPr marL="198000" indent="0">
              <a:buNone/>
              <a:defRPr/>
            </a:lvl2pPr>
            <a:lvl3pPr marL="396000" indent="0">
              <a:buNone/>
              <a:defRPr/>
            </a:lvl3pPr>
            <a:lvl4pPr marL="594000" indent="0">
              <a:buNone/>
              <a:defRPr/>
            </a:lvl4pPr>
            <a:lvl5pPr marL="792000" indent="0">
              <a:buNone/>
              <a:defRPr/>
            </a:lvl5pPr>
          </a:lstStyle>
          <a:p>
            <a:pPr lvl="0"/>
            <a:r>
              <a:rPr lang="de-DE" dirty="0" err="1"/>
              <a:t>Subline</a:t>
            </a:r>
            <a:endParaRPr lang="de-DE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B54378A3-1474-09EC-4FB8-7E15ADAE8676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281999" y="1517650"/>
            <a:ext cx="5394063" cy="3451515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/>
              <a:t>Bild/Diagramm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CB24180B-6867-395D-4A29-184E9307BDA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5938" y="5226347"/>
            <a:ext cx="11160123" cy="858250"/>
          </a:xfrm>
          <a:solidFill>
            <a:schemeClr val="tx2"/>
          </a:solidFill>
        </p:spPr>
        <p:txBody>
          <a:bodyPr lIns="936000" tIns="144000" rIns="108000" bIns="54000" anchor="t" anchorCtr="0">
            <a:noAutofit/>
          </a:bodyPr>
          <a:lstStyle>
            <a:lvl1pPr>
              <a:spcAft>
                <a:spcPts val="0"/>
              </a:spcAft>
              <a:defRPr sz="15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8DD93948-B9C3-153D-15AA-A2436B8A1E4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75121" y="5318128"/>
            <a:ext cx="676275" cy="674688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/>
              <a:t> </a:t>
            </a: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0AF45E4F-34EB-38CF-B3D9-99E059706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8" y="1517649"/>
            <a:ext cx="5384800" cy="345151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7250112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Zwischenüberschrift + Inhalt 3-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F68CC7-DDFA-0E93-A378-CF69B12C18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Headline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6D49BFA-C956-82ED-16F4-BB75FE818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8" y="2105891"/>
            <a:ext cx="3455698" cy="397423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781AFB-FD54-1295-2013-E5DF82B1F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5CC91-F9FF-461A-BE22-545534A6FBB9}" type="datetime1">
              <a:rPr lang="de-DE" smtClean="0"/>
              <a:t>30.09.2026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D15462-695C-B690-2B8E-757D88436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  |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E58975-2BEF-27A2-8717-812027CAF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2E227-8C9F-455E-A65F-728E63FC57B1}" type="slidenum">
              <a:rPr lang="de-DE" smtClean="0"/>
              <a:t>‹#›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14DAFB8-7299-9D70-1273-8B7C695FB7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8" y="824055"/>
            <a:ext cx="11160125" cy="392604"/>
          </a:xfrm>
        </p:spPr>
        <p:txBody>
          <a:bodyPr/>
          <a:lstStyle>
            <a:lvl1pPr marL="0" indent="0">
              <a:lnSpc>
                <a:spcPts val="2500"/>
              </a:lnSpc>
              <a:spcAft>
                <a:spcPts val="0"/>
              </a:spcAft>
              <a:buNone/>
              <a:defRPr sz="2000"/>
            </a:lvl1pPr>
            <a:lvl2pPr marL="198000" indent="0">
              <a:buNone/>
              <a:defRPr/>
            </a:lvl2pPr>
            <a:lvl3pPr marL="396000" indent="0">
              <a:buNone/>
              <a:defRPr/>
            </a:lvl3pPr>
            <a:lvl4pPr marL="594000" indent="0">
              <a:buNone/>
              <a:defRPr/>
            </a:lvl4pPr>
            <a:lvl5pPr marL="792000" indent="0">
              <a:buNone/>
              <a:defRPr/>
            </a:lvl5pPr>
          </a:lstStyle>
          <a:p>
            <a:pPr lvl="0"/>
            <a:r>
              <a:rPr lang="de-DE" dirty="0" err="1"/>
              <a:t>Subline</a:t>
            </a:r>
            <a:endParaRPr lang="de-DE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B54378A3-1474-09EC-4FB8-7E15ADAE867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362269" y="2105891"/>
            <a:ext cx="3455698" cy="397423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CB24180B-6867-395D-4A29-184E9307BDA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5938" y="1519200"/>
            <a:ext cx="3456000" cy="401442"/>
          </a:xfrm>
          <a:solidFill>
            <a:schemeClr val="tx2"/>
          </a:solidFill>
        </p:spPr>
        <p:txBody>
          <a:bodyPr wrap="square" lIns="108000" tIns="54000" rIns="108000" bIns="54000" anchor="t" anchorCtr="0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1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extplatzhalter 11">
            <a:extLst>
              <a:ext uri="{FF2B5EF4-FFF2-40B4-BE49-F238E27FC236}">
                <a16:creationId xmlns:a16="http://schemas.microsoft.com/office/drawing/2014/main" id="{F8642CE6-95B2-927B-1417-4376CD923ED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208600" y="1519200"/>
            <a:ext cx="3456000" cy="401442"/>
          </a:xfrm>
          <a:solidFill>
            <a:schemeClr val="tx2"/>
          </a:solidFill>
        </p:spPr>
        <p:txBody>
          <a:bodyPr wrap="square" lIns="108000" tIns="54000" rIns="108000" bIns="54000" anchor="t" anchorCtr="0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1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1497F61B-6891-422C-D3D2-86557D065949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208902" y="2105891"/>
            <a:ext cx="3455698" cy="397423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3" name="Textplatzhalter 11">
            <a:extLst>
              <a:ext uri="{FF2B5EF4-FFF2-40B4-BE49-F238E27FC236}">
                <a16:creationId xmlns:a16="http://schemas.microsoft.com/office/drawing/2014/main" id="{990F2FB2-3093-36FB-0AC1-1BD3541DB5D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2269" y="1519200"/>
            <a:ext cx="3456000" cy="401442"/>
          </a:xfrm>
          <a:solidFill>
            <a:schemeClr val="tx2"/>
          </a:solidFill>
        </p:spPr>
        <p:txBody>
          <a:bodyPr wrap="square" lIns="108000" tIns="54000" rIns="108000" bIns="54000" anchor="t" anchorCtr="0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1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93888365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alt/Bild/Diagramm 3-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F68CC7-DDFA-0E93-A378-CF69B12C18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Headline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6D49BFA-C956-82ED-16F4-BB75FE818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8" y="4064000"/>
            <a:ext cx="3455698" cy="201612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781AFB-FD54-1295-2013-E5DF82B1F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5CC91-F9FF-461A-BE22-545534A6FBB9}" type="datetime1">
              <a:rPr lang="de-DE" smtClean="0"/>
              <a:t>30.09.2026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D15462-695C-B690-2B8E-757D88436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  |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E58975-2BEF-27A2-8717-812027CAF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2E227-8C9F-455E-A65F-728E63FC57B1}" type="slidenum">
              <a:rPr lang="de-DE" smtClean="0"/>
              <a:t>‹#›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14DAFB8-7299-9D70-1273-8B7C695FB7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8" y="824055"/>
            <a:ext cx="11160125" cy="392604"/>
          </a:xfrm>
        </p:spPr>
        <p:txBody>
          <a:bodyPr/>
          <a:lstStyle>
            <a:lvl1pPr marL="0" indent="0">
              <a:lnSpc>
                <a:spcPts val="2500"/>
              </a:lnSpc>
              <a:spcAft>
                <a:spcPts val="0"/>
              </a:spcAft>
              <a:buNone/>
              <a:defRPr sz="2000"/>
            </a:lvl1pPr>
            <a:lvl2pPr marL="198000" indent="0">
              <a:buNone/>
              <a:defRPr/>
            </a:lvl2pPr>
            <a:lvl3pPr marL="396000" indent="0">
              <a:buNone/>
              <a:defRPr/>
            </a:lvl3pPr>
            <a:lvl4pPr marL="594000" indent="0">
              <a:buNone/>
              <a:defRPr/>
            </a:lvl4pPr>
            <a:lvl5pPr marL="792000" indent="0">
              <a:buNone/>
              <a:defRPr/>
            </a:lvl5pPr>
          </a:lstStyle>
          <a:p>
            <a:pPr lvl="0"/>
            <a:r>
              <a:rPr lang="de-DE" dirty="0" err="1"/>
              <a:t>Subline</a:t>
            </a:r>
            <a:endParaRPr lang="de-DE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B54378A3-1474-09EC-4FB8-7E15ADAE867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363200" y="4064000"/>
            <a:ext cx="3455698" cy="201612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1497F61B-6891-422C-D3D2-86557D065949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208600" y="4064000"/>
            <a:ext cx="3455698" cy="201612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6" name="Inhaltsplatzhalter 15">
            <a:extLst>
              <a:ext uri="{FF2B5EF4-FFF2-40B4-BE49-F238E27FC236}">
                <a16:creationId xmlns:a16="http://schemas.microsoft.com/office/drawing/2014/main" id="{FD1EA0AB-8D9A-170D-1C89-F95310BF4F11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14800" y="1517650"/>
            <a:ext cx="3456000" cy="23241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lvl="0"/>
            <a:r>
              <a:rPr lang="de-DE" dirty="0"/>
              <a:t>Bild/Diagramm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7" name="Inhaltsplatzhalter 15">
            <a:extLst>
              <a:ext uri="{FF2B5EF4-FFF2-40B4-BE49-F238E27FC236}">
                <a16:creationId xmlns:a16="http://schemas.microsoft.com/office/drawing/2014/main" id="{8B689F31-D710-731C-42B6-C06D5DE25A2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363200" y="1517650"/>
            <a:ext cx="3456000" cy="23241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lvl="0"/>
            <a:r>
              <a:rPr lang="de-DE" dirty="0"/>
              <a:t>Bild/Diagramm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8" name="Inhaltsplatzhalter 15">
            <a:extLst>
              <a:ext uri="{FF2B5EF4-FFF2-40B4-BE49-F238E27FC236}">
                <a16:creationId xmlns:a16="http://schemas.microsoft.com/office/drawing/2014/main" id="{0EBAA149-EF87-BAD7-F396-8A7FE6B57458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8208600" y="1517650"/>
            <a:ext cx="3456000" cy="23241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lvl="0"/>
            <a:r>
              <a:rPr lang="de-DE" dirty="0"/>
              <a:t>Bild/Diagramm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94979002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Bilder + Bildunt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781AFB-FD54-1295-2013-E5DF82B1F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5CC91-F9FF-461A-BE22-545534A6FBB9}" type="datetime1">
              <a:rPr lang="de-DE" smtClean="0"/>
              <a:t>30.09.2026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D15462-695C-B690-2B8E-757D88436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  |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E58975-2BEF-27A2-8717-812027CAF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2E227-8C9F-455E-A65F-728E63FC57B1}" type="slidenum">
              <a:rPr lang="de-DE" smtClean="0"/>
              <a:t>‹#›</a:t>
            </a:fld>
            <a:endParaRPr lang="de-DE"/>
          </a:p>
        </p:txBody>
      </p:sp>
      <p:sp>
        <p:nvSpPr>
          <p:cNvPr id="16" name="Inhaltsplatzhalter 15">
            <a:extLst>
              <a:ext uri="{FF2B5EF4-FFF2-40B4-BE49-F238E27FC236}">
                <a16:creationId xmlns:a16="http://schemas.microsoft.com/office/drawing/2014/main" id="{FD1EA0AB-8D9A-170D-1C89-F95310BF4F11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26263" y="361950"/>
            <a:ext cx="3456000" cy="243205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de-DE" dirty="0"/>
              <a:t>Bild</a:t>
            </a:r>
          </a:p>
        </p:txBody>
      </p:sp>
      <p:sp>
        <p:nvSpPr>
          <p:cNvPr id="17" name="Inhaltsplatzhalter 15">
            <a:extLst>
              <a:ext uri="{FF2B5EF4-FFF2-40B4-BE49-F238E27FC236}">
                <a16:creationId xmlns:a16="http://schemas.microsoft.com/office/drawing/2014/main" id="{8B689F31-D710-731C-42B6-C06D5DE25A2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374663" y="361950"/>
            <a:ext cx="3456000" cy="243205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de-DE" dirty="0"/>
              <a:t>Bild</a:t>
            </a:r>
          </a:p>
        </p:txBody>
      </p:sp>
      <p:sp>
        <p:nvSpPr>
          <p:cNvPr id="18" name="Inhaltsplatzhalter 15">
            <a:extLst>
              <a:ext uri="{FF2B5EF4-FFF2-40B4-BE49-F238E27FC236}">
                <a16:creationId xmlns:a16="http://schemas.microsoft.com/office/drawing/2014/main" id="{0EBAA149-EF87-BAD7-F396-8A7FE6B57458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8220063" y="361950"/>
            <a:ext cx="3456000" cy="243205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de-DE" dirty="0"/>
              <a:t>Bild</a:t>
            </a:r>
          </a:p>
        </p:txBody>
      </p:sp>
      <p:sp>
        <p:nvSpPr>
          <p:cNvPr id="15" name="Inhaltsplatzhalter 15">
            <a:extLst>
              <a:ext uri="{FF2B5EF4-FFF2-40B4-BE49-F238E27FC236}">
                <a16:creationId xmlns:a16="http://schemas.microsoft.com/office/drawing/2014/main" id="{D840BFB8-7CE9-B0DE-2AEE-2C8CE1DBD37D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526263" y="3303113"/>
            <a:ext cx="3456000" cy="243205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de-DE" dirty="0"/>
              <a:t>Bild</a:t>
            </a:r>
          </a:p>
        </p:txBody>
      </p:sp>
      <p:sp>
        <p:nvSpPr>
          <p:cNvPr id="19" name="Inhaltsplatzhalter 15">
            <a:extLst>
              <a:ext uri="{FF2B5EF4-FFF2-40B4-BE49-F238E27FC236}">
                <a16:creationId xmlns:a16="http://schemas.microsoft.com/office/drawing/2014/main" id="{BF51DC3B-42F2-55B0-E828-5F8E872F13B2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374663" y="3303113"/>
            <a:ext cx="3456000" cy="243205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de-DE" dirty="0"/>
              <a:t>Bild</a:t>
            </a:r>
          </a:p>
        </p:txBody>
      </p:sp>
      <p:sp>
        <p:nvSpPr>
          <p:cNvPr id="20" name="Inhaltsplatzhalter 15">
            <a:extLst>
              <a:ext uri="{FF2B5EF4-FFF2-40B4-BE49-F238E27FC236}">
                <a16:creationId xmlns:a16="http://schemas.microsoft.com/office/drawing/2014/main" id="{560E133A-CB1B-E2CB-CED4-9D8580DD9478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220063" y="3303113"/>
            <a:ext cx="3456000" cy="243205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de-DE" dirty="0"/>
              <a:t>Bild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D6737B9B-B033-36B0-2B6B-5B066854789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15938" y="2866986"/>
            <a:ext cx="3466325" cy="264759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21" name="Textplatzhalter 9">
            <a:extLst>
              <a:ext uri="{FF2B5EF4-FFF2-40B4-BE49-F238E27FC236}">
                <a16:creationId xmlns:a16="http://schemas.microsoft.com/office/drawing/2014/main" id="{65863986-280C-37A8-5182-3B65C565656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938" y="5806130"/>
            <a:ext cx="3466325" cy="264759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22" name="Textplatzhalter 9">
            <a:extLst>
              <a:ext uri="{FF2B5EF4-FFF2-40B4-BE49-F238E27FC236}">
                <a16:creationId xmlns:a16="http://schemas.microsoft.com/office/drawing/2014/main" id="{3C2EEE95-C0E2-9934-5718-EC31E9C48C7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74663" y="2866986"/>
            <a:ext cx="3466325" cy="264759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23" name="Textplatzhalter 9">
            <a:extLst>
              <a:ext uri="{FF2B5EF4-FFF2-40B4-BE49-F238E27FC236}">
                <a16:creationId xmlns:a16="http://schemas.microsoft.com/office/drawing/2014/main" id="{2E8515CE-4BA4-B698-9280-F220B440189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374663" y="5806130"/>
            <a:ext cx="3466325" cy="264759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24" name="Textplatzhalter 9">
            <a:extLst>
              <a:ext uri="{FF2B5EF4-FFF2-40B4-BE49-F238E27FC236}">
                <a16:creationId xmlns:a16="http://schemas.microsoft.com/office/drawing/2014/main" id="{9579050B-3644-78F9-7D6D-F57496EEDED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220063" y="2866986"/>
            <a:ext cx="3466325" cy="264759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25" name="Textplatzhalter 9">
            <a:extLst>
              <a:ext uri="{FF2B5EF4-FFF2-40B4-BE49-F238E27FC236}">
                <a16:creationId xmlns:a16="http://schemas.microsoft.com/office/drawing/2014/main" id="{9D865C23-AB50-50BA-EB35-47321BD5EB0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20063" y="5806130"/>
            <a:ext cx="3466325" cy="264759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de-DE" dirty="0"/>
              <a:t>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100955375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Bilder + Bildunt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781AFB-FD54-1295-2013-E5DF82B1F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5CC91-F9FF-461A-BE22-545534A6FBB9}" type="datetime1">
              <a:rPr lang="de-DE" smtClean="0"/>
              <a:t>30.09.2026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D15462-695C-B690-2B8E-757D88436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  |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E58975-2BEF-27A2-8717-812027CAF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2E227-8C9F-455E-A65F-728E63FC57B1}" type="slidenum">
              <a:rPr lang="de-DE" smtClean="0"/>
              <a:t>‹#›</a:t>
            </a:fld>
            <a:endParaRPr lang="de-DE"/>
          </a:p>
        </p:txBody>
      </p:sp>
      <p:sp>
        <p:nvSpPr>
          <p:cNvPr id="16" name="Inhaltsplatzhalter 15">
            <a:extLst>
              <a:ext uri="{FF2B5EF4-FFF2-40B4-BE49-F238E27FC236}">
                <a16:creationId xmlns:a16="http://schemas.microsoft.com/office/drawing/2014/main" id="{FD1EA0AB-8D9A-170D-1C89-F95310BF4F11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26263" y="361949"/>
            <a:ext cx="3456000" cy="5373213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de-DE" dirty="0"/>
              <a:t>Bild</a:t>
            </a:r>
          </a:p>
        </p:txBody>
      </p:sp>
      <p:sp>
        <p:nvSpPr>
          <p:cNvPr id="17" name="Inhaltsplatzhalter 15">
            <a:extLst>
              <a:ext uri="{FF2B5EF4-FFF2-40B4-BE49-F238E27FC236}">
                <a16:creationId xmlns:a16="http://schemas.microsoft.com/office/drawing/2014/main" id="{8B689F31-D710-731C-42B6-C06D5DE25A2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374663" y="361950"/>
            <a:ext cx="3456000" cy="243205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de-DE" dirty="0"/>
              <a:t>Bild</a:t>
            </a:r>
          </a:p>
        </p:txBody>
      </p:sp>
      <p:sp>
        <p:nvSpPr>
          <p:cNvPr id="18" name="Inhaltsplatzhalter 15">
            <a:extLst>
              <a:ext uri="{FF2B5EF4-FFF2-40B4-BE49-F238E27FC236}">
                <a16:creationId xmlns:a16="http://schemas.microsoft.com/office/drawing/2014/main" id="{0EBAA149-EF87-BAD7-F396-8A7FE6B57458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8220063" y="361950"/>
            <a:ext cx="3456000" cy="243205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de-DE" dirty="0"/>
              <a:t>Bild</a:t>
            </a:r>
          </a:p>
        </p:txBody>
      </p:sp>
      <p:sp>
        <p:nvSpPr>
          <p:cNvPr id="19" name="Inhaltsplatzhalter 15">
            <a:extLst>
              <a:ext uri="{FF2B5EF4-FFF2-40B4-BE49-F238E27FC236}">
                <a16:creationId xmlns:a16="http://schemas.microsoft.com/office/drawing/2014/main" id="{BF51DC3B-42F2-55B0-E828-5F8E872F13B2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374663" y="3303113"/>
            <a:ext cx="3456000" cy="243205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de-DE" dirty="0"/>
              <a:t>Bild</a:t>
            </a:r>
          </a:p>
        </p:txBody>
      </p:sp>
      <p:sp>
        <p:nvSpPr>
          <p:cNvPr id="20" name="Inhaltsplatzhalter 15">
            <a:extLst>
              <a:ext uri="{FF2B5EF4-FFF2-40B4-BE49-F238E27FC236}">
                <a16:creationId xmlns:a16="http://schemas.microsoft.com/office/drawing/2014/main" id="{560E133A-CB1B-E2CB-CED4-9D8580DD9478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220063" y="3303113"/>
            <a:ext cx="3456000" cy="243205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de-DE" dirty="0"/>
              <a:t>Bild</a:t>
            </a:r>
          </a:p>
        </p:txBody>
      </p:sp>
      <p:sp>
        <p:nvSpPr>
          <p:cNvPr id="21" name="Textplatzhalter 9">
            <a:extLst>
              <a:ext uri="{FF2B5EF4-FFF2-40B4-BE49-F238E27FC236}">
                <a16:creationId xmlns:a16="http://schemas.microsoft.com/office/drawing/2014/main" id="{65863986-280C-37A8-5182-3B65C565656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938" y="5806130"/>
            <a:ext cx="3466325" cy="264759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22" name="Textplatzhalter 9">
            <a:extLst>
              <a:ext uri="{FF2B5EF4-FFF2-40B4-BE49-F238E27FC236}">
                <a16:creationId xmlns:a16="http://schemas.microsoft.com/office/drawing/2014/main" id="{3C2EEE95-C0E2-9934-5718-EC31E9C48C7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74663" y="2866986"/>
            <a:ext cx="3466325" cy="264759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23" name="Textplatzhalter 9">
            <a:extLst>
              <a:ext uri="{FF2B5EF4-FFF2-40B4-BE49-F238E27FC236}">
                <a16:creationId xmlns:a16="http://schemas.microsoft.com/office/drawing/2014/main" id="{2E8515CE-4BA4-B698-9280-F220B440189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374663" y="5806130"/>
            <a:ext cx="3466325" cy="264759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24" name="Textplatzhalter 9">
            <a:extLst>
              <a:ext uri="{FF2B5EF4-FFF2-40B4-BE49-F238E27FC236}">
                <a16:creationId xmlns:a16="http://schemas.microsoft.com/office/drawing/2014/main" id="{9579050B-3644-78F9-7D6D-F57496EEDED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220063" y="2866986"/>
            <a:ext cx="3466325" cy="264759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25" name="Textplatzhalter 9">
            <a:extLst>
              <a:ext uri="{FF2B5EF4-FFF2-40B4-BE49-F238E27FC236}">
                <a16:creationId xmlns:a16="http://schemas.microsoft.com/office/drawing/2014/main" id="{9D865C23-AB50-50BA-EB35-47321BD5EB0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20063" y="5806130"/>
            <a:ext cx="3466325" cy="264759"/>
          </a:xfrm>
        </p:spPr>
        <p:txBody>
          <a:bodyPr/>
          <a:lstStyle>
            <a:lvl1pPr>
              <a:lnSpc>
                <a:spcPts val="1300"/>
              </a:lnSpc>
              <a:spcAft>
                <a:spcPts val="0"/>
              </a:spcAft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de-DE" dirty="0"/>
              <a:t>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56243712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Zwischenüberschrift + 3 Textbox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F68CC7-DDFA-0E93-A378-CF69B12C18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Headline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6D49BFA-C956-82ED-16F4-BB75FE818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8" y="2105999"/>
            <a:ext cx="3455987" cy="3974125"/>
          </a:xfrm>
          <a:solidFill>
            <a:schemeClr val="tx2"/>
          </a:solidFill>
        </p:spPr>
        <p:txBody>
          <a:bodyPr lIns="108000" tIns="108000" rIns="90000" bIns="10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781AFB-FD54-1295-2013-E5DF82B1F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123ED-E61D-4D6A-95F7-ED37FE4DEF5A}" type="datetime1">
              <a:rPr lang="de-DE" smtClean="0"/>
              <a:t>30.09.2026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D15462-695C-B690-2B8E-757D88436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  |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E58975-2BEF-27A2-8717-812027CAF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2E227-8C9F-455E-A65F-728E63FC57B1}" type="slidenum">
              <a:rPr lang="de-DE" smtClean="0"/>
              <a:t>‹#›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14DAFB8-7299-9D70-1273-8B7C695FB7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8" y="824055"/>
            <a:ext cx="11160125" cy="392604"/>
          </a:xfrm>
        </p:spPr>
        <p:txBody>
          <a:bodyPr/>
          <a:lstStyle>
            <a:lvl1pPr marL="0" indent="0">
              <a:lnSpc>
                <a:spcPts val="2500"/>
              </a:lnSpc>
              <a:spcAft>
                <a:spcPts val="0"/>
              </a:spcAft>
              <a:buNone/>
              <a:defRPr sz="2000"/>
            </a:lvl1pPr>
            <a:lvl2pPr marL="198000" indent="0">
              <a:buNone/>
              <a:defRPr/>
            </a:lvl2pPr>
            <a:lvl3pPr marL="396000" indent="0">
              <a:buNone/>
              <a:defRPr/>
            </a:lvl3pPr>
            <a:lvl4pPr marL="594000" indent="0">
              <a:buNone/>
              <a:defRPr/>
            </a:lvl4pPr>
            <a:lvl5pPr marL="792000" indent="0">
              <a:buNone/>
              <a:defRPr/>
            </a:lvl5pPr>
          </a:lstStyle>
          <a:p>
            <a:pPr lvl="0"/>
            <a:r>
              <a:rPr lang="de-DE" dirty="0" err="1"/>
              <a:t>Subline</a:t>
            </a:r>
            <a:endParaRPr lang="de-DE" dirty="0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CB24180B-6867-395D-4A29-184E9307BDA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5938" y="1519200"/>
            <a:ext cx="3455987" cy="401442"/>
          </a:xfrm>
          <a:solidFill>
            <a:schemeClr val="tx2"/>
          </a:solidFill>
        </p:spPr>
        <p:txBody>
          <a:bodyPr wrap="square" lIns="108000" tIns="54000" rIns="108000" bIns="54000" anchor="t" anchorCtr="0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1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CF14BDDD-D100-CA4B-5881-1D77C3139006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364038" y="2105999"/>
            <a:ext cx="3455987" cy="3974125"/>
          </a:xfrm>
          <a:solidFill>
            <a:schemeClr val="tx2"/>
          </a:solidFill>
        </p:spPr>
        <p:txBody>
          <a:bodyPr lIns="108000" tIns="108000" rIns="90000" bIns="10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3" name="Textplatzhalter 11">
            <a:extLst>
              <a:ext uri="{FF2B5EF4-FFF2-40B4-BE49-F238E27FC236}">
                <a16:creationId xmlns:a16="http://schemas.microsoft.com/office/drawing/2014/main" id="{A6E17A0C-7467-ABC4-A384-080368D87B2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64038" y="1519200"/>
            <a:ext cx="3455987" cy="401442"/>
          </a:xfrm>
          <a:solidFill>
            <a:schemeClr val="tx2"/>
          </a:solidFill>
        </p:spPr>
        <p:txBody>
          <a:bodyPr wrap="square" lIns="108000" tIns="54000" rIns="108000" bIns="54000" anchor="t" anchorCtr="0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1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EDE6B3A5-31C4-12EC-391D-6C28919D6111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208000" y="2105999"/>
            <a:ext cx="3455987" cy="3974125"/>
          </a:xfrm>
          <a:solidFill>
            <a:schemeClr val="tx2"/>
          </a:solidFill>
        </p:spPr>
        <p:txBody>
          <a:bodyPr lIns="108000" tIns="108000" rIns="90000" bIns="10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7" name="Textplatzhalter 11">
            <a:extLst>
              <a:ext uri="{FF2B5EF4-FFF2-40B4-BE49-F238E27FC236}">
                <a16:creationId xmlns:a16="http://schemas.microsoft.com/office/drawing/2014/main" id="{37CCA439-424F-9291-9570-647F7B6C934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08000" y="1519200"/>
            <a:ext cx="3455987" cy="401442"/>
          </a:xfrm>
          <a:solidFill>
            <a:schemeClr val="tx2"/>
          </a:solidFill>
        </p:spPr>
        <p:txBody>
          <a:bodyPr wrap="square" lIns="108000" tIns="54000" rIns="108000" bIns="54000" anchor="t" anchorCtr="0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1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75823920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Zwischenüberschrift + Inhalt 4-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F68CC7-DDFA-0E93-A378-CF69B12C18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Headline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6D49BFA-C956-82ED-16F4-BB75FE81822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5938" y="2106000"/>
            <a:ext cx="2501900" cy="3974125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lvl="0"/>
            <a:r>
              <a:rPr lang="de-DE" dirty="0"/>
              <a:t>Bild/Diagramm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781AFB-FD54-1295-2013-E5DF82B1F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5CC91-F9FF-461A-BE22-545534A6FBB9}" type="datetime1">
              <a:rPr lang="de-DE" smtClean="0"/>
              <a:t>30.09.2026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D15462-695C-B690-2B8E-757D88436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  |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E58975-2BEF-27A2-8717-812027CAF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2E227-8C9F-455E-A65F-728E63FC57B1}" type="slidenum">
              <a:rPr lang="de-DE" smtClean="0"/>
              <a:t>‹#›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14DAFB8-7299-9D70-1273-8B7C695FB7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8" y="824055"/>
            <a:ext cx="11160125" cy="392604"/>
          </a:xfrm>
        </p:spPr>
        <p:txBody>
          <a:bodyPr/>
          <a:lstStyle>
            <a:lvl1pPr marL="0" indent="0">
              <a:lnSpc>
                <a:spcPts val="2500"/>
              </a:lnSpc>
              <a:spcAft>
                <a:spcPts val="0"/>
              </a:spcAft>
              <a:buNone/>
              <a:defRPr sz="2000"/>
            </a:lvl1pPr>
            <a:lvl2pPr marL="198000" indent="0">
              <a:buNone/>
              <a:defRPr/>
            </a:lvl2pPr>
            <a:lvl3pPr marL="396000" indent="0">
              <a:buNone/>
              <a:defRPr/>
            </a:lvl3pPr>
            <a:lvl4pPr marL="594000" indent="0">
              <a:buNone/>
              <a:defRPr/>
            </a:lvl4pPr>
            <a:lvl5pPr marL="792000" indent="0">
              <a:buNone/>
              <a:defRPr/>
            </a:lvl5pPr>
          </a:lstStyle>
          <a:p>
            <a:pPr lvl="0"/>
            <a:r>
              <a:rPr lang="de-DE" dirty="0" err="1"/>
              <a:t>Subline</a:t>
            </a:r>
            <a:endParaRPr lang="de-DE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B54378A3-1474-09EC-4FB8-7E15ADAE867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405188" y="2105999"/>
            <a:ext cx="2502000" cy="39741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CB24180B-6867-395D-4A29-184E9307BDA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5939" y="1519200"/>
            <a:ext cx="2501900" cy="401442"/>
          </a:xfrm>
          <a:solidFill>
            <a:schemeClr val="tx2"/>
          </a:solidFill>
        </p:spPr>
        <p:txBody>
          <a:bodyPr wrap="square" lIns="108000" tIns="54000" rIns="108000" bIns="54000" anchor="t" anchorCtr="0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1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Textplatzhalter 11">
            <a:extLst>
              <a:ext uri="{FF2B5EF4-FFF2-40B4-BE49-F238E27FC236}">
                <a16:creationId xmlns:a16="http://schemas.microsoft.com/office/drawing/2014/main" id="{990F2FB2-3093-36FB-0AC1-1BD3541DB5D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05188" y="1519200"/>
            <a:ext cx="2501900" cy="401442"/>
          </a:xfrm>
          <a:solidFill>
            <a:schemeClr val="tx2"/>
          </a:solidFill>
        </p:spPr>
        <p:txBody>
          <a:bodyPr wrap="square" lIns="108000" tIns="54000" rIns="108000" bIns="54000" anchor="t" anchorCtr="0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1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31CBA09F-1E71-5AD3-93E7-5305866F75A5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284913" y="2106000"/>
            <a:ext cx="2501900" cy="397412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lvl="0"/>
            <a:r>
              <a:rPr lang="de-DE" dirty="0"/>
              <a:t>Bild/Diagramm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2B25FD2D-CF24-08F0-6D5A-291296FAC9B7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9169399" y="2105999"/>
            <a:ext cx="2502000" cy="39741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7" name="Textplatzhalter 11">
            <a:extLst>
              <a:ext uri="{FF2B5EF4-FFF2-40B4-BE49-F238E27FC236}">
                <a16:creationId xmlns:a16="http://schemas.microsoft.com/office/drawing/2014/main" id="{2D49256E-EC1B-0BFD-0841-0867D6BD3B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84913" y="1519200"/>
            <a:ext cx="2501900" cy="401442"/>
          </a:xfrm>
          <a:solidFill>
            <a:schemeClr val="tx2"/>
          </a:solidFill>
        </p:spPr>
        <p:txBody>
          <a:bodyPr wrap="square" lIns="108000" tIns="54000" rIns="108000" bIns="54000" anchor="t" anchorCtr="0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1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Textplatzhalter 11">
            <a:extLst>
              <a:ext uri="{FF2B5EF4-FFF2-40B4-BE49-F238E27FC236}">
                <a16:creationId xmlns:a16="http://schemas.microsoft.com/office/drawing/2014/main" id="{871B8DE5-550E-10C8-BE72-C4D80CB7184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69499" y="1519200"/>
            <a:ext cx="2501900" cy="401442"/>
          </a:xfrm>
          <a:solidFill>
            <a:schemeClr val="tx2"/>
          </a:solidFill>
        </p:spPr>
        <p:txBody>
          <a:bodyPr wrap="square" lIns="108000" tIns="54000" rIns="108000" bIns="54000" anchor="t" anchorCtr="0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1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5486386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4 x Ansprech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F68CC7-DDFA-0E93-A378-CF69B12C18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Headline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781AFB-FD54-1295-2013-E5DF82B1F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D9FD1-0D6D-4E61-83A8-1FFEFED7B8A7}" type="datetime1">
              <a:rPr lang="de-DE" smtClean="0"/>
              <a:t>30.09.2026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D15462-695C-B690-2B8E-757D88436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  |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E58975-2BEF-27A2-8717-812027CAF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2E227-8C9F-455E-A65F-728E63FC57B1}" type="slidenum">
              <a:rPr lang="de-DE" smtClean="0"/>
              <a:t>‹#›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14DAFB8-7299-9D70-1273-8B7C695FB7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8" y="824055"/>
            <a:ext cx="11160125" cy="392604"/>
          </a:xfrm>
        </p:spPr>
        <p:txBody>
          <a:bodyPr/>
          <a:lstStyle>
            <a:lvl1pPr marL="0" indent="0">
              <a:lnSpc>
                <a:spcPts val="2500"/>
              </a:lnSpc>
              <a:spcAft>
                <a:spcPts val="0"/>
              </a:spcAft>
              <a:buNone/>
              <a:defRPr sz="2000"/>
            </a:lvl1pPr>
            <a:lvl2pPr marL="198000" indent="0">
              <a:buNone/>
              <a:defRPr/>
            </a:lvl2pPr>
            <a:lvl3pPr marL="396000" indent="0">
              <a:buNone/>
              <a:defRPr/>
            </a:lvl3pPr>
            <a:lvl4pPr marL="594000" indent="0">
              <a:buNone/>
              <a:defRPr/>
            </a:lvl4pPr>
            <a:lvl5pPr marL="792000" indent="0">
              <a:buNone/>
              <a:defRPr/>
            </a:lvl5pPr>
          </a:lstStyle>
          <a:p>
            <a:pPr lvl="0"/>
            <a:r>
              <a:rPr lang="de-DE" dirty="0" err="1"/>
              <a:t>Subline</a:t>
            </a:r>
            <a:endParaRPr lang="de-DE" dirty="0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A91A8C67-0912-1D5E-AC78-B74604CD0E6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96841" y="1763714"/>
            <a:ext cx="1641572" cy="2471411"/>
          </a:xfrm>
          <a:solidFill>
            <a:schemeClr val="tx2"/>
          </a:solidFill>
        </p:spPr>
        <p:txBody>
          <a:bodyPr wrap="square" lIns="126000" tIns="1656000" rIns="108000" bIns="144000">
            <a:spAutoFit/>
          </a:bodyPr>
          <a:lstStyle>
            <a:lvl1pPr>
              <a:lnSpc>
                <a:spcPts val="1500"/>
              </a:lnSpc>
              <a:spcAft>
                <a:spcPts val="0"/>
              </a:spcAft>
              <a:defRPr sz="1200" b="1">
                <a:solidFill>
                  <a:schemeClr val="bg1"/>
                </a:solidFill>
              </a:defRPr>
            </a:lvl1pPr>
            <a:lvl2pPr marL="0" indent="0">
              <a:lnSpc>
                <a:spcPts val="1500"/>
              </a:lnSpc>
              <a:spcAft>
                <a:spcPts val="737"/>
              </a:spcAft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98000" indent="-198000">
              <a:lnSpc>
                <a:spcPts val="1500"/>
              </a:lnSpc>
              <a:spcAft>
                <a:spcPts val="0"/>
              </a:spcAft>
              <a:defRPr sz="1200"/>
            </a:lvl3pPr>
            <a:lvl4pPr>
              <a:lnSpc>
                <a:spcPts val="1500"/>
              </a:lnSpc>
              <a:spcAft>
                <a:spcPts val="0"/>
              </a:spcAft>
              <a:defRPr sz="1200"/>
            </a:lvl4pPr>
            <a:lvl5pPr>
              <a:lnSpc>
                <a:spcPts val="1500"/>
              </a:lnSpc>
              <a:spcAft>
                <a:spcPts val="0"/>
              </a:spcAft>
              <a:defRPr sz="1200"/>
            </a:lvl5pPr>
          </a:lstStyle>
          <a:p>
            <a:pPr lvl="0"/>
            <a:r>
              <a:rPr lang="de-DE" dirty="0"/>
              <a:t>Vorname Name</a:t>
            </a:r>
          </a:p>
          <a:p>
            <a:pPr lvl="1"/>
            <a:r>
              <a:rPr lang="de-DE" dirty="0"/>
              <a:t>Zweite Ebene</a:t>
            </a:r>
          </a:p>
          <a:p>
            <a:pPr marL="198000" lvl="1" indent="-198000" algn="l" defTabSz="914400" rtl="0" eaLnBrk="1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/>
              <a:t>Dritte Ebene</a:t>
            </a:r>
          </a:p>
        </p:txBody>
      </p:sp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410B774D-92FB-08E2-F92B-946F18F97AF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96841" y="1763714"/>
            <a:ext cx="1521619" cy="1469249"/>
          </a:xfrm>
          <a:custGeom>
            <a:avLst/>
            <a:gdLst>
              <a:gd name="connsiteX0" fmla="*/ 177789 w 1416844"/>
              <a:gd name="connsiteY0" fmla="*/ 0 h 1407337"/>
              <a:gd name="connsiteX1" fmla="*/ 1416844 w 1416844"/>
              <a:gd name="connsiteY1" fmla="*/ 0 h 1407337"/>
              <a:gd name="connsiteX2" fmla="*/ 1416844 w 1416844"/>
              <a:gd name="connsiteY2" fmla="*/ 0 h 1407337"/>
              <a:gd name="connsiteX3" fmla="*/ 1416844 w 1416844"/>
              <a:gd name="connsiteY3" fmla="*/ 1229548 h 1407337"/>
              <a:gd name="connsiteX4" fmla="*/ 1239055 w 1416844"/>
              <a:gd name="connsiteY4" fmla="*/ 1407337 h 1407337"/>
              <a:gd name="connsiteX5" fmla="*/ 0 w 1416844"/>
              <a:gd name="connsiteY5" fmla="*/ 1407337 h 1407337"/>
              <a:gd name="connsiteX6" fmla="*/ 0 w 1416844"/>
              <a:gd name="connsiteY6" fmla="*/ 1407337 h 1407337"/>
              <a:gd name="connsiteX7" fmla="*/ 0 w 1416844"/>
              <a:gd name="connsiteY7" fmla="*/ 177789 h 1407337"/>
              <a:gd name="connsiteX8" fmla="*/ 177789 w 1416844"/>
              <a:gd name="connsiteY8" fmla="*/ 0 h 1407337"/>
              <a:gd name="connsiteX0" fmla="*/ 177789 w 1416844"/>
              <a:gd name="connsiteY0" fmla="*/ 0 h 1407337"/>
              <a:gd name="connsiteX1" fmla="*/ 1416844 w 1416844"/>
              <a:gd name="connsiteY1" fmla="*/ 0 h 1407337"/>
              <a:gd name="connsiteX2" fmla="*/ 1416844 w 1416844"/>
              <a:gd name="connsiteY2" fmla="*/ 0 h 1407337"/>
              <a:gd name="connsiteX3" fmla="*/ 1416844 w 1416844"/>
              <a:gd name="connsiteY3" fmla="*/ 1229548 h 1407337"/>
              <a:gd name="connsiteX4" fmla="*/ 1239055 w 1416844"/>
              <a:gd name="connsiteY4" fmla="*/ 1407337 h 1407337"/>
              <a:gd name="connsiteX5" fmla="*/ 0 w 1416844"/>
              <a:gd name="connsiteY5" fmla="*/ 1407337 h 1407337"/>
              <a:gd name="connsiteX6" fmla="*/ 0 w 1416844"/>
              <a:gd name="connsiteY6" fmla="*/ 1407337 h 1407337"/>
              <a:gd name="connsiteX7" fmla="*/ 177789 w 1416844"/>
              <a:gd name="connsiteY7" fmla="*/ 0 h 1407337"/>
              <a:gd name="connsiteX0" fmla="*/ 177789 w 1521619"/>
              <a:gd name="connsiteY0" fmla="*/ 0 h 1407337"/>
              <a:gd name="connsiteX1" fmla="*/ 1416844 w 1521619"/>
              <a:gd name="connsiteY1" fmla="*/ 0 h 1407337"/>
              <a:gd name="connsiteX2" fmla="*/ 1521619 w 1521619"/>
              <a:gd name="connsiteY2" fmla="*/ 0 h 1407337"/>
              <a:gd name="connsiteX3" fmla="*/ 1416844 w 1521619"/>
              <a:gd name="connsiteY3" fmla="*/ 1229548 h 1407337"/>
              <a:gd name="connsiteX4" fmla="*/ 1239055 w 1521619"/>
              <a:gd name="connsiteY4" fmla="*/ 1407337 h 1407337"/>
              <a:gd name="connsiteX5" fmla="*/ 0 w 1521619"/>
              <a:gd name="connsiteY5" fmla="*/ 1407337 h 1407337"/>
              <a:gd name="connsiteX6" fmla="*/ 0 w 1521619"/>
              <a:gd name="connsiteY6" fmla="*/ 1407337 h 1407337"/>
              <a:gd name="connsiteX7" fmla="*/ 177789 w 1521619"/>
              <a:gd name="connsiteY7" fmla="*/ 0 h 1407337"/>
              <a:gd name="connsiteX0" fmla="*/ 3164 w 1521619"/>
              <a:gd name="connsiteY0" fmla="*/ 6350 h 1407337"/>
              <a:gd name="connsiteX1" fmla="*/ 1416844 w 1521619"/>
              <a:gd name="connsiteY1" fmla="*/ 0 h 1407337"/>
              <a:gd name="connsiteX2" fmla="*/ 1521619 w 1521619"/>
              <a:gd name="connsiteY2" fmla="*/ 0 h 1407337"/>
              <a:gd name="connsiteX3" fmla="*/ 1416844 w 1521619"/>
              <a:gd name="connsiteY3" fmla="*/ 1229548 h 1407337"/>
              <a:gd name="connsiteX4" fmla="*/ 1239055 w 1521619"/>
              <a:gd name="connsiteY4" fmla="*/ 1407337 h 1407337"/>
              <a:gd name="connsiteX5" fmla="*/ 0 w 1521619"/>
              <a:gd name="connsiteY5" fmla="*/ 1407337 h 1407337"/>
              <a:gd name="connsiteX6" fmla="*/ 0 w 1521619"/>
              <a:gd name="connsiteY6" fmla="*/ 1407337 h 1407337"/>
              <a:gd name="connsiteX7" fmla="*/ 3164 w 1521619"/>
              <a:gd name="connsiteY7" fmla="*/ 6350 h 1407337"/>
              <a:gd name="connsiteX0" fmla="*/ 3164 w 1521619"/>
              <a:gd name="connsiteY0" fmla="*/ 0 h 1407337"/>
              <a:gd name="connsiteX1" fmla="*/ 1416844 w 1521619"/>
              <a:gd name="connsiteY1" fmla="*/ 0 h 1407337"/>
              <a:gd name="connsiteX2" fmla="*/ 1521619 w 1521619"/>
              <a:gd name="connsiteY2" fmla="*/ 0 h 1407337"/>
              <a:gd name="connsiteX3" fmla="*/ 1416844 w 1521619"/>
              <a:gd name="connsiteY3" fmla="*/ 1229548 h 1407337"/>
              <a:gd name="connsiteX4" fmla="*/ 1239055 w 1521619"/>
              <a:gd name="connsiteY4" fmla="*/ 1407337 h 1407337"/>
              <a:gd name="connsiteX5" fmla="*/ 0 w 1521619"/>
              <a:gd name="connsiteY5" fmla="*/ 1407337 h 1407337"/>
              <a:gd name="connsiteX6" fmla="*/ 0 w 1521619"/>
              <a:gd name="connsiteY6" fmla="*/ 1407337 h 1407337"/>
              <a:gd name="connsiteX7" fmla="*/ 3164 w 1521619"/>
              <a:gd name="connsiteY7" fmla="*/ 0 h 1407337"/>
              <a:gd name="connsiteX0" fmla="*/ 3164 w 1521619"/>
              <a:gd name="connsiteY0" fmla="*/ 0 h 1407337"/>
              <a:gd name="connsiteX1" fmla="*/ 1416844 w 1521619"/>
              <a:gd name="connsiteY1" fmla="*/ 0 h 1407337"/>
              <a:gd name="connsiteX2" fmla="*/ 1521619 w 1521619"/>
              <a:gd name="connsiteY2" fmla="*/ 0 h 1407337"/>
              <a:gd name="connsiteX3" fmla="*/ 1416844 w 1521619"/>
              <a:gd name="connsiteY3" fmla="*/ 1229548 h 1407337"/>
              <a:gd name="connsiteX4" fmla="*/ 1239055 w 1521619"/>
              <a:gd name="connsiteY4" fmla="*/ 1407337 h 1407337"/>
              <a:gd name="connsiteX5" fmla="*/ 0 w 1521619"/>
              <a:gd name="connsiteY5" fmla="*/ 1407337 h 1407337"/>
              <a:gd name="connsiteX6" fmla="*/ 3164 w 1521619"/>
              <a:gd name="connsiteY6" fmla="*/ 0 h 1407337"/>
              <a:gd name="connsiteX0" fmla="*/ 3164 w 1521619"/>
              <a:gd name="connsiteY0" fmla="*/ 0 h 1469249"/>
              <a:gd name="connsiteX1" fmla="*/ 1416844 w 1521619"/>
              <a:gd name="connsiteY1" fmla="*/ 0 h 1469249"/>
              <a:gd name="connsiteX2" fmla="*/ 1521619 w 1521619"/>
              <a:gd name="connsiteY2" fmla="*/ 0 h 1469249"/>
              <a:gd name="connsiteX3" fmla="*/ 1416844 w 1521619"/>
              <a:gd name="connsiteY3" fmla="*/ 1229548 h 1469249"/>
              <a:gd name="connsiteX4" fmla="*/ 1239055 w 1521619"/>
              <a:gd name="connsiteY4" fmla="*/ 1407337 h 1469249"/>
              <a:gd name="connsiteX5" fmla="*/ 0 w 1521619"/>
              <a:gd name="connsiteY5" fmla="*/ 1469249 h 1469249"/>
              <a:gd name="connsiteX6" fmla="*/ 3164 w 1521619"/>
              <a:gd name="connsiteY6" fmla="*/ 0 h 1469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21619" h="1469249">
                <a:moveTo>
                  <a:pt x="3164" y="0"/>
                </a:moveTo>
                <a:lnTo>
                  <a:pt x="1416844" y="0"/>
                </a:lnTo>
                <a:lnTo>
                  <a:pt x="1521619" y="0"/>
                </a:lnTo>
                <a:lnTo>
                  <a:pt x="1416844" y="1229548"/>
                </a:lnTo>
                <a:cubicBezTo>
                  <a:pt x="1416844" y="1327738"/>
                  <a:pt x="1337245" y="1407337"/>
                  <a:pt x="1239055" y="1407337"/>
                </a:cubicBezTo>
                <a:lnTo>
                  <a:pt x="0" y="1469249"/>
                </a:lnTo>
                <a:cubicBezTo>
                  <a:pt x="1055" y="1000137"/>
                  <a:pt x="2109" y="469112"/>
                  <a:pt x="3164" y="0"/>
                </a:cubicBezTo>
                <a:close/>
              </a:path>
            </a:pathLst>
          </a:custGeom>
          <a:solidFill>
            <a:srgbClr val="F2F2F2">
              <a:alpha val="50196"/>
            </a:srgbClr>
          </a:solidFill>
        </p:spPr>
        <p:txBody>
          <a:bodyPr/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6" name="Textplatzhalter 14">
            <a:extLst>
              <a:ext uri="{FF2B5EF4-FFF2-40B4-BE49-F238E27FC236}">
                <a16:creationId xmlns:a16="http://schemas.microsoft.com/office/drawing/2014/main" id="{44B0381B-C4D4-AD2D-A1A7-AEF8F45F61B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815532" y="1763714"/>
            <a:ext cx="1641572" cy="2471411"/>
          </a:xfrm>
          <a:solidFill>
            <a:schemeClr val="tx2"/>
          </a:solidFill>
        </p:spPr>
        <p:txBody>
          <a:bodyPr wrap="square" lIns="126000" tIns="1656000" rIns="108000" bIns="144000">
            <a:spAutoFit/>
          </a:bodyPr>
          <a:lstStyle>
            <a:lvl1pPr>
              <a:lnSpc>
                <a:spcPts val="1500"/>
              </a:lnSpc>
              <a:spcAft>
                <a:spcPts val="0"/>
              </a:spcAft>
              <a:defRPr sz="1200" b="1">
                <a:solidFill>
                  <a:schemeClr val="bg1"/>
                </a:solidFill>
              </a:defRPr>
            </a:lvl1pPr>
            <a:lvl2pPr marL="0" indent="0">
              <a:lnSpc>
                <a:spcPts val="1500"/>
              </a:lnSpc>
              <a:spcAft>
                <a:spcPts val="737"/>
              </a:spcAft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98000" indent="-198000">
              <a:lnSpc>
                <a:spcPts val="1500"/>
              </a:lnSpc>
              <a:spcAft>
                <a:spcPts val="0"/>
              </a:spcAft>
              <a:defRPr sz="1200"/>
            </a:lvl3pPr>
            <a:lvl4pPr>
              <a:lnSpc>
                <a:spcPts val="1500"/>
              </a:lnSpc>
              <a:spcAft>
                <a:spcPts val="0"/>
              </a:spcAft>
              <a:defRPr sz="1200"/>
            </a:lvl4pPr>
            <a:lvl5pPr>
              <a:lnSpc>
                <a:spcPts val="1500"/>
              </a:lnSpc>
              <a:spcAft>
                <a:spcPts val="0"/>
              </a:spcAft>
              <a:defRPr sz="1200"/>
            </a:lvl5pPr>
          </a:lstStyle>
          <a:p>
            <a:pPr lvl="0"/>
            <a:r>
              <a:rPr lang="de-DE" dirty="0"/>
              <a:t>Vorname Name</a:t>
            </a:r>
          </a:p>
          <a:p>
            <a:pPr lvl="1"/>
            <a:r>
              <a:rPr lang="de-DE" dirty="0"/>
              <a:t>Zweite Ebene</a:t>
            </a:r>
          </a:p>
          <a:p>
            <a:pPr marL="198000" lvl="1" indent="-198000" algn="l" defTabSz="914400" rtl="0" eaLnBrk="1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/>
              <a:t>Dritte Ebene</a:t>
            </a:r>
          </a:p>
        </p:txBody>
      </p:sp>
      <p:sp>
        <p:nvSpPr>
          <p:cNvPr id="27" name="Bildplatzhalter 16">
            <a:extLst>
              <a:ext uri="{FF2B5EF4-FFF2-40B4-BE49-F238E27FC236}">
                <a16:creationId xmlns:a16="http://schemas.microsoft.com/office/drawing/2014/main" id="{2CCAE2EF-35C0-B831-DE1A-7F7D0BE0B91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815532" y="1763714"/>
            <a:ext cx="1521619" cy="1469249"/>
          </a:xfrm>
          <a:custGeom>
            <a:avLst/>
            <a:gdLst>
              <a:gd name="connsiteX0" fmla="*/ 177789 w 1416844"/>
              <a:gd name="connsiteY0" fmla="*/ 0 h 1407337"/>
              <a:gd name="connsiteX1" fmla="*/ 1416844 w 1416844"/>
              <a:gd name="connsiteY1" fmla="*/ 0 h 1407337"/>
              <a:gd name="connsiteX2" fmla="*/ 1416844 w 1416844"/>
              <a:gd name="connsiteY2" fmla="*/ 0 h 1407337"/>
              <a:gd name="connsiteX3" fmla="*/ 1416844 w 1416844"/>
              <a:gd name="connsiteY3" fmla="*/ 1229548 h 1407337"/>
              <a:gd name="connsiteX4" fmla="*/ 1239055 w 1416844"/>
              <a:gd name="connsiteY4" fmla="*/ 1407337 h 1407337"/>
              <a:gd name="connsiteX5" fmla="*/ 0 w 1416844"/>
              <a:gd name="connsiteY5" fmla="*/ 1407337 h 1407337"/>
              <a:gd name="connsiteX6" fmla="*/ 0 w 1416844"/>
              <a:gd name="connsiteY6" fmla="*/ 1407337 h 1407337"/>
              <a:gd name="connsiteX7" fmla="*/ 0 w 1416844"/>
              <a:gd name="connsiteY7" fmla="*/ 177789 h 1407337"/>
              <a:gd name="connsiteX8" fmla="*/ 177789 w 1416844"/>
              <a:gd name="connsiteY8" fmla="*/ 0 h 1407337"/>
              <a:gd name="connsiteX0" fmla="*/ 177789 w 1416844"/>
              <a:gd name="connsiteY0" fmla="*/ 0 h 1407337"/>
              <a:gd name="connsiteX1" fmla="*/ 1416844 w 1416844"/>
              <a:gd name="connsiteY1" fmla="*/ 0 h 1407337"/>
              <a:gd name="connsiteX2" fmla="*/ 1416844 w 1416844"/>
              <a:gd name="connsiteY2" fmla="*/ 0 h 1407337"/>
              <a:gd name="connsiteX3" fmla="*/ 1416844 w 1416844"/>
              <a:gd name="connsiteY3" fmla="*/ 1229548 h 1407337"/>
              <a:gd name="connsiteX4" fmla="*/ 1239055 w 1416844"/>
              <a:gd name="connsiteY4" fmla="*/ 1407337 h 1407337"/>
              <a:gd name="connsiteX5" fmla="*/ 0 w 1416844"/>
              <a:gd name="connsiteY5" fmla="*/ 1407337 h 1407337"/>
              <a:gd name="connsiteX6" fmla="*/ 0 w 1416844"/>
              <a:gd name="connsiteY6" fmla="*/ 1407337 h 1407337"/>
              <a:gd name="connsiteX7" fmla="*/ 177789 w 1416844"/>
              <a:gd name="connsiteY7" fmla="*/ 0 h 1407337"/>
              <a:gd name="connsiteX0" fmla="*/ 177789 w 1521619"/>
              <a:gd name="connsiteY0" fmla="*/ 0 h 1407337"/>
              <a:gd name="connsiteX1" fmla="*/ 1416844 w 1521619"/>
              <a:gd name="connsiteY1" fmla="*/ 0 h 1407337"/>
              <a:gd name="connsiteX2" fmla="*/ 1521619 w 1521619"/>
              <a:gd name="connsiteY2" fmla="*/ 0 h 1407337"/>
              <a:gd name="connsiteX3" fmla="*/ 1416844 w 1521619"/>
              <a:gd name="connsiteY3" fmla="*/ 1229548 h 1407337"/>
              <a:gd name="connsiteX4" fmla="*/ 1239055 w 1521619"/>
              <a:gd name="connsiteY4" fmla="*/ 1407337 h 1407337"/>
              <a:gd name="connsiteX5" fmla="*/ 0 w 1521619"/>
              <a:gd name="connsiteY5" fmla="*/ 1407337 h 1407337"/>
              <a:gd name="connsiteX6" fmla="*/ 0 w 1521619"/>
              <a:gd name="connsiteY6" fmla="*/ 1407337 h 1407337"/>
              <a:gd name="connsiteX7" fmla="*/ 177789 w 1521619"/>
              <a:gd name="connsiteY7" fmla="*/ 0 h 1407337"/>
              <a:gd name="connsiteX0" fmla="*/ 3164 w 1521619"/>
              <a:gd name="connsiteY0" fmla="*/ 6350 h 1407337"/>
              <a:gd name="connsiteX1" fmla="*/ 1416844 w 1521619"/>
              <a:gd name="connsiteY1" fmla="*/ 0 h 1407337"/>
              <a:gd name="connsiteX2" fmla="*/ 1521619 w 1521619"/>
              <a:gd name="connsiteY2" fmla="*/ 0 h 1407337"/>
              <a:gd name="connsiteX3" fmla="*/ 1416844 w 1521619"/>
              <a:gd name="connsiteY3" fmla="*/ 1229548 h 1407337"/>
              <a:gd name="connsiteX4" fmla="*/ 1239055 w 1521619"/>
              <a:gd name="connsiteY4" fmla="*/ 1407337 h 1407337"/>
              <a:gd name="connsiteX5" fmla="*/ 0 w 1521619"/>
              <a:gd name="connsiteY5" fmla="*/ 1407337 h 1407337"/>
              <a:gd name="connsiteX6" fmla="*/ 0 w 1521619"/>
              <a:gd name="connsiteY6" fmla="*/ 1407337 h 1407337"/>
              <a:gd name="connsiteX7" fmla="*/ 3164 w 1521619"/>
              <a:gd name="connsiteY7" fmla="*/ 6350 h 1407337"/>
              <a:gd name="connsiteX0" fmla="*/ 3164 w 1521619"/>
              <a:gd name="connsiteY0" fmla="*/ 0 h 1407337"/>
              <a:gd name="connsiteX1" fmla="*/ 1416844 w 1521619"/>
              <a:gd name="connsiteY1" fmla="*/ 0 h 1407337"/>
              <a:gd name="connsiteX2" fmla="*/ 1521619 w 1521619"/>
              <a:gd name="connsiteY2" fmla="*/ 0 h 1407337"/>
              <a:gd name="connsiteX3" fmla="*/ 1416844 w 1521619"/>
              <a:gd name="connsiteY3" fmla="*/ 1229548 h 1407337"/>
              <a:gd name="connsiteX4" fmla="*/ 1239055 w 1521619"/>
              <a:gd name="connsiteY4" fmla="*/ 1407337 h 1407337"/>
              <a:gd name="connsiteX5" fmla="*/ 0 w 1521619"/>
              <a:gd name="connsiteY5" fmla="*/ 1407337 h 1407337"/>
              <a:gd name="connsiteX6" fmla="*/ 0 w 1521619"/>
              <a:gd name="connsiteY6" fmla="*/ 1407337 h 1407337"/>
              <a:gd name="connsiteX7" fmla="*/ 3164 w 1521619"/>
              <a:gd name="connsiteY7" fmla="*/ 0 h 1407337"/>
              <a:gd name="connsiteX0" fmla="*/ 3164 w 1521619"/>
              <a:gd name="connsiteY0" fmla="*/ 0 h 1407337"/>
              <a:gd name="connsiteX1" fmla="*/ 1416844 w 1521619"/>
              <a:gd name="connsiteY1" fmla="*/ 0 h 1407337"/>
              <a:gd name="connsiteX2" fmla="*/ 1521619 w 1521619"/>
              <a:gd name="connsiteY2" fmla="*/ 0 h 1407337"/>
              <a:gd name="connsiteX3" fmla="*/ 1416844 w 1521619"/>
              <a:gd name="connsiteY3" fmla="*/ 1229548 h 1407337"/>
              <a:gd name="connsiteX4" fmla="*/ 1239055 w 1521619"/>
              <a:gd name="connsiteY4" fmla="*/ 1407337 h 1407337"/>
              <a:gd name="connsiteX5" fmla="*/ 0 w 1521619"/>
              <a:gd name="connsiteY5" fmla="*/ 1407337 h 1407337"/>
              <a:gd name="connsiteX6" fmla="*/ 3164 w 1521619"/>
              <a:gd name="connsiteY6" fmla="*/ 0 h 1407337"/>
              <a:gd name="connsiteX0" fmla="*/ 3164 w 1521619"/>
              <a:gd name="connsiteY0" fmla="*/ 0 h 1469249"/>
              <a:gd name="connsiteX1" fmla="*/ 1416844 w 1521619"/>
              <a:gd name="connsiteY1" fmla="*/ 0 h 1469249"/>
              <a:gd name="connsiteX2" fmla="*/ 1521619 w 1521619"/>
              <a:gd name="connsiteY2" fmla="*/ 0 h 1469249"/>
              <a:gd name="connsiteX3" fmla="*/ 1416844 w 1521619"/>
              <a:gd name="connsiteY3" fmla="*/ 1229548 h 1469249"/>
              <a:gd name="connsiteX4" fmla="*/ 1239055 w 1521619"/>
              <a:gd name="connsiteY4" fmla="*/ 1407337 h 1469249"/>
              <a:gd name="connsiteX5" fmla="*/ 0 w 1521619"/>
              <a:gd name="connsiteY5" fmla="*/ 1469249 h 1469249"/>
              <a:gd name="connsiteX6" fmla="*/ 3164 w 1521619"/>
              <a:gd name="connsiteY6" fmla="*/ 0 h 1469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21619" h="1469249">
                <a:moveTo>
                  <a:pt x="3164" y="0"/>
                </a:moveTo>
                <a:lnTo>
                  <a:pt x="1416844" y="0"/>
                </a:lnTo>
                <a:lnTo>
                  <a:pt x="1521619" y="0"/>
                </a:lnTo>
                <a:lnTo>
                  <a:pt x="1416844" y="1229548"/>
                </a:lnTo>
                <a:cubicBezTo>
                  <a:pt x="1416844" y="1327738"/>
                  <a:pt x="1337245" y="1407337"/>
                  <a:pt x="1239055" y="1407337"/>
                </a:cubicBezTo>
                <a:lnTo>
                  <a:pt x="0" y="1469249"/>
                </a:lnTo>
                <a:cubicBezTo>
                  <a:pt x="1055" y="1000137"/>
                  <a:pt x="2109" y="469112"/>
                  <a:pt x="3164" y="0"/>
                </a:cubicBezTo>
                <a:close/>
              </a:path>
            </a:pathLst>
          </a:custGeom>
          <a:solidFill>
            <a:srgbClr val="F2F2F2">
              <a:alpha val="50196"/>
            </a:srgbClr>
          </a:solidFill>
        </p:spPr>
        <p:txBody>
          <a:bodyPr/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8" name="Textplatzhalter 14">
            <a:extLst>
              <a:ext uri="{FF2B5EF4-FFF2-40B4-BE49-F238E27FC236}">
                <a16:creationId xmlns:a16="http://schemas.microsoft.com/office/drawing/2014/main" id="{83487018-774B-DABE-9FC5-AD6E4E1CE45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734223" y="1763714"/>
            <a:ext cx="1641572" cy="2471411"/>
          </a:xfrm>
          <a:solidFill>
            <a:schemeClr val="tx2"/>
          </a:solidFill>
        </p:spPr>
        <p:txBody>
          <a:bodyPr wrap="square" lIns="126000" tIns="1656000" rIns="108000" bIns="144000">
            <a:spAutoFit/>
          </a:bodyPr>
          <a:lstStyle>
            <a:lvl1pPr>
              <a:lnSpc>
                <a:spcPts val="1500"/>
              </a:lnSpc>
              <a:spcAft>
                <a:spcPts val="0"/>
              </a:spcAft>
              <a:defRPr sz="1200" b="1">
                <a:solidFill>
                  <a:schemeClr val="bg1"/>
                </a:solidFill>
              </a:defRPr>
            </a:lvl1pPr>
            <a:lvl2pPr marL="0" indent="0">
              <a:lnSpc>
                <a:spcPts val="1500"/>
              </a:lnSpc>
              <a:spcAft>
                <a:spcPts val="737"/>
              </a:spcAft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98000" indent="-198000">
              <a:lnSpc>
                <a:spcPts val="1500"/>
              </a:lnSpc>
              <a:spcAft>
                <a:spcPts val="0"/>
              </a:spcAft>
              <a:defRPr sz="1200"/>
            </a:lvl3pPr>
            <a:lvl4pPr>
              <a:lnSpc>
                <a:spcPts val="1500"/>
              </a:lnSpc>
              <a:spcAft>
                <a:spcPts val="0"/>
              </a:spcAft>
              <a:defRPr sz="1200"/>
            </a:lvl4pPr>
            <a:lvl5pPr>
              <a:lnSpc>
                <a:spcPts val="1500"/>
              </a:lnSpc>
              <a:spcAft>
                <a:spcPts val="0"/>
              </a:spcAft>
              <a:defRPr sz="1200"/>
            </a:lvl5pPr>
          </a:lstStyle>
          <a:p>
            <a:pPr lvl="0"/>
            <a:r>
              <a:rPr lang="de-DE" dirty="0"/>
              <a:t>Vorname Name</a:t>
            </a:r>
          </a:p>
          <a:p>
            <a:pPr lvl="1"/>
            <a:r>
              <a:rPr lang="de-DE" dirty="0"/>
              <a:t>Zweite Ebene</a:t>
            </a:r>
          </a:p>
          <a:p>
            <a:pPr marL="198000" lvl="1" indent="-198000" algn="l" defTabSz="914400" rtl="0" eaLnBrk="1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/>
              <a:t>Dritte Ebene</a:t>
            </a:r>
          </a:p>
        </p:txBody>
      </p:sp>
      <p:sp>
        <p:nvSpPr>
          <p:cNvPr id="29" name="Bildplatzhalter 16">
            <a:extLst>
              <a:ext uri="{FF2B5EF4-FFF2-40B4-BE49-F238E27FC236}">
                <a16:creationId xmlns:a16="http://schemas.microsoft.com/office/drawing/2014/main" id="{F37684C6-6600-31AC-05DF-B9F234C134F8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734223" y="1763714"/>
            <a:ext cx="1521619" cy="1469249"/>
          </a:xfrm>
          <a:custGeom>
            <a:avLst/>
            <a:gdLst>
              <a:gd name="connsiteX0" fmla="*/ 177789 w 1416844"/>
              <a:gd name="connsiteY0" fmla="*/ 0 h 1407337"/>
              <a:gd name="connsiteX1" fmla="*/ 1416844 w 1416844"/>
              <a:gd name="connsiteY1" fmla="*/ 0 h 1407337"/>
              <a:gd name="connsiteX2" fmla="*/ 1416844 w 1416844"/>
              <a:gd name="connsiteY2" fmla="*/ 0 h 1407337"/>
              <a:gd name="connsiteX3" fmla="*/ 1416844 w 1416844"/>
              <a:gd name="connsiteY3" fmla="*/ 1229548 h 1407337"/>
              <a:gd name="connsiteX4" fmla="*/ 1239055 w 1416844"/>
              <a:gd name="connsiteY4" fmla="*/ 1407337 h 1407337"/>
              <a:gd name="connsiteX5" fmla="*/ 0 w 1416844"/>
              <a:gd name="connsiteY5" fmla="*/ 1407337 h 1407337"/>
              <a:gd name="connsiteX6" fmla="*/ 0 w 1416844"/>
              <a:gd name="connsiteY6" fmla="*/ 1407337 h 1407337"/>
              <a:gd name="connsiteX7" fmla="*/ 0 w 1416844"/>
              <a:gd name="connsiteY7" fmla="*/ 177789 h 1407337"/>
              <a:gd name="connsiteX8" fmla="*/ 177789 w 1416844"/>
              <a:gd name="connsiteY8" fmla="*/ 0 h 1407337"/>
              <a:gd name="connsiteX0" fmla="*/ 177789 w 1416844"/>
              <a:gd name="connsiteY0" fmla="*/ 0 h 1407337"/>
              <a:gd name="connsiteX1" fmla="*/ 1416844 w 1416844"/>
              <a:gd name="connsiteY1" fmla="*/ 0 h 1407337"/>
              <a:gd name="connsiteX2" fmla="*/ 1416844 w 1416844"/>
              <a:gd name="connsiteY2" fmla="*/ 0 h 1407337"/>
              <a:gd name="connsiteX3" fmla="*/ 1416844 w 1416844"/>
              <a:gd name="connsiteY3" fmla="*/ 1229548 h 1407337"/>
              <a:gd name="connsiteX4" fmla="*/ 1239055 w 1416844"/>
              <a:gd name="connsiteY4" fmla="*/ 1407337 h 1407337"/>
              <a:gd name="connsiteX5" fmla="*/ 0 w 1416844"/>
              <a:gd name="connsiteY5" fmla="*/ 1407337 h 1407337"/>
              <a:gd name="connsiteX6" fmla="*/ 0 w 1416844"/>
              <a:gd name="connsiteY6" fmla="*/ 1407337 h 1407337"/>
              <a:gd name="connsiteX7" fmla="*/ 177789 w 1416844"/>
              <a:gd name="connsiteY7" fmla="*/ 0 h 1407337"/>
              <a:gd name="connsiteX0" fmla="*/ 177789 w 1521619"/>
              <a:gd name="connsiteY0" fmla="*/ 0 h 1407337"/>
              <a:gd name="connsiteX1" fmla="*/ 1416844 w 1521619"/>
              <a:gd name="connsiteY1" fmla="*/ 0 h 1407337"/>
              <a:gd name="connsiteX2" fmla="*/ 1521619 w 1521619"/>
              <a:gd name="connsiteY2" fmla="*/ 0 h 1407337"/>
              <a:gd name="connsiteX3" fmla="*/ 1416844 w 1521619"/>
              <a:gd name="connsiteY3" fmla="*/ 1229548 h 1407337"/>
              <a:gd name="connsiteX4" fmla="*/ 1239055 w 1521619"/>
              <a:gd name="connsiteY4" fmla="*/ 1407337 h 1407337"/>
              <a:gd name="connsiteX5" fmla="*/ 0 w 1521619"/>
              <a:gd name="connsiteY5" fmla="*/ 1407337 h 1407337"/>
              <a:gd name="connsiteX6" fmla="*/ 0 w 1521619"/>
              <a:gd name="connsiteY6" fmla="*/ 1407337 h 1407337"/>
              <a:gd name="connsiteX7" fmla="*/ 177789 w 1521619"/>
              <a:gd name="connsiteY7" fmla="*/ 0 h 1407337"/>
              <a:gd name="connsiteX0" fmla="*/ 3164 w 1521619"/>
              <a:gd name="connsiteY0" fmla="*/ 6350 h 1407337"/>
              <a:gd name="connsiteX1" fmla="*/ 1416844 w 1521619"/>
              <a:gd name="connsiteY1" fmla="*/ 0 h 1407337"/>
              <a:gd name="connsiteX2" fmla="*/ 1521619 w 1521619"/>
              <a:gd name="connsiteY2" fmla="*/ 0 h 1407337"/>
              <a:gd name="connsiteX3" fmla="*/ 1416844 w 1521619"/>
              <a:gd name="connsiteY3" fmla="*/ 1229548 h 1407337"/>
              <a:gd name="connsiteX4" fmla="*/ 1239055 w 1521619"/>
              <a:gd name="connsiteY4" fmla="*/ 1407337 h 1407337"/>
              <a:gd name="connsiteX5" fmla="*/ 0 w 1521619"/>
              <a:gd name="connsiteY5" fmla="*/ 1407337 h 1407337"/>
              <a:gd name="connsiteX6" fmla="*/ 0 w 1521619"/>
              <a:gd name="connsiteY6" fmla="*/ 1407337 h 1407337"/>
              <a:gd name="connsiteX7" fmla="*/ 3164 w 1521619"/>
              <a:gd name="connsiteY7" fmla="*/ 6350 h 1407337"/>
              <a:gd name="connsiteX0" fmla="*/ 3164 w 1521619"/>
              <a:gd name="connsiteY0" fmla="*/ 0 h 1407337"/>
              <a:gd name="connsiteX1" fmla="*/ 1416844 w 1521619"/>
              <a:gd name="connsiteY1" fmla="*/ 0 h 1407337"/>
              <a:gd name="connsiteX2" fmla="*/ 1521619 w 1521619"/>
              <a:gd name="connsiteY2" fmla="*/ 0 h 1407337"/>
              <a:gd name="connsiteX3" fmla="*/ 1416844 w 1521619"/>
              <a:gd name="connsiteY3" fmla="*/ 1229548 h 1407337"/>
              <a:gd name="connsiteX4" fmla="*/ 1239055 w 1521619"/>
              <a:gd name="connsiteY4" fmla="*/ 1407337 h 1407337"/>
              <a:gd name="connsiteX5" fmla="*/ 0 w 1521619"/>
              <a:gd name="connsiteY5" fmla="*/ 1407337 h 1407337"/>
              <a:gd name="connsiteX6" fmla="*/ 0 w 1521619"/>
              <a:gd name="connsiteY6" fmla="*/ 1407337 h 1407337"/>
              <a:gd name="connsiteX7" fmla="*/ 3164 w 1521619"/>
              <a:gd name="connsiteY7" fmla="*/ 0 h 1407337"/>
              <a:gd name="connsiteX0" fmla="*/ 3164 w 1521619"/>
              <a:gd name="connsiteY0" fmla="*/ 0 h 1407337"/>
              <a:gd name="connsiteX1" fmla="*/ 1416844 w 1521619"/>
              <a:gd name="connsiteY1" fmla="*/ 0 h 1407337"/>
              <a:gd name="connsiteX2" fmla="*/ 1521619 w 1521619"/>
              <a:gd name="connsiteY2" fmla="*/ 0 h 1407337"/>
              <a:gd name="connsiteX3" fmla="*/ 1416844 w 1521619"/>
              <a:gd name="connsiteY3" fmla="*/ 1229548 h 1407337"/>
              <a:gd name="connsiteX4" fmla="*/ 1239055 w 1521619"/>
              <a:gd name="connsiteY4" fmla="*/ 1407337 h 1407337"/>
              <a:gd name="connsiteX5" fmla="*/ 0 w 1521619"/>
              <a:gd name="connsiteY5" fmla="*/ 1407337 h 1407337"/>
              <a:gd name="connsiteX6" fmla="*/ 3164 w 1521619"/>
              <a:gd name="connsiteY6" fmla="*/ 0 h 1407337"/>
              <a:gd name="connsiteX0" fmla="*/ 3164 w 1521619"/>
              <a:gd name="connsiteY0" fmla="*/ 0 h 1469249"/>
              <a:gd name="connsiteX1" fmla="*/ 1416844 w 1521619"/>
              <a:gd name="connsiteY1" fmla="*/ 0 h 1469249"/>
              <a:gd name="connsiteX2" fmla="*/ 1521619 w 1521619"/>
              <a:gd name="connsiteY2" fmla="*/ 0 h 1469249"/>
              <a:gd name="connsiteX3" fmla="*/ 1416844 w 1521619"/>
              <a:gd name="connsiteY3" fmla="*/ 1229548 h 1469249"/>
              <a:gd name="connsiteX4" fmla="*/ 1239055 w 1521619"/>
              <a:gd name="connsiteY4" fmla="*/ 1407337 h 1469249"/>
              <a:gd name="connsiteX5" fmla="*/ 0 w 1521619"/>
              <a:gd name="connsiteY5" fmla="*/ 1469249 h 1469249"/>
              <a:gd name="connsiteX6" fmla="*/ 3164 w 1521619"/>
              <a:gd name="connsiteY6" fmla="*/ 0 h 1469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21619" h="1469249">
                <a:moveTo>
                  <a:pt x="3164" y="0"/>
                </a:moveTo>
                <a:lnTo>
                  <a:pt x="1416844" y="0"/>
                </a:lnTo>
                <a:lnTo>
                  <a:pt x="1521619" y="0"/>
                </a:lnTo>
                <a:lnTo>
                  <a:pt x="1416844" y="1229548"/>
                </a:lnTo>
                <a:cubicBezTo>
                  <a:pt x="1416844" y="1327738"/>
                  <a:pt x="1337245" y="1407337"/>
                  <a:pt x="1239055" y="1407337"/>
                </a:cubicBezTo>
                <a:lnTo>
                  <a:pt x="0" y="1469249"/>
                </a:lnTo>
                <a:cubicBezTo>
                  <a:pt x="1055" y="1000137"/>
                  <a:pt x="2109" y="469112"/>
                  <a:pt x="3164" y="0"/>
                </a:cubicBezTo>
                <a:close/>
              </a:path>
            </a:pathLst>
          </a:custGeom>
          <a:solidFill>
            <a:srgbClr val="F2F2F2">
              <a:alpha val="50196"/>
            </a:srgbClr>
          </a:solidFill>
        </p:spPr>
        <p:txBody>
          <a:bodyPr/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0" name="Textplatzhalter 14">
            <a:extLst>
              <a:ext uri="{FF2B5EF4-FFF2-40B4-BE49-F238E27FC236}">
                <a16:creationId xmlns:a16="http://schemas.microsoft.com/office/drawing/2014/main" id="{E1B2FCCA-5C79-9D65-FBBA-6E05877FC21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662150" y="1763714"/>
            <a:ext cx="1641572" cy="2471411"/>
          </a:xfrm>
          <a:solidFill>
            <a:schemeClr val="tx2"/>
          </a:solidFill>
        </p:spPr>
        <p:txBody>
          <a:bodyPr wrap="square" lIns="126000" tIns="1656000" rIns="108000" bIns="144000">
            <a:spAutoFit/>
          </a:bodyPr>
          <a:lstStyle>
            <a:lvl1pPr>
              <a:lnSpc>
                <a:spcPts val="1500"/>
              </a:lnSpc>
              <a:spcAft>
                <a:spcPts val="0"/>
              </a:spcAft>
              <a:defRPr sz="1200" b="1">
                <a:solidFill>
                  <a:schemeClr val="bg1"/>
                </a:solidFill>
              </a:defRPr>
            </a:lvl1pPr>
            <a:lvl2pPr marL="0" indent="0">
              <a:lnSpc>
                <a:spcPts val="1500"/>
              </a:lnSpc>
              <a:spcAft>
                <a:spcPts val="737"/>
              </a:spcAft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98000" indent="-198000">
              <a:lnSpc>
                <a:spcPts val="1500"/>
              </a:lnSpc>
              <a:spcAft>
                <a:spcPts val="0"/>
              </a:spcAft>
              <a:defRPr sz="1200"/>
            </a:lvl3pPr>
            <a:lvl4pPr>
              <a:lnSpc>
                <a:spcPts val="1500"/>
              </a:lnSpc>
              <a:spcAft>
                <a:spcPts val="0"/>
              </a:spcAft>
              <a:defRPr sz="1200"/>
            </a:lvl4pPr>
            <a:lvl5pPr>
              <a:lnSpc>
                <a:spcPts val="1500"/>
              </a:lnSpc>
              <a:spcAft>
                <a:spcPts val="0"/>
              </a:spcAft>
              <a:defRPr sz="1200"/>
            </a:lvl5pPr>
          </a:lstStyle>
          <a:p>
            <a:pPr lvl="0"/>
            <a:r>
              <a:rPr lang="de-DE" dirty="0"/>
              <a:t>Vorname Name</a:t>
            </a:r>
          </a:p>
          <a:p>
            <a:pPr lvl="1"/>
            <a:r>
              <a:rPr lang="de-DE" dirty="0"/>
              <a:t>Zweite Ebene</a:t>
            </a:r>
          </a:p>
          <a:p>
            <a:pPr marL="198000" lvl="1" indent="-198000" algn="l" defTabSz="914400" rtl="0" eaLnBrk="1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/>
              <a:t>Dritte Ebene</a:t>
            </a:r>
          </a:p>
        </p:txBody>
      </p:sp>
      <p:sp>
        <p:nvSpPr>
          <p:cNvPr id="31" name="Bildplatzhalter 16">
            <a:extLst>
              <a:ext uri="{FF2B5EF4-FFF2-40B4-BE49-F238E27FC236}">
                <a16:creationId xmlns:a16="http://schemas.microsoft.com/office/drawing/2014/main" id="{4C41735B-CAFB-8083-3A82-1CEC75AD94FD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662150" y="1763714"/>
            <a:ext cx="1521619" cy="1469249"/>
          </a:xfrm>
          <a:custGeom>
            <a:avLst/>
            <a:gdLst>
              <a:gd name="connsiteX0" fmla="*/ 177789 w 1416844"/>
              <a:gd name="connsiteY0" fmla="*/ 0 h 1407337"/>
              <a:gd name="connsiteX1" fmla="*/ 1416844 w 1416844"/>
              <a:gd name="connsiteY1" fmla="*/ 0 h 1407337"/>
              <a:gd name="connsiteX2" fmla="*/ 1416844 w 1416844"/>
              <a:gd name="connsiteY2" fmla="*/ 0 h 1407337"/>
              <a:gd name="connsiteX3" fmla="*/ 1416844 w 1416844"/>
              <a:gd name="connsiteY3" fmla="*/ 1229548 h 1407337"/>
              <a:gd name="connsiteX4" fmla="*/ 1239055 w 1416844"/>
              <a:gd name="connsiteY4" fmla="*/ 1407337 h 1407337"/>
              <a:gd name="connsiteX5" fmla="*/ 0 w 1416844"/>
              <a:gd name="connsiteY5" fmla="*/ 1407337 h 1407337"/>
              <a:gd name="connsiteX6" fmla="*/ 0 w 1416844"/>
              <a:gd name="connsiteY6" fmla="*/ 1407337 h 1407337"/>
              <a:gd name="connsiteX7" fmla="*/ 0 w 1416844"/>
              <a:gd name="connsiteY7" fmla="*/ 177789 h 1407337"/>
              <a:gd name="connsiteX8" fmla="*/ 177789 w 1416844"/>
              <a:gd name="connsiteY8" fmla="*/ 0 h 1407337"/>
              <a:gd name="connsiteX0" fmla="*/ 177789 w 1416844"/>
              <a:gd name="connsiteY0" fmla="*/ 0 h 1407337"/>
              <a:gd name="connsiteX1" fmla="*/ 1416844 w 1416844"/>
              <a:gd name="connsiteY1" fmla="*/ 0 h 1407337"/>
              <a:gd name="connsiteX2" fmla="*/ 1416844 w 1416844"/>
              <a:gd name="connsiteY2" fmla="*/ 0 h 1407337"/>
              <a:gd name="connsiteX3" fmla="*/ 1416844 w 1416844"/>
              <a:gd name="connsiteY3" fmla="*/ 1229548 h 1407337"/>
              <a:gd name="connsiteX4" fmla="*/ 1239055 w 1416844"/>
              <a:gd name="connsiteY4" fmla="*/ 1407337 h 1407337"/>
              <a:gd name="connsiteX5" fmla="*/ 0 w 1416844"/>
              <a:gd name="connsiteY5" fmla="*/ 1407337 h 1407337"/>
              <a:gd name="connsiteX6" fmla="*/ 0 w 1416844"/>
              <a:gd name="connsiteY6" fmla="*/ 1407337 h 1407337"/>
              <a:gd name="connsiteX7" fmla="*/ 177789 w 1416844"/>
              <a:gd name="connsiteY7" fmla="*/ 0 h 1407337"/>
              <a:gd name="connsiteX0" fmla="*/ 177789 w 1521619"/>
              <a:gd name="connsiteY0" fmla="*/ 0 h 1407337"/>
              <a:gd name="connsiteX1" fmla="*/ 1416844 w 1521619"/>
              <a:gd name="connsiteY1" fmla="*/ 0 h 1407337"/>
              <a:gd name="connsiteX2" fmla="*/ 1521619 w 1521619"/>
              <a:gd name="connsiteY2" fmla="*/ 0 h 1407337"/>
              <a:gd name="connsiteX3" fmla="*/ 1416844 w 1521619"/>
              <a:gd name="connsiteY3" fmla="*/ 1229548 h 1407337"/>
              <a:gd name="connsiteX4" fmla="*/ 1239055 w 1521619"/>
              <a:gd name="connsiteY4" fmla="*/ 1407337 h 1407337"/>
              <a:gd name="connsiteX5" fmla="*/ 0 w 1521619"/>
              <a:gd name="connsiteY5" fmla="*/ 1407337 h 1407337"/>
              <a:gd name="connsiteX6" fmla="*/ 0 w 1521619"/>
              <a:gd name="connsiteY6" fmla="*/ 1407337 h 1407337"/>
              <a:gd name="connsiteX7" fmla="*/ 177789 w 1521619"/>
              <a:gd name="connsiteY7" fmla="*/ 0 h 1407337"/>
              <a:gd name="connsiteX0" fmla="*/ 3164 w 1521619"/>
              <a:gd name="connsiteY0" fmla="*/ 6350 h 1407337"/>
              <a:gd name="connsiteX1" fmla="*/ 1416844 w 1521619"/>
              <a:gd name="connsiteY1" fmla="*/ 0 h 1407337"/>
              <a:gd name="connsiteX2" fmla="*/ 1521619 w 1521619"/>
              <a:gd name="connsiteY2" fmla="*/ 0 h 1407337"/>
              <a:gd name="connsiteX3" fmla="*/ 1416844 w 1521619"/>
              <a:gd name="connsiteY3" fmla="*/ 1229548 h 1407337"/>
              <a:gd name="connsiteX4" fmla="*/ 1239055 w 1521619"/>
              <a:gd name="connsiteY4" fmla="*/ 1407337 h 1407337"/>
              <a:gd name="connsiteX5" fmla="*/ 0 w 1521619"/>
              <a:gd name="connsiteY5" fmla="*/ 1407337 h 1407337"/>
              <a:gd name="connsiteX6" fmla="*/ 0 w 1521619"/>
              <a:gd name="connsiteY6" fmla="*/ 1407337 h 1407337"/>
              <a:gd name="connsiteX7" fmla="*/ 3164 w 1521619"/>
              <a:gd name="connsiteY7" fmla="*/ 6350 h 1407337"/>
              <a:gd name="connsiteX0" fmla="*/ 3164 w 1521619"/>
              <a:gd name="connsiteY0" fmla="*/ 0 h 1407337"/>
              <a:gd name="connsiteX1" fmla="*/ 1416844 w 1521619"/>
              <a:gd name="connsiteY1" fmla="*/ 0 h 1407337"/>
              <a:gd name="connsiteX2" fmla="*/ 1521619 w 1521619"/>
              <a:gd name="connsiteY2" fmla="*/ 0 h 1407337"/>
              <a:gd name="connsiteX3" fmla="*/ 1416844 w 1521619"/>
              <a:gd name="connsiteY3" fmla="*/ 1229548 h 1407337"/>
              <a:gd name="connsiteX4" fmla="*/ 1239055 w 1521619"/>
              <a:gd name="connsiteY4" fmla="*/ 1407337 h 1407337"/>
              <a:gd name="connsiteX5" fmla="*/ 0 w 1521619"/>
              <a:gd name="connsiteY5" fmla="*/ 1407337 h 1407337"/>
              <a:gd name="connsiteX6" fmla="*/ 0 w 1521619"/>
              <a:gd name="connsiteY6" fmla="*/ 1407337 h 1407337"/>
              <a:gd name="connsiteX7" fmla="*/ 3164 w 1521619"/>
              <a:gd name="connsiteY7" fmla="*/ 0 h 1407337"/>
              <a:gd name="connsiteX0" fmla="*/ 3164 w 1521619"/>
              <a:gd name="connsiteY0" fmla="*/ 0 h 1407337"/>
              <a:gd name="connsiteX1" fmla="*/ 1416844 w 1521619"/>
              <a:gd name="connsiteY1" fmla="*/ 0 h 1407337"/>
              <a:gd name="connsiteX2" fmla="*/ 1521619 w 1521619"/>
              <a:gd name="connsiteY2" fmla="*/ 0 h 1407337"/>
              <a:gd name="connsiteX3" fmla="*/ 1416844 w 1521619"/>
              <a:gd name="connsiteY3" fmla="*/ 1229548 h 1407337"/>
              <a:gd name="connsiteX4" fmla="*/ 1239055 w 1521619"/>
              <a:gd name="connsiteY4" fmla="*/ 1407337 h 1407337"/>
              <a:gd name="connsiteX5" fmla="*/ 0 w 1521619"/>
              <a:gd name="connsiteY5" fmla="*/ 1407337 h 1407337"/>
              <a:gd name="connsiteX6" fmla="*/ 3164 w 1521619"/>
              <a:gd name="connsiteY6" fmla="*/ 0 h 1407337"/>
              <a:gd name="connsiteX0" fmla="*/ 3164 w 1521619"/>
              <a:gd name="connsiteY0" fmla="*/ 0 h 1469249"/>
              <a:gd name="connsiteX1" fmla="*/ 1416844 w 1521619"/>
              <a:gd name="connsiteY1" fmla="*/ 0 h 1469249"/>
              <a:gd name="connsiteX2" fmla="*/ 1521619 w 1521619"/>
              <a:gd name="connsiteY2" fmla="*/ 0 h 1469249"/>
              <a:gd name="connsiteX3" fmla="*/ 1416844 w 1521619"/>
              <a:gd name="connsiteY3" fmla="*/ 1229548 h 1469249"/>
              <a:gd name="connsiteX4" fmla="*/ 1239055 w 1521619"/>
              <a:gd name="connsiteY4" fmla="*/ 1407337 h 1469249"/>
              <a:gd name="connsiteX5" fmla="*/ 0 w 1521619"/>
              <a:gd name="connsiteY5" fmla="*/ 1469249 h 1469249"/>
              <a:gd name="connsiteX6" fmla="*/ 3164 w 1521619"/>
              <a:gd name="connsiteY6" fmla="*/ 0 h 1469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21619" h="1469249">
                <a:moveTo>
                  <a:pt x="3164" y="0"/>
                </a:moveTo>
                <a:lnTo>
                  <a:pt x="1416844" y="0"/>
                </a:lnTo>
                <a:lnTo>
                  <a:pt x="1521619" y="0"/>
                </a:lnTo>
                <a:lnTo>
                  <a:pt x="1416844" y="1229548"/>
                </a:lnTo>
                <a:cubicBezTo>
                  <a:pt x="1416844" y="1327738"/>
                  <a:pt x="1337245" y="1407337"/>
                  <a:pt x="1239055" y="1407337"/>
                </a:cubicBezTo>
                <a:lnTo>
                  <a:pt x="0" y="1469249"/>
                </a:lnTo>
                <a:cubicBezTo>
                  <a:pt x="1055" y="1000137"/>
                  <a:pt x="2109" y="469112"/>
                  <a:pt x="3164" y="0"/>
                </a:cubicBezTo>
                <a:close/>
              </a:path>
            </a:pathLst>
          </a:custGeom>
          <a:solidFill>
            <a:srgbClr val="F2F2F2">
              <a:alpha val="50196"/>
            </a:srgbClr>
          </a:solidFill>
        </p:spPr>
        <p:txBody>
          <a:bodyPr/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419380481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4 x Ansprechpartner ohne Textrah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A348F5C2-7A7D-A711-67D5-CD325AA7047D}"/>
              </a:ext>
            </a:extLst>
          </p:cNvPr>
          <p:cNvSpPr/>
          <p:nvPr userDrawn="1"/>
        </p:nvSpPr>
        <p:spPr>
          <a:xfrm>
            <a:off x="888277" y="1763713"/>
            <a:ext cx="1650135" cy="153511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8F68CC7-DDFA-0E93-A378-CF69B12C18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Headline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781AFB-FD54-1295-2013-E5DF82B1F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D9FD1-0D6D-4E61-83A8-1FFEFED7B8A7}" type="datetime1">
              <a:rPr lang="de-DE" smtClean="0"/>
              <a:t>30.09.2026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D15462-695C-B690-2B8E-757D88436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  |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E58975-2BEF-27A2-8717-812027CAF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2E227-8C9F-455E-A65F-728E63FC57B1}" type="slidenum">
              <a:rPr lang="de-DE" smtClean="0"/>
              <a:t>‹#›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14DAFB8-7299-9D70-1273-8B7C695FB7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8" y="824055"/>
            <a:ext cx="11160125" cy="392604"/>
          </a:xfrm>
        </p:spPr>
        <p:txBody>
          <a:bodyPr/>
          <a:lstStyle>
            <a:lvl1pPr marL="0" indent="0">
              <a:lnSpc>
                <a:spcPts val="2500"/>
              </a:lnSpc>
              <a:spcAft>
                <a:spcPts val="0"/>
              </a:spcAft>
              <a:buNone/>
              <a:defRPr sz="2000"/>
            </a:lvl1pPr>
            <a:lvl2pPr marL="198000" indent="0">
              <a:buNone/>
              <a:defRPr/>
            </a:lvl2pPr>
            <a:lvl3pPr marL="396000" indent="0">
              <a:buNone/>
              <a:defRPr/>
            </a:lvl3pPr>
            <a:lvl4pPr marL="594000" indent="0">
              <a:buNone/>
              <a:defRPr/>
            </a:lvl4pPr>
            <a:lvl5pPr marL="792000" indent="0">
              <a:buNone/>
              <a:defRPr/>
            </a:lvl5pPr>
          </a:lstStyle>
          <a:p>
            <a:pPr lvl="0"/>
            <a:r>
              <a:rPr lang="de-DE" dirty="0" err="1"/>
              <a:t>Subline</a:t>
            </a:r>
            <a:endParaRPr lang="de-DE" dirty="0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A91A8C67-0912-1D5E-AC78-B74604CD0E6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96841" y="3383496"/>
            <a:ext cx="1641572" cy="474297"/>
          </a:xfrm>
          <a:noFill/>
        </p:spPr>
        <p:txBody>
          <a:bodyPr wrap="square" lIns="126000" tIns="0" rIns="108000" bIns="0">
            <a:spAutoFit/>
          </a:bodyPr>
          <a:lstStyle>
            <a:lvl1pPr>
              <a:lnSpc>
                <a:spcPts val="1500"/>
              </a:lnSpc>
              <a:spcAft>
                <a:spcPts val="800"/>
              </a:spcAft>
              <a:defRPr sz="1200" b="1">
                <a:solidFill>
                  <a:schemeClr val="tx1"/>
                </a:solidFill>
              </a:defRPr>
            </a:lvl1pPr>
            <a:lvl2pPr marL="0" indent="0">
              <a:lnSpc>
                <a:spcPts val="1500"/>
              </a:lnSpc>
              <a:spcAft>
                <a:spcPts val="0"/>
              </a:spcAft>
              <a:buNone/>
              <a:defRPr lang="de-DE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98000" indent="-198000">
              <a:lnSpc>
                <a:spcPts val="1500"/>
              </a:lnSpc>
              <a:spcAft>
                <a:spcPts val="0"/>
              </a:spcAft>
              <a:defRPr sz="1200"/>
            </a:lvl3pPr>
            <a:lvl4pPr>
              <a:lnSpc>
                <a:spcPts val="1500"/>
              </a:lnSpc>
              <a:spcAft>
                <a:spcPts val="0"/>
              </a:spcAft>
              <a:defRPr sz="1200"/>
            </a:lvl4pPr>
            <a:lvl5pPr>
              <a:lnSpc>
                <a:spcPts val="1500"/>
              </a:lnSpc>
              <a:spcAft>
                <a:spcPts val="0"/>
              </a:spcAft>
              <a:defRPr sz="1200"/>
            </a:lvl5pPr>
          </a:lstStyle>
          <a:p>
            <a:pPr lvl="0"/>
            <a:r>
              <a:rPr lang="de-DE" dirty="0"/>
              <a:t>Vorname Name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410B774D-92FB-08E2-F92B-946F18F97AF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88277" y="1763713"/>
            <a:ext cx="1521619" cy="1469249"/>
          </a:xfrm>
          <a:custGeom>
            <a:avLst/>
            <a:gdLst>
              <a:gd name="connsiteX0" fmla="*/ 177789 w 1416844"/>
              <a:gd name="connsiteY0" fmla="*/ 0 h 1407337"/>
              <a:gd name="connsiteX1" fmla="*/ 1416844 w 1416844"/>
              <a:gd name="connsiteY1" fmla="*/ 0 h 1407337"/>
              <a:gd name="connsiteX2" fmla="*/ 1416844 w 1416844"/>
              <a:gd name="connsiteY2" fmla="*/ 0 h 1407337"/>
              <a:gd name="connsiteX3" fmla="*/ 1416844 w 1416844"/>
              <a:gd name="connsiteY3" fmla="*/ 1229548 h 1407337"/>
              <a:gd name="connsiteX4" fmla="*/ 1239055 w 1416844"/>
              <a:gd name="connsiteY4" fmla="*/ 1407337 h 1407337"/>
              <a:gd name="connsiteX5" fmla="*/ 0 w 1416844"/>
              <a:gd name="connsiteY5" fmla="*/ 1407337 h 1407337"/>
              <a:gd name="connsiteX6" fmla="*/ 0 w 1416844"/>
              <a:gd name="connsiteY6" fmla="*/ 1407337 h 1407337"/>
              <a:gd name="connsiteX7" fmla="*/ 0 w 1416844"/>
              <a:gd name="connsiteY7" fmla="*/ 177789 h 1407337"/>
              <a:gd name="connsiteX8" fmla="*/ 177789 w 1416844"/>
              <a:gd name="connsiteY8" fmla="*/ 0 h 1407337"/>
              <a:gd name="connsiteX0" fmla="*/ 177789 w 1416844"/>
              <a:gd name="connsiteY0" fmla="*/ 0 h 1407337"/>
              <a:gd name="connsiteX1" fmla="*/ 1416844 w 1416844"/>
              <a:gd name="connsiteY1" fmla="*/ 0 h 1407337"/>
              <a:gd name="connsiteX2" fmla="*/ 1416844 w 1416844"/>
              <a:gd name="connsiteY2" fmla="*/ 0 h 1407337"/>
              <a:gd name="connsiteX3" fmla="*/ 1416844 w 1416844"/>
              <a:gd name="connsiteY3" fmla="*/ 1229548 h 1407337"/>
              <a:gd name="connsiteX4" fmla="*/ 1239055 w 1416844"/>
              <a:gd name="connsiteY4" fmla="*/ 1407337 h 1407337"/>
              <a:gd name="connsiteX5" fmla="*/ 0 w 1416844"/>
              <a:gd name="connsiteY5" fmla="*/ 1407337 h 1407337"/>
              <a:gd name="connsiteX6" fmla="*/ 0 w 1416844"/>
              <a:gd name="connsiteY6" fmla="*/ 1407337 h 1407337"/>
              <a:gd name="connsiteX7" fmla="*/ 177789 w 1416844"/>
              <a:gd name="connsiteY7" fmla="*/ 0 h 1407337"/>
              <a:gd name="connsiteX0" fmla="*/ 177789 w 1521619"/>
              <a:gd name="connsiteY0" fmla="*/ 0 h 1407337"/>
              <a:gd name="connsiteX1" fmla="*/ 1416844 w 1521619"/>
              <a:gd name="connsiteY1" fmla="*/ 0 h 1407337"/>
              <a:gd name="connsiteX2" fmla="*/ 1521619 w 1521619"/>
              <a:gd name="connsiteY2" fmla="*/ 0 h 1407337"/>
              <a:gd name="connsiteX3" fmla="*/ 1416844 w 1521619"/>
              <a:gd name="connsiteY3" fmla="*/ 1229548 h 1407337"/>
              <a:gd name="connsiteX4" fmla="*/ 1239055 w 1521619"/>
              <a:gd name="connsiteY4" fmla="*/ 1407337 h 1407337"/>
              <a:gd name="connsiteX5" fmla="*/ 0 w 1521619"/>
              <a:gd name="connsiteY5" fmla="*/ 1407337 h 1407337"/>
              <a:gd name="connsiteX6" fmla="*/ 0 w 1521619"/>
              <a:gd name="connsiteY6" fmla="*/ 1407337 h 1407337"/>
              <a:gd name="connsiteX7" fmla="*/ 177789 w 1521619"/>
              <a:gd name="connsiteY7" fmla="*/ 0 h 1407337"/>
              <a:gd name="connsiteX0" fmla="*/ 3164 w 1521619"/>
              <a:gd name="connsiteY0" fmla="*/ 6350 h 1407337"/>
              <a:gd name="connsiteX1" fmla="*/ 1416844 w 1521619"/>
              <a:gd name="connsiteY1" fmla="*/ 0 h 1407337"/>
              <a:gd name="connsiteX2" fmla="*/ 1521619 w 1521619"/>
              <a:gd name="connsiteY2" fmla="*/ 0 h 1407337"/>
              <a:gd name="connsiteX3" fmla="*/ 1416844 w 1521619"/>
              <a:gd name="connsiteY3" fmla="*/ 1229548 h 1407337"/>
              <a:gd name="connsiteX4" fmla="*/ 1239055 w 1521619"/>
              <a:gd name="connsiteY4" fmla="*/ 1407337 h 1407337"/>
              <a:gd name="connsiteX5" fmla="*/ 0 w 1521619"/>
              <a:gd name="connsiteY5" fmla="*/ 1407337 h 1407337"/>
              <a:gd name="connsiteX6" fmla="*/ 0 w 1521619"/>
              <a:gd name="connsiteY6" fmla="*/ 1407337 h 1407337"/>
              <a:gd name="connsiteX7" fmla="*/ 3164 w 1521619"/>
              <a:gd name="connsiteY7" fmla="*/ 6350 h 1407337"/>
              <a:gd name="connsiteX0" fmla="*/ 3164 w 1521619"/>
              <a:gd name="connsiteY0" fmla="*/ 0 h 1407337"/>
              <a:gd name="connsiteX1" fmla="*/ 1416844 w 1521619"/>
              <a:gd name="connsiteY1" fmla="*/ 0 h 1407337"/>
              <a:gd name="connsiteX2" fmla="*/ 1521619 w 1521619"/>
              <a:gd name="connsiteY2" fmla="*/ 0 h 1407337"/>
              <a:gd name="connsiteX3" fmla="*/ 1416844 w 1521619"/>
              <a:gd name="connsiteY3" fmla="*/ 1229548 h 1407337"/>
              <a:gd name="connsiteX4" fmla="*/ 1239055 w 1521619"/>
              <a:gd name="connsiteY4" fmla="*/ 1407337 h 1407337"/>
              <a:gd name="connsiteX5" fmla="*/ 0 w 1521619"/>
              <a:gd name="connsiteY5" fmla="*/ 1407337 h 1407337"/>
              <a:gd name="connsiteX6" fmla="*/ 0 w 1521619"/>
              <a:gd name="connsiteY6" fmla="*/ 1407337 h 1407337"/>
              <a:gd name="connsiteX7" fmla="*/ 3164 w 1521619"/>
              <a:gd name="connsiteY7" fmla="*/ 0 h 1407337"/>
              <a:gd name="connsiteX0" fmla="*/ 3164 w 1521619"/>
              <a:gd name="connsiteY0" fmla="*/ 0 h 1407337"/>
              <a:gd name="connsiteX1" fmla="*/ 1416844 w 1521619"/>
              <a:gd name="connsiteY1" fmla="*/ 0 h 1407337"/>
              <a:gd name="connsiteX2" fmla="*/ 1521619 w 1521619"/>
              <a:gd name="connsiteY2" fmla="*/ 0 h 1407337"/>
              <a:gd name="connsiteX3" fmla="*/ 1416844 w 1521619"/>
              <a:gd name="connsiteY3" fmla="*/ 1229548 h 1407337"/>
              <a:gd name="connsiteX4" fmla="*/ 1239055 w 1521619"/>
              <a:gd name="connsiteY4" fmla="*/ 1407337 h 1407337"/>
              <a:gd name="connsiteX5" fmla="*/ 0 w 1521619"/>
              <a:gd name="connsiteY5" fmla="*/ 1407337 h 1407337"/>
              <a:gd name="connsiteX6" fmla="*/ 3164 w 1521619"/>
              <a:gd name="connsiteY6" fmla="*/ 0 h 1407337"/>
              <a:gd name="connsiteX0" fmla="*/ 3164 w 1521619"/>
              <a:gd name="connsiteY0" fmla="*/ 0 h 1469249"/>
              <a:gd name="connsiteX1" fmla="*/ 1416844 w 1521619"/>
              <a:gd name="connsiteY1" fmla="*/ 0 h 1469249"/>
              <a:gd name="connsiteX2" fmla="*/ 1521619 w 1521619"/>
              <a:gd name="connsiteY2" fmla="*/ 0 h 1469249"/>
              <a:gd name="connsiteX3" fmla="*/ 1416844 w 1521619"/>
              <a:gd name="connsiteY3" fmla="*/ 1229548 h 1469249"/>
              <a:gd name="connsiteX4" fmla="*/ 1239055 w 1521619"/>
              <a:gd name="connsiteY4" fmla="*/ 1407337 h 1469249"/>
              <a:gd name="connsiteX5" fmla="*/ 0 w 1521619"/>
              <a:gd name="connsiteY5" fmla="*/ 1469249 h 1469249"/>
              <a:gd name="connsiteX6" fmla="*/ 3164 w 1521619"/>
              <a:gd name="connsiteY6" fmla="*/ 0 h 1469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21619" h="1469249">
                <a:moveTo>
                  <a:pt x="3164" y="0"/>
                </a:moveTo>
                <a:lnTo>
                  <a:pt x="1416844" y="0"/>
                </a:lnTo>
                <a:lnTo>
                  <a:pt x="1521619" y="0"/>
                </a:lnTo>
                <a:lnTo>
                  <a:pt x="1416844" y="1229548"/>
                </a:lnTo>
                <a:cubicBezTo>
                  <a:pt x="1416844" y="1327738"/>
                  <a:pt x="1337245" y="1407337"/>
                  <a:pt x="1239055" y="1407337"/>
                </a:cubicBezTo>
                <a:lnTo>
                  <a:pt x="0" y="1469249"/>
                </a:lnTo>
                <a:cubicBezTo>
                  <a:pt x="1055" y="1000137"/>
                  <a:pt x="2109" y="469112"/>
                  <a:pt x="3164" y="0"/>
                </a:cubicBezTo>
                <a:close/>
              </a:path>
            </a:pathLst>
          </a:custGeom>
          <a:solidFill>
            <a:srgbClr val="F2F2F2">
              <a:alpha val="50196"/>
            </a:srgbClr>
          </a:solidFill>
        </p:spPr>
        <p:txBody>
          <a:bodyPr/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A0820DED-8088-A030-9033-34E591FFCC87}"/>
              </a:ext>
            </a:extLst>
          </p:cNvPr>
          <p:cNvSpPr/>
          <p:nvPr userDrawn="1"/>
        </p:nvSpPr>
        <p:spPr>
          <a:xfrm>
            <a:off x="3812452" y="1763713"/>
            <a:ext cx="1650135" cy="153511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platzhalter 14">
            <a:extLst>
              <a:ext uri="{FF2B5EF4-FFF2-40B4-BE49-F238E27FC236}">
                <a16:creationId xmlns:a16="http://schemas.microsoft.com/office/drawing/2014/main" id="{6FC6663D-9D95-4D55-5CE2-023AE653B9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821016" y="3383496"/>
            <a:ext cx="1641572" cy="474297"/>
          </a:xfrm>
          <a:noFill/>
        </p:spPr>
        <p:txBody>
          <a:bodyPr wrap="square" lIns="126000" tIns="0" rIns="108000" bIns="0">
            <a:spAutoFit/>
          </a:bodyPr>
          <a:lstStyle>
            <a:lvl1pPr>
              <a:lnSpc>
                <a:spcPts val="1500"/>
              </a:lnSpc>
              <a:spcAft>
                <a:spcPts val="800"/>
              </a:spcAft>
              <a:defRPr sz="1200" b="1">
                <a:solidFill>
                  <a:schemeClr val="tx1"/>
                </a:solidFill>
              </a:defRPr>
            </a:lvl1pPr>
            <a:lvl2pPr marL="0" indent="0">
              <a:lnSpc>
                <a:spcPts val="1500"/>
              </a:lnSpc>
              <a:spcAft>
                <a:spcPts val="0"/>
              </a:spcAft>
              <a:buNone/>
              <a:defRPr lang="de-DE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98000" indent="-198000">
              <a:lnSpc>
                <a:spcPts val="1500"/>
              </a:lnSpc>
              <a:spcAft>
                <a:spcPts val="0"/>
              </a:spcAft>
              <a:defRPr sz="1200"/>
            </a:lvl3pPr>
            <a:lvl4pPr>
              <a:lnSpc>
                <a:spcPts val="1500"/>
              </a:lnSpc>
              <a:spcAft>
                <a:spcPts val="0"/>
              </a:spcAft>
              <a:defRPr sz="1200"/>
            </a:lvl4pPr>
            <a:lvl5pPr>
              <a:lnSpc>
                <a:spcPts val="1500"/>
              </a:lnSpc>
              <a:spcAft>
                <a:spcPts val="0"/>
              </a:spcAft>
              <a:defRPr sz="1200"/>
            </a:lvl5pPr>
          </a:lstStyle>
          <a:p>
            <a:pPr lvl="0"/>
            <a:r>
              <a:rPr lang="de-DE" dirty="0"/>
              <a:t>Vorname Name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12" name="Bildplatzhalter 16">
            <a:extLst>
              <a:ext uri="{FF2B5EF4-FFF2-40B4-BE49-F238E27FC236}">
                <a16:creationId xmlns:a16="http://schemas.microsoft.com/office/drawing/2014/main" id="{51ED20D1-66C7-79B4-44F8-DBA6E7E097D5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3812452" y="1763713"/>
            <a:ext cx="1521619" cy="1469249"/>
          </a:xfrm>
          <a:custGeom>
            <a:avLst/>
            <a:gdLst>
              <a:gd name="connsiteX0" fmla="*/ 177789 w 1416844"/>
              <a:gd name="connsiteY0" fmla="*/ 0 h 1407337"/>
              <a:gd name="connsiteX1" fmla="*/ 1416844 w 1416844"/>
              <a:gd name="connsiteY1" fmla="*/ 0 h 1407337"/>
              <a:gd name="connsiteX2" fmla="*/ 1416844 w 1416844"/>
              <a:gd name="connsiteY2" fmla="*/ 0 h 1407337"/>
              <a:gd name="connsiteX3" fmla="*/ 1416844 w 1416844"/>
              <a:gd name="connsiteY3" fmla="*/ 1229548 h 1407337"/>
              <a:gd name="connsiteX4" fmla="*/ 1239055 w 1416844"/>
              <a:gd name="connsiteY4" fmla="*/ 1407337 h 1407337"/>
              <a:gd name="connsiteX5" fmla="*/ 0 w 1416844"/>
              <a:gd name="connsiteY5" fmla="*/ 1407337 h 1407337"/>
              <a:gd name="connsiteX6" fmla="*/ 0 w 1416844"/>
              <a:gd name="connsiteY6" fmla="*/ 1407337 h 1407337"/>
              <a:gd name="connsiteX7" fmla="*/ 0 w 1416844"/>
              <a:gd name="connsiteY7" fmla="*/ 177789 h 1407337"/>
              <a:gd name="connsiteX8" fmla="*/ 177789 w 1416844"/>
              <a:gd name="connsiteY8" fmla="*/ 0 h 1407337"/>
              <a:gd name="connsiteX0" fmla="*/ 177789 w 1416844"/>
              <a:gd name="connsiteY0" fmla="*/ 0 h 1407337"/>
              <a:gd name="connsiteX1" fmla="*/ 1416844 w 1416844"/>
              <a:gd name="connsiteY1" fmla="*/ 0 h 1407337"/>
              <a:gd name="connsiteX2" fmla="*/ 1416844 w 1416844"/>
              <a:gd name="connsiteY2" fmla="*/ 0 h 1407337"/>
              <a:gd name="connsiteX3" fmla="*/ 1416844 w 1416844"/>
              <a:gd name="connsiteY3" fmla="*/ 1229548 h 1407337"/>
              <a:gd name="connsiteX4" fmla="*/ 1239055 w 1416844"/>
              <a:gd name="connsiteY4" fmla="*/ 1407337 h 1407337"/>
              <a:gd name="connsiteX5" fmla="*/ 0 w 1416844"/>
              <a:gd name="connsiteY5" fmla="*/ 1407337 h 1407337"/>
              <a:gd name="connsiteX6" fmla="*/ 0 w 1416844"/>
              <a:gd name="connsiteY6" fmla="*/ 1407337 h 1407337"/>
              <a:gd name="connsiteX7" fmla="*/ 177789 w 1416844"/>
              <a:gd name="connsiteY7" fmla="*/ 0 h 1407337"/>
              <a:gd name="connsiteX0" fmla="*/ 177789 w 1521619"/>
              <a:gd name="connsiteY0" fmla="*/ 0 h 1407337"/>
              <a:gd name="connsiteX1" fmla="*/ 1416844 w 1521619"/>
              <a:gd name="connsiteY1" fmla="*/ 0 h 1407337"/>
              <a:gd name="connsiteX2" fmla="*/ 1521619 w 1521619"/>
              <a:gd name="connsiteY2" fmla="*/ 0 h 1407337"/>
              <a:gd name="connsiteX3" fmla="*/ 1416844 w 1521619"/>
              <a:gd name="connsiteY3" fmla="*/ 1229548 h 1407337"/>
              <a:gd name="connsiteX4" fmla="*/ 1239055 w 1521619"/>
              <a:gd name="connsiteY4" fmla="*/ 1407337 h 1407337"/>
              <a:gd name="connsiteX5" fmla="*/ 0 w 1521619"/>
              <a:gd name="connsiteY5" fmla="*/ 1407337 h 1407337"/>
              <a:gd name="connsiteX6" fmla="*/ 0 w 1521619"/>
              <a:gd name="connsiteY6" fmla="*/ 1407337 h 1407337"/>
              <a:gd name="connsiteX7" fmla="*/ 177789 w 1521619"/>
              <a:gd name="connsiteY7" fmla="*/ 0 h 1407337"/>
              <a:gd name="connsiteX0" fmla="*/ 3164 w 1521619"/>
              <a:gd name="connsiteY0" fmla="*/ 6350 h 1407337"/>
              <a:gd name="connsiteX1" fmla="*/ 1416844 w 1521619"/>
              <a:gd name="connsiteY1" fmla="*/ 0 h 1407337"/>
              <a:gd name="connsiteX2" fmla="*/ 1521619 w 1521619"/>
              <a:gd name="connsiteY2" fmla="*/ 0 h 1407337"/>
              <a:gd name="connsiteX3" fmla="*/ 1416844 w 1521619"/>
              <a:gd name="connsiteY3" fmla="*/ 1229548 h 1407337"/>
              <a:gd name="connsiteX4" fmla="*/ 1239055 w 1521619"/>
              <a:gd name="connsiteY4" fmla="*/ 1407337 h 1407337"/>
              <a:gd name="connsiteX5" fmla="*/ 0 w 1521619"/>
              <a:gd name="connsiteY5" fmla="*/ 1407337 h 1407337"/>
              <a:gd name="connsiteX6" fmla="*/ 0 w 1521619"/>
              <a:gd name="connsiteY6" fmla="*/ 1407337 h 1407337"/>
              <a:gd name="connsiteX7" fmla="*/ 3164 w 1521619"/>
              <a:gd name="connsiteY7" fmla="*/ 6350 h 1407337"/>
              <a:gd name="connsiteX0" fmla="*/ 3164 w 1521619"/>
              <a:gd name="connsiteY0" fmla="*/ 0 h 1407337"/>
              <a:gd name="connsiteX1" fmla="*/ 1416844 w 1521619"/>
              <a:gd name="connsiteY1" fmla="*/ 0 h 1407337"/>
              <a:gd name="connsiteX2" fmla="*/ 1521619 w 1521619"/>
              <a:gd name="connsiteY2" fmla="*/ 0 h 1407337"/>
              <a:gd name="connsiteX3" fmla="*/ 1416844 w 1521619"/>
              <a:gd name="connsiteY3" fmla="*/ 1229548 h 1407337"/>
              <a:gd name="connsiteX4" fmla="*/ 1239055 w 1521619"/>
              <a:gd name="connsiteY4" fmla="*/ 1407337 h 1407337"/>
              <a:gd name="connsiteX5" fmla="*/ 0 w 1521619"/>
              <a:gd name="connsiteY5" fmla="*/ 1407337 h 1407337"/>
              <a:gd name="connsiteX6" fmla="*/ 0 w 1521619"/>
              <a:gd name="connsiteY6" fmla="*/ 1407337 h 1407337"/>
              <a:gd name="connsiteX7" fmla="*/ 3164 w 1521619"/>
              <a:gd name="connsiteY7" fmla="*/ 0 h 1407337"/>
              <a:gd name="connsiteX0" fmla="*/ 3164 w 1521619"/>
              <a:gd name="connsiteY0" fmla="*/ 0 h 1407337"/>
              <a:gd name="connsiteX1" fmla="*/ 1416844 w 1521619"/>
              <a:gd name="connsiteY1" fmla="*/ 0 h 1407337"/>
              <a:gd name="connsiteX2" fmla="*/ 1521619 w 1521619"/>
              <a:gd name="connsiteY2" fmla="*/ 0 h 1407337"/>
              <a:gd name="connsiteX3" fmla="*/ 1416844 w 1521619"/>
              <a:gd name="connsiteY3" fmla="*/ 1229548 h 1407337"/>
              <a:gd name="connsiteX4" fmla="*/ 1239055 w 1521619"/>
              <a:gd name="connsiteY4" fmla="*/ 1407337 h 1407337"/>
              <a:gd name="connsiteX5" fmla="*/ 0 w 1521619"/>
              <a:gd name="connsiteY5" fmla="*/ 1407337 h 1407337"/>
              <a:gd name="connsiteX6" fmla="*/ 3164 w 1521619"/>
              <a:gd name="connsiteY6" fmla="*/ 0 h 1407337"/>
              <a:gd name="connsiteX0" fmla="*/ 3164 w 1521619"/>
              <a:gd name="connsiteY0" fmla="*/ 0 h 1469249"/>
              <a:gd name="connsiteX1" fmla="*/ 1416844 w 1521619"/>
              <a:gd name="connsiteY1" fmla="*/ 0 h 1469249"/>
              <a:gd name="connsiteX2" fmla="*/ 1521619 w 1521619"/>
              <a:gd name="connsiteY2" fmla="*/ 0 h 1469249"/>
              <a:gd name="connsiteX3" fmla="*/ 1416844 w 1521619"/>
              <a:gd name="connsiteY3" fmla="*/ 1229548 h 1469249"/>
              <a:gd name="connsiteX4" fmla="*/ 1239055 w 1521619"/>
              <a:gd name="connsiteY4" fmla="*/ 1407337 h 1469249"/>
              <a:gd name="connsiteX5" fmla="*/ 0 w 1521619"/>
              <a:gd name="connsiteY5" fmla="*/ 1469249 h 1469249"/>
              <a:gd name="connsiteX6" fmla="*/ 3164 w 1521619"/>
              <a:gd name="connsiteY6" fmla="*/ 0 h 1469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21619" h="1469249">
                <a:moveTo>
                  <a:pt x="3164" y="0"/>
                </a:moveTo>
                <a:lnTo>
                  <a:pt x="1416844" y="0"/>
                </a:lnTo>
                <a:lnTo>
                  <a:pt x="1521619" y="0"/>
                </a:lnTo>
                <a:lnTo>
                  <a:pt x="1416844" y="1229548"/>
                </a:lnTo>
                <a:cubicBezTo>
                  <a:pt x="1416844" y="1327738"/>
                  <a:pt x="1337245" y="1407337"/>
                  <a:pt x="1239055" y="1407337"/>
                </a:cubicBezTo>
                <a:lnTo>
                  <a:pt x="0" y="1469249"/>
                </a:lnTo>
                <a:cubicBezTo>
                  <a:pt x="1055" y="1000137"/>
                  <a:pt x="2109" y="469112"/>
                  <a:pt x="3164" y="0"/>
                </a:cubicBezTo>
                <a:close/>
              </a:path>
            </a:pathLst>
          </a:custGeom>
          <a:solidFill>
            <a:srgbClr val="F2F2F2">
              <a:alpha val="50196"/>
            </a:srgbClr>
          </a:solidFill>
        </p:spPr>
        <p:txBody>
          <a:bodyPr/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14FAD6D-5ADE-D021-CA5C-21A4FEA25422}"/>
              </a:ext>
            </a:extLst>
          </p:cNvPr>
          <p:cNvSpPr/>
          <p:nvPr userDrawn="1"/>
        </p:nvSpPr>
        <p:spPr>
          <a:xfrm>
            <a:off x="6732934" y="1763713"/>
            <a:ext cx="1650135" cy="153511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platzhalter 14">
            <a:extLst>
              <a:ext uri="{FF2B5EF4-FFF2-40B4-BE49-F238E27FC236}">
                <a16:creationId xmlns:a16="http://schemas.microsoft.com/office/drawing/2014/main" id="{B9E98631-6683-C25A-1E78-D5D2801C3E8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741498" y="3383496"/>
            <a:ext cx="1641572" cy="474297"/>
          </a:xfrm>
          <a:noFill/>
        </p:spPr>
        <p:txBody>
          <a:bodyPr wrap="square" lIns="126000" tIns="0" rIns="108000" bIns="0">
            <a:spAutoFit/>
          </a:bodyPr>
          <a:lstStyle>
            <a:lvl1pPr>
              <a:lnSpc>
                <a:spcPts val="1500"/>
              </a:lnSpc>
              <a:spcAft>
                <a:spcPts val="800"/>
              </a:spcAft>
              <a:defRPr sz="1200" b="1">
                <a:solidFill>
                  <a:schemeClr val="tx1"/>
                </a:solidFill>
              </a:defRPr>
            </a:lvl1pPr>
            <a:lvl2pPr marL="0" indent="0">
              <a:lnSpc>
                <a:spcPts val="1500"/>
              </a:lnSpc>
              <a:spcAft>
                <a:spcPts val="0"/>
              </a:spcAft>
              <a:buNone/>
              <a:defRPr lang="de-DE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98000" indent="-198000">
              <a:lnSpc>
                <a:spcPts val="1500"/>
              </a:lnSpc>
              <a:spcAft>
                <a:spcPts val="0"/>
              </a:spcAft>
              <a:defRPr sz="1200"/>
            </a:lvl3pPr>
            <a:lvl4pPr>
              <a:lnSpc>
                <a:spcPts val="1500"/>
              </a:lnSpc>
              <a:spcAft>
                <a:spcPts val="0"/>
              </a:spcAft>
              <a:defRPr sz="1200"/>
            </a:lvl4pPr>
            <a:lvl5pPr>
              <a:lnSpc>
                <a:spcPts val="1500"/>
              </a:lnSpc>
              <a:spcAft>
                <a:spcPts val="0"/>
              </a:spcAft>
              <a:defRPr sz="1200"/>
            </a:lvl5pPr>
          </a:lstStyle>
          <a:p>
            <a:pPr lvl="0"/>
            <a:r>
              <a:rPr lang="de-DE" dirty="0"/>
              <a:t>Vorname Name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16" name="Bildplatzhalter 16">
            <a:extLst>
              <a:ext uri="{FF2B5EF4-FFF2-40B4-BE49-F238E27FC236}">
                <a16:creationId xmlns:a16="http://schemas.microsoft.com/office/drawing/2014/main" id="{59B53439-E05E-14E6-CFB8-C97D2E23B77E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732934" y="1763713"/>
            <a:ext cx="1521619" cy="1469249"/>
          </a:xfrm>
          <a:custGeom>
            <a:avLst/>
            <a:gdLst>
              <a:gd name="connsiteX0" fmla="*/ 177789 w 1416844"/>
              <a:gd name="connsiteY0" fmla="*/ 0 h 1407337"/>
              <a:gd name="connsiteX1" fmla="*/ 1416844 w 1416844"/>
              <a:gd name="connsiteY1" fmla="*/ 0 h 1407337"/>
              <a:gd name="connsiteX2" fmla="*/ 1416844 w 1416844"/>
              <a:gd name="connsiteY2" fmla="*/ 0 h 1407337"/>
              <a:gd name="connsiteX3" fmla="*/ 1416844 w 1416844"/>
              <a:gd name="connsiteY3" fmla="*/ 1229548 h 1407337"/>
              <a:gd name="connsiteX4" fmla="*/ 1239055 w 1416844"/>
              <a:gd name="connsiteY4" fmla="*/ 1407337 h 1407337"/>
              <a:gd name="connsiteX5" fmla="*/ 0 w 1416844"/>
              <a:gd name="connsiteY5" fmla="*/ 1407337 h 1407337"/>
              <a:gd name="connsiteX6" fmla="*/ 0 w 1416844"/>
              <a:gd name="connsiteY6" fmla="*/ 1407337 h 1407337"/>
              <a:gd name="connsiteX7" fmla="*/ 0 w 1416844"/>
              <a:gd name="connsiteY7" fmla="*/ 177789 h 1407337"/>
              <a:gd name="connsiteX8" fmla="*/ 177789 w 1416844"/>
              <a:gd name="connsiteY8" fmla="*/ 0 h 1407337"/>
              <a:gd name="connsiteX0" fmla="*/ 177789 w 1416844"/>
              <a:gd name="connsiteY0" fmla="*/ 0 h 1407337"/>
              <a:gd name="connsiteX1" fmla="*/ 1416844 w 1416844"/>
              <a:gd name="connsiteY1" fmla="*/ 0 h 1407337"/>
              <a:gd name="connsiteX2" fmla="*/ 1416844 w 1416844"/>
              <a:gd name="connsiteY2" fmla="*/ 0 h 1407337"/>
              <a:gd name="connsiteX3" fmla="*/ 1416844 w 1416844"/>
              <a:gd name="connsiteY3" fmla="*/ 1229548 h 1407337"/>
              <a:gd name="connsiteX4" fmla="*/ 1239055 w 1416844"/>
              <a:gd name="connsiteY4" fmla="*/ 1407337 h 1407337"/>
              <a:gd name="connsiteX5" fmla="*/ 0 w 1416844"/>
              <a:gd name="connsiteY5" fmla="*/ 1407337 h 1407337"/>
              <a:gd name="connsiteX6" fmla="*/ 0 w 1416844"/>
              <a:gd name="connsiteY6" fmla="*/ 1407337 h 1407337"/>
              <a:gd name="connsiteX7" fmla="*/ 177789 w 1416844"/>
              <a:gd name="connsiteY7" fmla="*/ 0 h 1407337"/>
              <a:gd name="connsiteX0" fmla="*/ 177789 w 1521619"/>
              <a:gd name="connsiteY0" fmla="*/ 0 h 1407337"/>
              <a:gd name="connsiteX1" fmla="*/ 1416844 w 1521619"/>
              <a:gd name="connsiteY1" fmla="*/ 0 h 1407337"/>
              <a:gd name="connsiteX2" fmla="*/ 1521619 w 1521619"/>
              <a:gd name="connsiteY2" fmla="*/ 0 h 1407337"/>
              <a:gd name="connsiteX3" fmla="*/ 1416844 w 1521619"/>
              <a:gd name="connsiteY3" fmla="*/ 1229548 h 1407337"/>
              <a:gd name="connsiteX4" fmla="*/ 1239055 w 1521619"/>
              <a:gd name="connsiteY4" fmla="*/ 1407337 h 1407337"/>
              <a:gd name="connsiteX5" fmla="*/ 0 w 1521619"/>
              <a:gd name="connsiteY5" fmla="*/ 1407337 h 1407337"/>
              <a:gd name="connsiteX6" fmla="*/ 0 w 1521619"/>
              <a:gd name="connsiteY6" fmla="*/ 1407337 h 1407337"/>
              <a:gd name="connsiteX7" fmla="*/ 177789 w 1521619"/>
              <a:gd name="connsiteY7" fmla="*/ 0 h 1407337"/>
              <a:gd name="connsiteX0" fmla="*/ 3164 w 1521619"/>
              <a:gd name="connsiteY0" fmla="*/ 6350 h 1407337"/>
              <a:gd name="connsiteX1" fmla="*/ 1416844 w 1521619"/>
              <a:gd name="connsiteY1" fmla="*/ 0 h 1407337"/>
              <a:gd name="connsiteX2" fmla="*/ 1521619 w 1521619"/>
              <a:gd name="connsiteY2" fmla="*/ 0 h 1407337"/>
              <a:gd name="connsiteX3" fmla="*/ 1416844 w 1521619"/>
              <a:gd name="connsiteY3" fmla="*/ 1229548 h 1407337"/>
              <a:gd name="connsiteX4" fmla="*/ 1239055 w 1521619"/>
              <a:gd name="connsiteY4" fmla="*/ 1407337 h 1407337"/>
              <a:gd name="connsiteX5" fmla="*/ 0 w 1521619"/>
              <a:gd name="connsiteY5" fmla="*/ 1407337 h 1407337"/>
              <a:gd name="connsiteX6" fmla="*/ 0 w 1521619"/>
              <a:gd name="connsiteY6" fmla="*/ 1407337 h 1407337"/>
              <a:gd name="connsiteX7" fmla="*/ 3164 w 1521619"/>
              <a:gd name="connsiteY7" fmla="*/ 6350 h 1407337"/>
              <a:gd name="connsiteX0" fmla="*/ 3164 w 1521619"/>
              <a:gd name="connsiteY0" fmla="*/ 0 h 1407337"/>
              <a:gd name="connsiteX1" fmla="*/ 1416844 w 1521619"/>
              <a:gd name="connsiteY1" fmla="*/ 0 h 1407337"/>
              <a:gd name="connsiteX2" fmla="*/ 1521619 w 1521619"/>
              <a:gd name="connsiteY2" fmla="*/ 0 h 1407337"/>
              <a:gd name="connsiteX3" fmla="*/ 1416844 w 1521619"/>
              <a:gd name="connsiteY3" fmla="*/ 1229548 h 1407337"/>
              <a:gd name="connsiteX4" fmla="*/ 1239055 w 1521619"/>
              <a:gd name="connsiteY4" fmla="*/ 1407337 h 1407337"/>
              <a:gd name="connsiteX5" fmla="*/ 0 w 1521619"/>
              <a:gd name="connsiteY5" fmla="*/ 1407337 h 1407337"/>
              <a:gd name="connsiteX6" fmla="*/ 0 w 1521619"/>
              <a:gd name="connsiteY6" fmla="*/ 1407337 h 1407337"/>
              <a:gd name="connsiteX7" fmla="*/ 3164 w 1521619"/>
              <a:gd name="connsiteY7" fmla="*/ 0 h 1407337"/>
              <a:gd name="connsiteX0" fmla="*/ 3164 w 1521619"/>
              <a:gd name="connsiteY0" fmla="*/ 0 h 1407337"/>
              <a:gd name="connsiteX1" fmla="*/ 1416844 w 1521619"/>
              <a:gd name="connsiteY1" fmla="*/ 0 h 1407337"/>
              <a:gd name="connsiteX2" fmla="*/ 1521619 w 1521619"/>
              <a:gd name="connsiteY2" fmla="*/ 0 h 1407337"/>
              <a:gd name="connsiteX3" fmla="*/ 1416844 w 1521619"/>
              <a:gd name="connsiteY3" fmla="*/ 1229548 h 1407337"/>
              <a:gd name="connsiteX4" fmla="*/ 1239055 w 1521619"/>
              <a:gd name="connsiteY4" fmla="*/ 1407337 h 1407337"/>
              <a:gd name="connsiteX5" fmla="*/ 0 w 1521619"/>
              <a:gd name="connsiteY5" fmla="*/ 1407337 h 1407337"/>
              <a:gd name="connsiteX6" fmla="*/ 3164 w 1521619"/>
              <a:gd name="connsiteY6" fmla="*/ 0 h 1407337"/>
              <a:gd name="connsiteX0" fmla="*/ 3164 w 1521619"/>
              <a:gd name="connsiteY0" fmla="*/ 0 h 1469249"/>
              <a:gd name="connsiteX1" fmla="*/ 1416844 w 1521619"/>
              <a:gd name="connsiteY1" fmla="*/ 0 h 1469249"/>
              <a:gd name="connsiteX2" fmla="*/ 1521619 w 1521619"/>
              <a:gd name="connsiteY2" fmla="*/ 0 h 1469249"/>
              <a:gd name="connsiteX3" fmla="*/ 1416844 w 1521619"/>
              <a:gd name="connsiteY3" fmla="*/ 1229548 h 1469249"/>
              <a:gd name="connsiteX4" fmla="*/ 1239055 w 1521619"/>
              <a:gd name="connsiteY4" fmla="*/ 1407337 h 1469249"/>
              <a:gd name="connsiteX5" fmla="*/ 0 w 1521619"/>
              <a:gd name="connsiteY5" fmla="*/ 1469249 h 1469249"/>
              <a:gd name="connsiteX6" fmla="*/ 3164 w 1521619"/>
              <a:gd name="connsiteY6" fmla="*/ 0 h 1469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21619" h="1469249">
                <a:moveTo>
                  <a:pt x="3164" y="0"/>
                </a:moveTo>
                <a:lnTo>
                  <a:pt x="1416844" y="0"/>
                </a:lnTo>
                <a:lnTo>
                  <a:pt x="1521619" y="0"/>
                </a:lnTo>
                <a:lnTo>
                  <a:pt x="1416844" y="1229548"/>
                </a:lnTo>
                <a:cubicBezTo>
                  <a:pt x="1416844" y="1327738"/>
                  <a:pt x="1337245" y="1407337"/>
                  <a:pt x="1239055" y="1407337"/>
                </a:cubicBezTo>
                <a:lnTo>
                  <a:pt x="0" y="1469249"/>
                </a:lnTo>
                <a:cubicBezTo>
                  <a:pt x="1055" y="1000137"/>
                  <a:pt x="2109" y="469112"/>
                  <a:pt x="3164" y="0"/>
                </a:cubicBezTo>
                <a:close/>
              </a:path>
            </a:pathLst>
          </a:custGeom>
          <a:solidFill>
            <a:srgbClr val="F2F2F2">
              <a:alpha val="50196"/>
            </a:srgbClr>
          </a:solidFill>
        </p:spPr>
        <p:txBody>
          <a:bodyPr/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F1EBC874-9159-E129-9BC4-77A73F2D36F7}"/>
              </a:ext>
            </a:extLst>
          </p:cNvPr>
          <p:cNvSpPr/>
          <p:nvPr userDrawn="1"/>
        </p:nvSpPr>
        <p:spPr>
          <a:xfrm>
            <a:off x="9662650" y="1763713"/>
            <a:ext cx="1650135" cy="153511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Textplatzhalter 14">
            <a:extLst>
              <a:ext uri="{FF2B5EF4-FFF2-40B4-BE49-F238E27FC236}">
                <a16:creationId xmlns:a16="http://schemas.microsoft.com/office/drawing/2014/main" id="{A4B20EF5-CFCF-F4BA-9CCB-1E1EFBA5BA0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671214" y="3383496"/>
            <a:ext cx="1641572" cy="474297"/>
          </a:xfrm>
          <a:noFill/>
        </p:spPr>
        <p:txBody>
          <a:bodyPr wrap="square" lIns="126000" tIns="0" rIns="108000" bIns="0">
            <a:spAutoFit/>
          </a:bodyPr>
          <a:lstStyle>
            <a:lvl1pPr>
              <a:lnSpc>
                <a:spcPts val="1500"/>
              </a:lnSpc>
              <a:spcAft>
                <a:spcPts val="800"/>
              </a:spcAft>
              <a:defRPr sz="1200" b="1">
                <a:solidFill>
                  <a:schemeClr val="tx1"/>
                </a:solidFill>
              </a:defRPr>
            </a:lvl1pPr>
            <a:lvl2pPr marL="0" indent="0">
              <a:lnSpc>
                <a:spcPts val="1500"/>
              </a:lnSpc>
              <a:spcAft>
                <a:spcPts val="0"/>
              </a:spcAft>
              <a:buNone/>
              <a:defRPr lang="de-DE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98000" indent="-198000">
              <a:lnSpc>
                <a:spcPts val="1500"/>
              </a:lnSpc>
              <a:spcAft>
                <a:spcPts val="0"/>
              </a:spcAft>
              <a:defRPr sz="1200"/>
            </a:lvl3pPr>
            <a:lvl4pPr>
              <a:lnSpc>
                <a:spcPts val="1500"/>
              </a:lnSpc>
              <a:spcAft>
                <a:spcPts val="0"/>
              </a:spcAft>
              <a:defRPr sz="1200"/>
            </a:lvl4pPr>
            <a:lvl5pPr>
              <a:lnSpc>
                <a:spcPts val="1500"/>
              </a:lnSpc>
              <a:spcAft>
                <a:spcPts val="0"/>
              </a:spcAft>
              <a:defRPr sz="1200"/>
            </a:lvl5pPr>
          </a:lstStyle>
          <a:p>
            <a:pPr lvl="0"/>
            <a:r>
              <a:rPr lang="de-DE" dirty="0"/>
              <a:t>Vorname Name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20" name="Bildplatzhalter 16">
            <a:extLst>
              <a:ext uri="{FF2B5EF4-FFF2-40B4-BE49-F238E27FC236}">
                <a16:creationId xmlns:a16="http://schemas.microsoft.com/office/drawing/2014/main" id="{E68872C6-F457-D69E-BC42-9BC4EDD2501D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9662650" y="1763713"/>
            <a:ext cx="1521619" cy="1469249"/>
          </a:xfrm>
          <a:custGeom>
            <a:avLst/>
            <a:gdLst>
              <a:gd name="connsiteX0" fmla="*/ 177789 w 1416844"/>
              <a:gd name="connsiteY0" fmla="*/ 0 h 1407337"/>
              <a:gd name="connsiteX1" fmla="*/ 1416844 w 1416844"/>
              <a:gd name="connsiteY1" fmla="*/ 0 h 1407337"/>
              <a:gd name="connsiteX2" fmla="*/ 1416844 w 1416844"/>
              <a:gd name="connsiteY2" fmla="*/ 0 h 1407337"/>
              <a:gd name="connsiteX3" fmla="*/ 1416844 w 1416844"/>
              <a:gd name="connsiteY3" fmla="*/ 1229548 h 1407337"/>
              <a:gd name="connsiteX4" fmla="*/ 1239055 w 1416844"/>
              <a:gd name="connsiteY4" fmla="*/ 1407337 h 1407337"/>
              <a:gd name="connsiteX5" fmla="*/ 0 w 1416844"/>
              <a:gd name="connsiteY5" fmla="*/ 1407337 h 1407337"/>
              <a:gd name="connsiteX6" fmla="*/ 0 w 1416844"/>
              <a:gd name="connsiteY6" fmla="*/ 1407337 h 1407337"/>
              <a:gd name="connsiteX7" fmla="*/ 0 w 1416844"/>
              <a:gd name="connsiteY7" fmla="*/ 177789 h 1407337"/>
              <a:gd name="connsiteX8" fmla="*/ 177789 w 1416844"/>
              <a:gd name="connsiteY8" fmla="*/ 0 h 1407337"/>
              <a:gd name="connsiteX0" fmla="*/ 177789 w 1416844"/>
              <a:gd name="connsiteY0" fmla="*/ 0 h 1407337"/>
              <a:gd name="connsiteX1" fmla="*/ 1416844 w 1416844"/>
              <a:gd name="connsiteY1" fmla="*/ 0 h 1407337"/>
              <a:gd name="connsiteX2" fmla="*/ 1416844 w 1416844"/>
              <a:gd name="connsiteY2" fmla="*/ 0 h 1407337"/>
              <a:gd name="connsiteX3" fmla="*/ 1416844 w 1416844"/>
              <a:gd name="connsiteY3" fmla="*/ 1229548 h 1407337"/>
              <a:gd name="connsiteX4" fmla="*/ 1239055 w 1416844"/>
              <a:gd name="connsiteY4" fmla="*/ 1407337 h 1407337"/>
              <a:gd name="connsiteX5" fmla="*/ 0 w 1416844"/>
              <a:gd name="connsiteY5" fmla="*/ 1407337 h 1407337"/>
              <a:gd name="connsiteX6" fmla="*/ 0 w 1416844"/>
              <a:gd name="connsiteY6" fmla="*/ 1407337 h 1407337"/>
              <a:gd name="connsiteX7" fmla="*/ 177789 w 1416844"/>
              <a:gd name="connsiteY7" fmla="*/ 0 h 1407337"/>
              <a:gd name="connsiteX0" fmla="*/ 177789 w 1521619"/>
              <a:gd name="connsiteY0" fmla="*/ 0 h 1407337"/>
              <a:gd name="connsiteX1" fmla="*/ 1416844 w 1521619"/>
              <a:gd name="connsiteY1" fmla="*/ 0 h 1407337"/>
              <a:gd name="connsiteX2" fmla="*/ 1521619 w 1521619"/>
              <a:gd name="connsiteY2" fmla="*/ 0 h 1407337"/>
              <a:gd name="connsiteX3" fmla="*/ 1416844 w 1521619"/>
              <a:gd name="connsiteY3" fmla="*/ 1229548 h 1407337"/>
              <a:gd name="connsiteX4" fmla="*/ 1239055 w 1521619"/>
              <a:gd name="connsiteY4" fmla="*/ 1407337 h 1407337"/>
              <a:gd name="connsiteX5" fmla="*/ 0 w 1521619"/>
              <a:gd name="connsiteY5" fmla="*/ 1407337 h 1407337"/>
              <a:gd name="connsiteX6" fmla="*/ 0 w 1521619"/>
              <a:gd name="connsiteY6" fmla="*/ 1407337 h 1407337"/>
              <a:gd name="connsiteX7" fmla="*/ 177789 w 1521619"/>
              <a:gd name="connsiteY7" fmla="*/ 0 h 1407337"/>
              <a:gd name="connsiteX0" fmla="*/ 3164 w 1521619"/>
              <a:gd name="connsiteY0" fmla="*/ 6350 h 1407337"/>
              <a:gd name="connsiteX1" fmla="*/ 1416844 w 1521619"/>
              <a:gd name="connsiteY1" fmla="*/ 0 h 1407337"/>
              <a:gd name="connsiteX2" fmla="*/ 1521619 w 1521619"/>
              <a:gd name="connsiteY2" fmla="*/ 0 h 1407337"/>
              <a:gd name="connsiteX3" fmla="*/ 1416844 w 1521619"/>
              <a:gd name="connsiteY3" fmla="*/ 1229548 h 1407337"/>
              <a:gd name="connsiteX4" fmla="*/ 1239055 w 1521619"/>
              <a:gd name="connsiteY4" fmla="*/ 1407337 h 1407337"/>
              <a:gd name="connsiteX5" fmla="*/ 0 w 1521619"/>
              <a:gd name="connsiteY5" fmla="*/ 1407337 h 1407337"/>
              <a:gd name="connsiteX6" fmla="*/ 0 w 1521619"/>
              <a:gd name="connsiteY6" fmla="*/ 1407337 h 1407337"/>
              <a:gd name="connsiteX7" fmla="*/ 3164 w 1521619"/>
              <a:gd name="connsiteY7" fmla="*/ 6350 h 1407337"/>
              <a:gd name="connsiteX0" fmla="*/ 3164 w 1521619"/>
              <a:gd name="connsiteY0" fmla="*/ 0 h 1407337"/>
              <a:gd name="connsiteX1" fmla="*/ 1416844 w 1521619"/>
              <a:gd name="connsiteY1" fmla="*/ 0 h 1407337"/>
              <a:gd name="connsiteX2" fmla="*/ 1521619 w 1521619"/>
              <a:gd name="connsiteY2" fmla="*/ 0 h 1407337"/>
              <a:gd name="connsiteX3" fmla="*/ 1416844 w 1521619"/>
              <a:gd name="connsiteY3" fmla="*/ 1229548 h 1407337"/>
              <a:gd name="connsiteX4" fmla="*/ 1239055 w 1521619"/>
              <a:gd name="connsiteY4" fmla="*/ 1407337 h 1407337"/>
              <a:gd name="connsiteX5" fmla="*/ 0 w 1521619"/>
              <a:gd name="connsiteY5" fmla="*/ 1407337 h 1407337"/>
              <a:gd name="connsiteX6" fmla="*/ 0 w 1521619"/>
              <a:gd name="connsiteY6" fmla="*/ 1407337 h 1407337"/>
              <a:gd name="connsiteX7" fmla="*/ 3164 w 1521619"/>
              <a:gd name="connsiteY7" fmla="*/ 0 h 1407337"/>
              <a:gd name="connsiteX0" fmla="*/ 3164 w 1521619"/>
              <a:gd name="connsiteY0" fmla="*/ 0 h 1407337"/>
              <a:gd name="connsiteX1" fmla="*/ 1416844 w 1521619"/>
              <a:gd name="connsiteY1" fmla="*/ 0 h 1407337"/>
              <a:gd name="connsiteX2" fmla="*/ 1521619 w 1521619"/>
              <a:gd name="connsiteY2" fmla="*/ 0 h 1407337"/>
              <a:gd name="connsiteX3" fmla="*/ 1416844 w 1521619"/>
              <a:gd name="connsiteY3" fmla="*/ 1229548 h 1407337"/>
              <a:gd name="connsiteX4" fmla="*/ 1239055 w 1521619"/>
              <a:gd name="connsiteY4" fmla="*/ 1407337 h 1407337"/>
              <a:gd name="connsiteX5" fmla="*/ 0 w 1521619"/>
              <a:gd name="connsiteY5" fmla="*/ 1407337 h 1407337"/>
              <a:gd name="connsiteX6" fmla="*/ 3164 w 1521619"/>
              <a:gd name="connsiteY6" fmla="*/ 0 h 1407337"/>
              <a:gd name="connsiteX0" fmla="*/ 3164 w 1521619"/>
              <a:gd name="connsiteY0" fmla="*/ 0 h 1469249"/>
              <a:gd name="connsiteX1" fmla="*/ 1416844 w 1521619"/>
              <a:gd name="connsiteY1" fmla="*/ 0 h 1469249"/>
              <a:gd name="connsiteX2" fmla="*/ 1521619 w 1521619"/>
              <a:gd name="connsiteY2" fmla="*/ 0 h 1469249"/>
              <a:gd name="connsiteX3" fmla="*/ 1416844 w 1521619"/>
              <a:gd name="connsiteY3" fmla="*/ 1229548 h 1469249"/>
              <a:gd name="connsiteX4" fmla="*/ 1239055 w 1521619"/>
              <a:gd name="connsiteY4" fmla="*/ 1407337 h 1469249"/>
              <a:gd name="connsiteX5" fmla="*/ 0 w 1521619"/>
              <a:gd name="connsiteY5" fmla="*/ 1469249 h 1469249"/>
              <a:gd name="connsiteX6" fmla="*/ 3164 w 1521619"/>
              <a:gd name="connsiteY6" fmla="*/ 0 h 1469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21619" h="1469249">
                <a:moveTo>
                  <a:pt x="3164" y="0"/>
                </a:moveTo>
                <a:lnTo>
                  <a:pt x="1416844" y="0"/>
                </a:lnTo>
                <a:lnTo>
                  <a:pt x="1521619" y="0"/>
                </a:lnTo>
                <a:lnTo>
                  <a:pt x="1416844" y="1229548"/>
                </a:lnTo>
                <a:cubicBezTo>
                  <a:pt x="1416844" y="1327738"/>
                  <a:pt x="1337245" y="1407337"/>
                  <a:pt x="1239055" y="1407337"/>
                </a:cubicBezTo>
                <a:lnTo>
                  <a:pt x="0" y="1469249"/>
                </a:lnTo>
                <a:cubicBezTo>
                  <a:pt x="1055" y="1000137"/>
                  <a:pt x="2109" y="469112"/>
                  <a:pt x="3164" y="0"/>
                </a:cubicBezTo>
                <a:close/>
              </a:path>
            </a:pathLst>
          </a:custGeom>
          <a:solidFill>
            <a:srgbClr val="F2F2F2">
              <a:alpha val="50196"/>
            </a:srgbClr>
          </a:solidFill>
        </p:spPr>
        <p:txBody>
          <a:bodyPr/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13994677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onakt Dunkelbla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15">
            <a:extLst>
              <a:ext uri="{FF2B5EF4-FFF2-40B4-BE49-F238E27FC236}">
                <a16:creationId xmlns:a16="http://schemas.microsoft.com/office/drawing/2014/main" id="{66E39AB8-AE62-4828-1E39-493333D537F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-2102" y="0"/>
            <a:ext cx="4345403" cy="6191250"/>
          </a:xfrm>
          <a:custGeom>
            <a:avLst/>
            <a:gdLst>
              <a:gd name="connsiteX0" fmla="*/ 0 w 4352926"/>
              <a:gd name="connsiteY0" fmla="*/ 602967 h 6416675"/>
              <a:gd name="connsiteX1" fmla="*/ 602967 w 4352926"/>
              <a:gd name="connsiteY1" fmla="*/ 0 h 6416675"/>
              <a:gd name="connsiteX2" fmla="*/ 3749959 w 4352926"/>
              <a:gd name="connsiteY2" fmla="*/ 0 h 6416675"/>
              <a:gd name="connsiteX3" fmla="*/ 4352926 w 4352926"/>
              <a:gd name="connsiteY3" fmla="*/ 602967 h 6416675"/>
              <a:gd name="connsiteX4" fmla="*/ 4352926 w 4352926"/>
              <a:gd name="connsiteY4" fmla="*/ 5813708 h 6416675"/>
              <a:gd name="connsiteX5" fmla="*/ 3749959 w 4352926"/>
              <a:gd name="connsiteY5" fmla="*/ 6416675 h 6416675"/>
              <a:gd name="connsiteX6" fmla="*/ 602967 w 4352926"/>
              <a:gd name="connsiteY6" fmla="*/ 6416675 h 6416675"/>
              <a:gd name="connsiteX7" fmla="*/ 0 w 4352926"/>
              <a:gd name="connsiteY7" fmla="*/ 5813708 h 6416675"/>
              <a:gd name="connsiteX8" fmla="*/ 0 w 4352926"/>
              <a:gd name="connsiteY8" fmla="*/ 602967 h 6416675"/>
              <a:gd name="connsiteX0" fmla="*/ 0 w 4352926"/>
              <a:gd name="connsiteY0" fmla="*/ 602967 h 6416675"/>
              <a:gd name="connsiteX1" fmla="*/ 602967 w 4352926"/>
              <a:gd name="connsiteY1" fmla="*/ 0 h 6416675"/>
              <a:gd name="connsiteX2" fmla="*/ 4352926 w 4352926"/>
              <a:gd name="connsiteY2" fmla="*/ 602967 h 6416675"/>
              <a:gd name="connsiteX3" fmla="*/ 4352926 w 4352926"/>
              <a:gd name="connsiteY3" fmla="*/ 5813708 h 6416675"/>
              <a:gd name="connsiteX4" fmla="*/ 3749959 w 4352926"/>
              <a:gd name="connsiteY4" fmla="*/ 6416675 h 6416675"/>
              <a:gd name="connsiteX5" fmla="*/ 602967 w 4352926"/>
              <a:gd name="connsiteY5" fmla="*/ 6416675 h 6416675"/>
              <a:gd name="connsiteX6" fmla="*/ 0 w 4352926"/>
              <a:gd name="connsiteY6" fmla="*/ 5813708 h 6416675"/>
              <a:gd name="connsiteX7" fmla="*/ 0 w 4352926"/>
              <a:gd name="connsiteY7" fmla="*/ 602967 h 6416675"/>
              <a:gd name="connsiteX0" fmla="*/ 0 w 4352926"/>
              <a:gd name="connsiteY0" fmla="*/ 651342 h 6465050"/>
              <a:gd name="connsiteX1" fmla="*/ 4352926 w 4352926"/>
              <a:gd name="connsiteY1" fmla="*/ 651342 h 6465050"/>
              <a:gd name="connsiteX2" fmla="*/ 4352926 w 4352926"/>
              <a:gd name="connsiteY2" fmla="*/ 5862083 h 6465050"/>
              <a:gd name="connsiteX3" fmla="*/ 3749959 w 4352926"/>
              <a:gd name="connsiteY3" fmla="*/ 6465050 h 6465050"/>
              <a:gd name="connsiteX4" fmla="*/ 602967 w 4352926"/>
              <a:gd name="connsiteY4" fmla="*/ 6465050 h 6465050"/>
              <a:gd name="connsiteX5" fmla="*/ 0 w 4352926"/>
              <a:gd name="connsiteY5" fmla="*/ 5862083 h 6465050"/>
              <a:gd name="connsiteX6" fmla="*/ 0 w 4352926"/>
              <a:gd name="connsiteY6" fmla="*/ 651342 h 6465050"/>
              <a:gd name="connsiteX0" fmla="*/ 263513 w 4616439"/>
              <a:gd name="connsiteY0" fmla="*/ 651342 h 6465050"/>
              <a:gd name="connsiteX1" fmla="*/ 4616439 w 4616439"/>
              <a:gd name="connsiteY1" fmla="*/ 651342 h 6465050"/>
              <a:gd name="connsiteX2" fmla="*/ 4616439 w 4616439"/>
              <a:gd name="connsiteY2" fmla="*/ 5862083 h 6465050"/>
              <a:gd name="connsiteX3" fmla="*/ 4013472 w 4616439"/>
              <a:gd name="connsiteY3" fmla="*/ 6465050 h 6465050"/>
              <a:gd name="connsiteX4" fmla="*/ 866480 w 4616439"/>
              <a:gd name="connsiteY4" fmla="*/ 6465050 h 6465050"/>
              <a:gd name="connsiteX5" fmla="*/ 263513 w 4616439"/>
              <a:gd name="connsiteY5" fmla="*/ 651342 h 6465050"/>
              <a:gd name="connsiteX0" fmla="*/ 0 w 4352926"/>
              <a:gd name="connsiteY0" fmla="*/ 651342 h 6465050"/>
              <a:gd name="connsiteX1" fmla="*/ 4352926 w 4352926"/>
              <a:gd name="connsiteY1" fmla="*/ 651342 h 6465050"/>
              <a:gd name="connsiteX2" fmla="*/ 4352926 w 4352926"/>
              <a:gd name="connsiteY2" fmla="*/ 5862083 h 6465050"/>
              <a:gd name="connsiteX3" fmla="*/ 3749959 w 4352926"/>
              <a:gd name="connsiteY3" fmla="*/ 6465050 h 6465050"/>
              <a:gd name="connsiteX4" fmla="*/ 602967 w 4352926"/>
              <a:gd name="connsiteY4" fmla="*/ 6465050 h 6465050"/>
              <a:gd name="connsiteX5" fmla="*/ 0 w 4352926"/>
              <a:gd name="connsiteY5" fmla="*/ 651342 h 6465050"/>
              <a:gd name="connsiteX0" fmla="*/ 0 w 4352926"/>
              <a:gd name="connsiteY0" fmla="*/ 651342 h 6465050"/>
              <a:gd name="connsiteX1" fmla="*/ 4352926 w 4352926"/>
              <a:gd name="connsiteY1" fmla="*/ 651342 h 6465050"/>
              <a:gd name="connsiteX2" fmla="*/ 4352926 w 4352926"/>
              <a:gd name="connsiteY2" fmla="*/ 5862083 h 6465050"/>
              <a:gd name="connsiteX3" fmla="*/ 3749959 w 4352926"/>
              <a:gd name="connsiteY3" fmla="*/ 6465050 h 6465050"/>
              <a:gd name="connsiteX4" fmla="*/ 602967 w 4352926"/>
              <a:gd name="connsiteY4" fmla="*/ 6465050 h 6465050"/>
              <a:gd name="connsiteX5" fmla="*/ 0 w 4352926"/>
              <a:gd name="connsiteY5" fmla="*/ 651342 h 6465050"/>
              <a:gd name="connsiteX0" fmla="*/ 0 w 4352926"/>
              <a:gd name="connsiteY0" fmla="*/ 651342 h 6465050"/>
              <a:gd name="connsiteX1" fmla="*/ 4352926 w 4352926"/>
              <a:gd name="connsiteY1" fmla="*/ 651342 h 6465050"/>
              <a:gd name="connsiteX2" fmla="*/ 4352926 w 4352926"/>
              <a:gd name="connsiteY2" fmla="*/ 5862083 h 6465050"/>
              <a:gd name="connsiteX3" fmla="*/ 3749959 w 4352926"/>
              <a:gd name="connsiteY3" fmla="*/ 6465050 h 6465050"/>
              <a:gd name="connsiteX4" fmla="*/ 602967 w 4352926"/>
              <a:gd name="connsiteY4" fmla="*/ 6465050 h 6465050"/>
              <a:gd name="connsiteX5" fmla="*/ 0 w 4352926"/>
              <a:gd name="connsiteY5" fmla="*/ 651342 h 6465050"/>
              <a:gd name="connsiteX0" fmla="*/ 0 w 4352926"/>
              <a:gd name="connsiteY0" fmla="*/ 651342 h 6465050"/>
              <a:gd name="connsiteX1" fmla="*/ 4352926 w 4352926"/>
              <a:gd name="connsiteY1" fmla="*/ 651342 h 6465050"/>
              <a:gd name="connsiteX2" fmla="*/ 4352926 w 4352926"/>
              <a:gd name="connsiteY2" fmla="*/ 5862083 h 6465050"/>
              <a:gd name="connsiteX3" fmla="*/ 3749959 w 4352926"/>
              <a:gd name="connsiteY3" fmla="*/ 6465050 h 6465050"/>
              <a:gd name="connsiteX4" fmla="*/ 602967 w 4352926"/>
              <a:gd name="connsiteY4" fmla="*/ 6465050 h 6465050"/>
              <a:gd name="connsiteX5" fmla="*/ 0 w 4352926"/>
              <a:gd name="connsiteY5" fmla="*/ 651342 h 6465050"/>
              <a:gd name="connsiteX0" fmla="*/ 0 w 4352926"/>
              <a:gd name="connsiteY0" fmla="*/ 385981 h 6199689"/>
              <a:gd name="connsiteX1" fmla="*/ 4352926 w 4352926"/>
              <a:gd name="connsiteY1" fmla="*/ 385981 h 6199689"/>
              <a:gd name="connsiteX2" fmla="*/ 4352926 w 4352926"/>
              <a:gd name="connsiteY2" fmla="*/ 5596722 h 6199689"/>
              <a:gd name="connsiteX3" fmla="*/ 3749959 w 4352926"/>
              <a:gd name="connsiteY3" fmla="*/ 6199689 h 6199689"/>
              <a:gd name="connsiteX4" fmla="*/ 602967 w 4352926"/>
              <a:gd name="connsiteY4" fmla="*/ 6199689 h 6199689"/>
              <a:gd name="connsiteX5" fmla="*/ 0 w 4352926"/>
              <a:gd name="connsiteY5" fmla="*/ 385981 h 6199689"/>
              <a:gd name="connsiteX0" fmla="*/ 0 w 4352926"/>
              <a:gd name="connsiteY0" fmla="*/ 0 h 5813708"/>
              <a:gd name="connsiteX1" fmla="*/ 4352926 w 4352926"/>
              <a:gd name="connsiteY1" fmla="*/ 0 h 5813708"/>
              <a:gd name="connsiteX2" fmla="*/ 4352926 w 4352926"/>
              <a:gd name="connsiteY2" fmla="*/ 5210741 h 5813708"/>
              <a:gd name="connsiteX3" fmla="*/ 3749959 w 4352926"/>
              <a:gd name="connsiteY3" fmla="*/ 5813708 h 5813708"/>
              <a:gd name="connsiteX4" fmla="*/ 602967 w 4352926"/>
              <a:gd name="connsiteY4" fmla="*/ 5813708 h 5813708"/>
              <a:gd name="connsiteX5" fmla="*/ 0 w 4352926"/>
              <a:gd name="connsiteY5" fmla="*/ 0 h 5813708"/>
              <a:gd name="connsiteX0" fmla="*/ 0 w 4814839"/>
              <a:gd name="connsiteY0" fmla="*/ 263951 h 6077659"/>
              <a:gd name="connsiteX1" fmla="*/ 4814839 w 4814839"/>
              <a:gd name="connsiteY1" fmla="*/ 0 h 6077659"/>
              <a:gd name="connsiteX2" fmla="*/ 4352926 w 4814839"/>
              <a:gd name="connsiteY2" fmla="*/ 5474692 h 6077659"/>
              <a:gd name="connsiteX3" fmla="*/ 3749959 w 4814839"/>
              <a:gd name="connsiteY3" fmla="*/ 6077659 h 6077659"/>
              <a:gd name="connsiteX4" fmla="*/ 602967 w 4814839"/>
              <a:gd name="connsiteY4" fmla="*/ 6077659 h 6077659"/>
              <a:gd name="connsiteX5" fmla="*/ 0 w 4814839"/>
              <a:gd name="connsiteY5" fmla="*/ 263951 h 6077659"/>
              <a:gd name="connsiteX0" fmla="*/ 0 w 4362352"/>
              <a:gd name="connsiteY0" fmla="*/ 9427 h 6077659"/>
              <a:gd name="connsiteX1" fmla="*/ 4362352 w 4362352"/>
              <a:gd name="connsiteY1" fmla="*/ 0 h 6077659"/>
              <a:gd name="connsiteX2" fmla="*/ 3900439 w 4362352"/>
              <a:gd name="connsiteY2" fmla="*/ 5474692 h 6077659"/>
              <a:gd name="connsiteX3" fmla="*/ 3297472 w 4362352"/>
              <a:gd name="connsiteY3" fmla="*/ 6077659 h 6077659"/>
              <a:gd name="connsiteX4" fmla="*/ 150480 w 4362352"/>
              <a:gd name="connsiteY4" fmla="*/ 6077659 h 6077659"/>
              <a:gd name="connsiteX5" fmla="*/ 0 w 4362352"/>
              <a:gd name="connsiteY5" fmla="*/ 9427 h 6077659"/>
              <a:gd name="connsiteX0" fmla="*/ 0 w 4362352"/>
              <a:gd name="connsiteY0" fmla="*/ 9427 h 6209634"/>
              <a:gd name="connsiteX1" fmla="*/ 4362352 w 4362352"/>
              <a:gd name="connsiteY1" fmla="*/ 0 h 6209634"/>
              <a:gd name="connsiteX2" fmla="*/ 3900439 w 4362352"/>
              <a:gd name="connsiteY2" fmla="*/ 5474692 h 6209634"/>
              <a:gd name="connsiteX3" fmla="*/ 3297472 w 4362352"/>
              <a:gd name="connsiteY3" fmla="*/ 6077659 h 6209634"/>
              <a:gd name="connsiteX4" fmla="*/ 18505 w 4362352"/>
              <a:gd name="connsiteY4" fmla="*/ 6209634 h 6209634"/>
              <a:gd name="connsiteX5" fmla="*/ 0 w 4362352"/>
              <a:gd name="connsiteY5" fmla="*/ 9427 h 6209634"/>
              <a:gd name="connsiteX0" fmla="*/ 0 w 4362352"/>
              <a:gd name="connsiteY0" fmla="*/ 9427 h 6209634"/>
              <a:gd name="connsiteX1" fmla="*/ 4362352 w 4362352"/>
              <a:gd name="connsiteY1" fmla="*/ 0 h 6209634"/>
              <a:gd name="connsiteX2" fmla="*/ 3900439 w 4362352"/>
              <a:gd name="connsiteY2" fmla="*/ 5474692 h 6209634"/>
              <a:gd name="connsiteX3" fmla="*/ 3297472 w 4362352"/>
              <a:gd name="connsiteY3" fmla="*/ 6077659 h 6209634"/>
              <a:gd name="connsiteX4" fmla="*/ 9078 w 4362352"/>
              <a:gd name="connsiteY4" fmla="*/ 6209634 h 6209634"/>
              <a:gd name="connsiteX5" fmla="*/ 0 w 4362352"/>
              <a:gd name="connsiteY5" fmla="*/ 9427 h 6209634"/>
              <a:gd name="connsiteX0" fmla="*/ 0 w 4362352"/>
              <a:gd name="connsiteY0" fmla="*/ 9427 h 6209634"/>
              <a:gd name="connsiteX1" fmla="*/ 4362352 w 4362352"/>
              <a:gd name="connsiteY1" fmla="*/ 0 h 6209634"/>
              <a:gd name="connsiteX2" fmla="*/ 3906799 w 4362352"/>
              <a:gd name="connsiteY2" fmla="*/ 5442848 h 6209634"/>
              <a:gd name="connsiteX3" fmla="*/ 3297472 w 4362352"/>
              <a:gd name="connsiteY3" fmla="*/ 6077659 h 6209634"/>
              <a:gd name="connsiteX4" fmla="*/ 9078 w 4362352"/>
              <a:gd name="connsiteY4" fmla="*/ 6209634 h 6209634"/>
              <a:gd name="connsiteX5" fmla="*/ 0 w 4362352"/>
              <a:gd name="connsiteY5" fmla="*/ 9427 h 6209634"/>
              <a:gd name="connsiteX0" fmla="*/ 0 w 4362352"/>
              <a:gd name="connsiteY0" fmla="*/ 9427 h 6209634"/>
              <a:gd name="connsiteX1" fmla="*/ 4362352 w 4362352"/>
              <a:gd name="connsiteY1" fmla="*/ 0 h 6209634"/>
              <a:gd name="connsiteX2" fmla="*/ 3906799 w 4362352"/>
              <a:gd name="connsiteY2" fmla="*/ 5442848 h 6209634"/>
              <a:gd name="connsiteX3" fmla="*/ 3297472 w 4362352"/>
              <a:gd name="connsiteY3" fmla="*/ 6077659 h 6209634"/>
              <a:gd name="connsiteX4" fmla="*/ 9078 w 4362352"/>
              <a:gd name="connsiteY4" fmla="*/ 6209634 h 6209634"/>
              <a:gd name="connsiteX5" fmla="*/ 0 w 4362352"/>
              <a:gd name="connsiteY5" fmla="*/ 9427 h 6209634"/>
              <a:gd name="connsiteX0" fmla="*/ 0 w 4362352"/>
              <a:gd name="connsiteY0" fmla="*/ 9427 h 6209634"/>
              <a:gd name="connsiteX1" fmla="*/ 4362352 w 4362352"/>
              <a:gd name="connsiteY1" fmla="*/ 0 h 6209634"/>
              <a:gd name="connsiteX2" fmla="*/ 3906799 w 4362352"/>
              <a:gd name="connsiteY2" fmla="*/ 5442848 h 6209634"/>
              <a:gd name="connsiteX3" fmla="*/ 3297472 w 4362352"/>
              <a:gd name="connsiteY3" fmla="*/ 6077659 h 6209634"/>
              <a:gd name="connsiteX4" fmla="*/ 9078 w 4362352"/>
              <a:gd name="connsiteY4" fmla="*/ 6209634 h 6209634"/>
              <a:gd name="connsiteX5" fmla="*/ 0 w 4362352"/>
              <a:gd name="connsiteY5" fmla="*/ 9427 h 6209634"/>
              <a:gd name="connsiteX0" fmla="*/ 0 w 4362352"/>
              <a:gd name="connsiteY0" fmla="*/ 9427 h 6209634"/>
              <a:gd name="connsiteX1" fmla="*/ 4362352 w 4362352"/>
              <a:gd name="connsiteY1" fmla="*/ 0 h 6209634"/>
              <a:gd name="connsiteX2" fmla="*/ 3900434 w 4362352"/>
              <a:gd name="connsiteY2" fmla="*/ 5481061 h 6209634"/>
              <a:gd name="connsiteX3" fmla="*/ 3297472 w 4362352"/>
              <a:gd name="connsiteY3" fmla="*/ 6077659 h 6209634"/>
              <a:gd name="connsiteX4" fmla="*/ 9078 w 4362352"/>
              <a:gd name="connsiteY4" fmla="*/ 6209634 h 6209634"/>
              <a:gd name="connsiteX5" fmla="*/ 0 w 4362352"/>
              <a:gd name="connsiteY5" fmla="*/ 9427 h 6209634"/>
              <a:gd name="connsiteX0" fmla="*/ 0 w 4355987"/>
              <a:gd name="connsiteY0" fmla="*/ 3058 h 6209634"/>
              <a:gd name="connsiteX1" fmla="*/ 4355987 w 4355987"/>
              <a:gd name="connsiteY1" fmla="*/ 0 h 6209634"/>
              <a:gd name="connsiteX2" fmla="*/ 3894069 w 4355987"/>
              <a:gd name="connsiteY2" fmla="*/ 5481061 h 6209634"/>
              <a:gd name="connsiteX3" fmla="*/ 3291107 w 4355987"/>
              <a:gd name="connsiteY3" fmla="*/ 6077659 h 6209634"/>
              <a:gd name="connsiteX4" fmla="*/ 2713 w 4355987"/>
              <a:gd name="connsiteY4" fmla="*/ 6209634 h 6209634"/>
              <a:gd name="connsiteX5" fmla="*/ 0 w 4355987"/>
              <a:gd name="connsiteY5" fmla="*/ 3058 h 6209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55987" h="6209634">
                <a:moveTo>
                  <a:pt x="0" y="3058"/>
                </a:moveTo>
                <a:lnTo>
                  <a:pt x="4355987" y="0"/>
                </a:lnTo>
                <a:lnTo>
                  <a:pt x="3894069" y="5481061"/>
                </a:lnTo>
                <a:cubicBezTo>
                  <a:pt x="3843195" y="5890496"/>
                  <a:pt x="3624116" y="6077659"/>
                  <a:pt x="3291107" y="6077659"/>
                </a:cubicBezTo>
                <a:lnTo>
                  <a:pt x="2713" y="6209634"/>
                </a:lnTo>
                <a:cubicBezTo>
                  <a:pt x="-3455" y="4142898"/>
                  <a:pt x="6168" y="2069794"/>
                  <a:pt x="0" y="3058"/>
                </a:cubicBezTo>
                <a:close/>
              </a:path>
            </a:pathLst>
          </a:custGeom>
          <a:solidFill>
            <a:srgbClr val="F2F2F2"/>
          </a:solidFill>
          <a:ln w="3175">
            <a:solidFill>
              <a:schemeClr val="tx1"/>
            </a:solidFill>
          </a:ln>
        </p:spPr>
        <p:txBody>
          <a:bodyPr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ECBBAB3-93F1-A2C0-86EE-25FD9FB97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F0D7A-B662-4C18-8B6F-BC5CF7C43A2D}" type="datetime1">
              <a:rPr lang="de-DE" smtClean="0"/>
              <a:t>30.09.2026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4B5D669-85AA-254A-56EA-47E26EAC5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  |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AAA2503-AC23-D45B-1124-B1CB95F16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2E227-8C9F-455E-A65F-728E63FC57B1}" type="slidenum">
              <a:rPr lang="de-DE" smtClean="0"/>
              <a:t>‹#›</a:t>
            </a:fld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708A82-0582-0DDB-0580-36B0B4F54B5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48514" y="443346"/>
            <a:ext cx="6818310" cy="738910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Kontakt</a:t>
            </a:r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E7A4F619-4CBA-8851-B2EC-7AEEDA7499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48515" y="3373293"/>
            <a:ext cx="3990686" cy="2741179"/>
          </a:xfrm>
        </p:spPr>
        <p:txBody>
          <a:bodyPr/>
          <a:lstStyle>
            <a:lvl1pPr>
              <a:lnSpc>
                <a:spcPts val="2500"/>
              </a:lnSpc>
              <a:spcAft>
                <a:spcPts val="0"/>
              </a:spcAft>
              <a:defRPr sz="2000">
                <a:solidFill>
                  <a:schemeClr val="bg1"/>
                </a:solidFill>
              </a:defRPr>
            </a:lvl1pPr>
            <a:lvl2pPr>
              <a:lnSpc>
                <a:spcPts val="2500"/>
              </a:lnSpc>
              <a:spcAft>
                <a:spcPts val="0"/>
              </a:spcAft>
              <a:defRPr sz="2000">
                <a:solidFill>
                  <a:schemeClr val="bg1"/>
                </a:solidFill>
              </a:defRPr>
            </a:lvl2pPr>
            <a:lvl3pPr>
              <a:lnSpc>
                <a:spcPts val="2500"/>
              </a:lnSpc>
              <a:spcAft>
                <a:spcPts val="0"/>
              </a:spcAft>
              <a:defRPr sz="2000">
                <a:solidFill>
                  <a:schemeClr val="bg1"/>
                </a:solidFill>
              </a:defRPr>
            </a:lvl3pPr>
            <a:lvl4pPr>
              <a:lnSpc>
                <a:spcPts val="2500"/>
              </a:lnSpc>
              <a:spcAft>
                <a:spcPts val="0"/>
              </a:spcAft>
              <a:defRPr sz="2000">
                <a:solidFill>
                  <a:schemeClr val="bg1"/>
                </a:solidFill>
              </a:defRPr>
            </a:lvl4pPr>
            <a:lvl5pPr>
              <a:lnSpc>
                <a:spcPts val="2500"/>
              </a:lnSpc>
              <a:spcAft>
                <a:spcPts val="0"/>
              </a:spcAft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32" name="Bildplatzhalter 31">
            <a:extLst>
              <a:ext uri="{FF2B5EF4-FFF2-40B4-BE49-F238E27FC236}">
                <a16:creationId xmlns:a16="http://schemas.microsoft.com/office/drawing/2014/main" id="{E220C332-CBC3-EA0E-6518-5E4AE164CE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277350" y="3914775"/>
            <a:ext cx="1809750" cy="1809750"/>
          </a:xfrm>
          <a:noFill/>
        </p:spPr>
        <p:txBody>
          <a:bodyPr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162862673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Konakt Dunkelbla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F4E47185-C6E6-1A43-E22C-B95D58B6D56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102" y="0"/>
            <a:ext cx="4345403" cy="6191250"/>
          </a:xfrm>
          <a:custGeom>
            <a:avLst/>
            <a:gdLst>
              <a:gd name="connsiteX0" fmla="*/ 0 w 4352926"/>
              <a:gd name="connsiteY0" fmla="*/ 602967 h 6416675"/>
              <a:gd name="connsiteX1" fmla="*/ 602967 w 4352926"/>
              <a:gd name="connsiteY1" fmla="*/ 0 h 6416675"/>
              <a:gd name="connsiteX2" fmla="*/ 3749959 w 4352926"/>
              <a:gd name="connsiteY2" fmla="*/ 0 h 6416675"/>
              <a:gd name="connsiteX3" fmla="*/ 4352926 w 4352926"/>
              <a:gd name="connsiteY3" fmla="*/ 602967 h 6416675"/>
              <a:gd name="connsiteX4" fmla="*/ 4352926 w 4352926"/>
              <a:gd name="connsiteY4" fmla="*/ 5813708 h 6416675"/>
              <a:gd name="connsiteX5" fmla="*/ 3749959 w 4352926"/>
              <a:gd name="connsiteY5" fmla="*/ 6416675 h 6416675"/>
              <a:gd name="connsiteX6" fmla="*/ 602967 w 4352926"/>
              <a:gd name="connsiteY6" fmla="*/ 6416675 h 6416675"/>
              <a:gd name="connsiteX7" fmla="*/ 0 w 4352926"/>
              <a:gd name="connsiteY7" fmla="*/ 5813708 h 6416675"/>
              <a:gd name="connsiteX8" fmla="*/ 0 w 4352926"/>
              <a:gd name="connsiteY8" fmla="*/ 602967 h 6416675"/>
              <a:gd name="connsiteX0" fmla="*/ 0 w 4352926"/>
              <a:gd name="connsiteY0" fmla="*/ 602967 h 6416675"/>
              <a:gd name="connsiteX1" fmla="*/ 602967 w 4352926"/>
              <a:gd name="connsiteY1" fmla="*/ 0 h 6416675"/>
              <a:gd name="connsiteX2" fmla="*/ 4352926 w 4352926"/>
              <a:gd name="connsiteY2" fmla="*/ 602967 h 6416675"/>
              <a:gd name="connsiteX3" fmla="*/ 4352926 w 4352926"/>
              <a:gd name="connsiteY3" fmla="*/ 5813708 h 6416675"/>
              <a:gd name="connsiteX4" fmla="*/ 3749959 w 4352926"/>
              <a:gd name="connsiteY4" fmla="*/ 6416675 h 6416675"/>
              <a:gd name="connsiteX5" fmla="*/ 602967 w 4352926"/>
              <a:gd name="connsiteY5" fmla="*/ 6416675 h 6416675"/>
              <a:gd name="connsiteX6" fmla="*/ 0 w 4352926"/>
              <a:gd name="connsiteY6" fmla="*/ 5813708 h 6416675"/>
              <a:gd name="connsiteX7" fmla="*/ 0 w 4352926"/>
              <a:gd name="connsiteY7" fmla="*/ 602967 h 6416675"/>
              <a:gd name="connsiteX0" fmla="*/ 0 w 4352926"/>
              <a:gd name="connsiteY0" fmla="*/ 651342 h 6465050"/>
              <a:gd name="connsiteX1" fmla="*/ 4352926 w 4352926"/>
              <a:gd name="connsiteY1" fmla="*/ 651342 h 6465050"/>
              <a:gd name="connsiteX2" fmla="*/ 4352926 w 4352926"/>
              <a:gd name="connsiteY2" fmla="*/ 5862083 h 6465050"/>
              <a:gd name="connsiteX3" fmla="*/ 3749959 w 4352926"/>
              <a:gd name="connsiteY3" fmla="*/ 6465050 h 6465050"/>
              <a:gd name="connsiteX4" fmla="*/ 602967 w 4352926"/>
              <a:gd name="connsiteY4" fmla="*/ 6465050 h 6465050"/>
              <a:gd name="connsiteX5" fmla="*/ 0 w 4352926"/>
              <a:gd name="connsiteY5" fmla="*/ 5862083 h 6465050"/>
              <a:gd name="connsiteX6" fmla="*/ 0 w 4352926"/>
              <a:gd name="connsiteY6" fmla="*/ 651342 h 6465050"/>
              <a:gd name="connsiteX0" fmla="*/ 263513 w 4616439"/>
              <a:gd name="connsiteY0" fmla="*/ 651342 h 6465050"/>
              <a:gd name="connsiteX1" fmla="*/ 4616439 w 4616439"/>
              <a:gd name="connsiteY1" fmla="*/ 651342 h 6465050"/>
              <a:gd name="connsiteX2" fmla="*/ 4616439 w 4616439"/>
              <a:gd name="connsiteY2" fmla="*/ 5862083 h 6465050"/>
              <a:gd name="connsiteX3" fmla="*/ 4013472 w 4616439"/>
              <a:gd name="connsiteY3" fmla="*/ 6465050 h 6465050"/>
              <a:gd name="connsiteX4" fmla="*/ 866480 w 4616439"/>
              <a:gd name="connsiteY4" fmla="*/ 6465050 h 6465050"/>
              <a:gd name="connsiteX5" fmla="*/ 263513 w 4616439"/>
              <a:gd name="connsiteY5" fmla="*/ 651342 h 6465050"/>
              <a:gd name="connsiteX0" fmla="*/ 0 w 4352926"/>
              <a:gd name="connsiteY0" fmla="*/ 651342 h 6465050"/>
              <a:gd name="connsiteX1" fmla="*/ 4352926 w 4352926"/>
              <a:gd name="connsiteY1" fmla="*/ 651342 h 6465050"/>
              <a:gd name="connsiteX2" fmla="*/ 4352926 w 4352926"/>
              <a:gd name="connsiteY2" fmla="*/ 5862083 h 6465050"/>
              <a:gd name="connsiteX3" fmla="*/ 3749959 w 4352926"/>
              <a:gd name="connsiteY3" fmla="*/ 6465050 h 6465050"/>
              <a:gd name="connsiteX4" fmla="*/ 602967 w 4352926"/>
              <a:gd name="connsiteY4" fmla="*/ 6465050 h 6465050"/>
              <a:gd name="connsiteX5" fmla="*/ 0 w 4352926"/>
              <a:gd name="connsiteY5" fmla="*/ 651342 h 6465050"/>
              <a:gd name="connsiteX0" fmla="*/ 0 w 4352926"/>
              <a:gd name="connsiteY0" fmla="*/ 651342 h 6465050"/>
              <a:gd name="connsiteX1" fmla="*/ 4352926 w 4352926"/>
              <a:gd name="connsiteY1" fmla="*/ 651342 h 6465050"/>
              <a:gd name="connsiteX2" fmla="*/ 4352926 w 4352926"/>
              <a:gd name="connsiteY2" fmla="*/ 5862083 h 6465050"/>
              <a:gd name="connsiteX3" fmla="*/ 3749959 w 4352926"/>
              <a:gd name="connsiteY3" fmla="*/ 6465050 h 6465050"/>
              <a:gd name="connsiteX4" fmla="*/ 602967 w 4352926"/>
              <a:gd name="connsiteY4" fmla="*/ 6465050 h 6465050"/>
              <a:gd name="connsiteX5" fmla="*/ 0 w 4352926"/>
              <a:gd name="connsiteY5" fmla="*/ 651342 h 6465050"/>
              <a:gd name="connsiteX0" fmla="*/ 0 w 4352926"/>
              <a:gd name="connsiteY0" fmla="*/ 651342 h 6465050"/>
              <a:gd name="connsiteX1" fmla="*/ 4352926 w 4352926"/>
              <a:gd name="connsiteY1" fmla="*/ 651342 h 6465050"/>
              <a:gd name="connsiteX2" fmla="*/ 4352926 w 4352926"/>
              <a:gd name="connsiteY2" fmla="*/ 5862083 h 6465050"/>
              <a:gd name="connsiteX3" fmla="*/ 3749959 w 4352926"/>
              <a:gd name="connsiteY3" fmla="*/ 6465050 h 6465050"/>
              <a:gd name="connsiteX4" fmla="*/ 602967 w 4352926"/>
              <a:gd name="connsiteY4" fmla="*/ 6465050 h 6465050"/>
              <a:gd name="connsiteX5" fmla="*/ 0 w 4352926"/>
              <a:gd name="connsiteY5" fmla="*/ 651342 h 6465050"/>
              <a:gd name="connsiteX0" fmla="*/ 0 w 4352926"/>
              <a:gd name="connsiteY0" fmla="*/ 651342 h 6465050"/>
              <a:gd name="connsiteX1" fmla="*/ 4352926 w 4352926"/>
              <a:gd name="connsiteY1" fmla="*/ 651342 h 6465050"/>
              <a:gd name="connsiteX2" fmla="*/ 4352926 w 4352926"/>
              <a:gd name="connsiteY2" fmla="*/ 5862083 h 6465050"/>
              <a:gd name="connsiteX3" fmla="*/ 3749959 w 4352926"/>
              <a:gd name="connsiteY3" fmla="*/ 6465050 h 6465050"/>
              <a:gd name="connsiteX4" fmla="*/ 602967 w 4352926"/>
              <a:gd name="connsiteY4" fmla="*/ 6465050 h 6465050"/>
              <a:gd name="connsiteX5" fmla="*/ 0 w 4352926"/>
              <a:gd name="connsiteY5" fmla="*/ 651342 h 6465050"/>
              <a:gd name="connsiteX0" fmla="*/ 0 w 4352926"/>
              <a:gd name="connsiteY0" fmla="*/ 385981 h 6199689"/>
              <a:gd name="connsiteX1" fmla="*/ 4352926 w 4352926"/>
              <a:gd name="connsiteY1" fmla="*/ 385981 h 6199689"/>
              <a:gd name="connsiteX2" fmla="*/ 4352926 w 4352926"/>
              <a:gd name="connsiteY2" fmla="*/ 5596722 h 6199689"/>
              <a:gd name="connsiteX3" fmla="*/ 3749959 w 4352926"/>
              <a:gd name="connsiteY3" fmla="*/ 6199689 h 6199689"/>
              <a:gd name="connsiteX4" fmla="*/ 602967 w 4352926"/>
              <a:gd name="connsiteY4" fmla="*/ 6199689 h 6199689"/>
              <a:gd name="connsiteX5" fmla="*/ 0 w 4352926"/>
              <a:gd name="connsiteY5" fmla="*/ 385981 h 6199689"/>
              <a:gd name="connsiteX0" fmla="*/ 0 w 4352926"/>
              <a:gd name="connsiteY0" fmla="*/ 0 h 5813708"/>
              <a:gd name="connsiteX1" fmla="*/ 4352926 w 4352926"/>
              <a:gd name="connsiteY1" fmla="*/ 0 h 5813708"/>
              <a:gd name="connsiteX2" fmla="*/ 4352926 w 4352926"/>
              <a:gd name="connsiteY2" fmla="*/ 5210741 h 5813708"/>
              <a:gd name="connsiteX3" fmla="*/ 3749959 w 4352926"/>
              <a:gd name="connsiteY3" fmla="*/ 5813708 h 5813708"/>
              <a:gd name="connsiteX4" fmla="*/ 602967 w 4352926"/>
              <a:gd name="connsiteY4" fmla="*/ 5813708 h 5813708"/>
              <a:gd name="connsiteX5" fmla="*/ 0 w 4352926"/>
              <a:gd name="connsiteY5" fmla="*/ 0 h 5813708"/>
              <a:gd name="connsiteX0" fmla="*/ 0 w 4814839"/>
              <a:gd name="connsiteY0" fmla="*/ 263951 h 6077659"/>
              <a:gd name="connsiteX1" fmla="*/ 4814839 w 4814839"/>
              <a:gd name="connsiteY1" fmla="*/ 0 h 6077659"/>
              <a:gd name="connsiteX2" fmla="*/ 4352926 w 4814839"/>
              <a:gd name="connsiteY2" fmla="*/ 5474692 h 6077659"/>
              <a:gd name="connsiteX3" fmla="*/ 3749959 w 4814839"/>
              <a:gd name="connsiteY3" fmla="*/ 6077659 h 6077659"/>
              <a:gd name="connsiteX4" fmla="*/ 602967 w 4814839"/>
              <a:gd name="connsiteY4" fmla="*/ 6077659 h 6077659"/>
              <a:gd name="connsiteX5" fmla="*/ 0 w 4814839"/>
              <a:gd name="connsiteY5" fmla="*/ 263951 h 6077659"/>
              <a:gd name="connsiteX0" fmla="*/ 0 w 4362352"/>
              <a:gd name="connsiteY0" fmla="*/ 9427 h 6077659"/>
              <a:gd name="connsiteX1" fmla="*/ 4362352 w 4362352"/>
              <a:gd name="connsiteY1" fmla="*/ 0 h 6077659"/>
              <a:gd name="connsiteX2" fmla="*/ 3900439 w 4362352"/>
              <a:gd name="connsiteY2" fmla="*/ 5474692 h 6077659"/>
              <a:gd name="connsiteX3" fmla="*/ 3297472 w 4362352"/>
              <a:gd name="connsiteY3" fmla="*/ 6077659 h 6077659"/>
              <a:gd name="connsiteX4" fmla="*/ 150480 w 4362352"/>
              <a:gd name="connsiteY4" fmla="*/ 6077659 h 6077659"/>
              <a:gd name="connsiteX5" fmla="*/ 0 w 4362352"/>
              <a:gd name="connsiteY5" fmla="*/ 9427 h 6077659"/>
              <a:gd name="connsiteX0" fmla="*/ 0 w 4362352"/>
              <a:gd name="connsiteY0" fmla="*/ 9427 h 6209634"/>
              <a:gd name="connsiteX1" fmla="*/ 4362352 w 4362352"/>
              <a:gd name="connsiteY1" fmla="*/ 0 h 6209634"/>
              <a:gd name="connsiteX2" fmla="*/ 3900439 w 4362352"/>
              <a:gd name="connsiteY2" fmla="*/ 5474692 h 6209634"/>
              <a:gd name="connsiteX3" fmla="*/ 3297472 w 4362352"/>
              <a:gd name="connsiteY3" fmla="*/ 6077659 h 6209634"/>
              <a:gd name="connsiteX4" fmla="*/ 18505 w 4362352"/>
              <a:gd name="connsiteY4" fmla="*/ 6209634 h 6209634"/>
              <a:gd name="connsiteX5" fmla="*/ 0 w 4362352"/>
              <a:gd name="connsiteY5" fmla="*/ 9427 h 6209634"/>
              <a:gd name="connsiteX0" fmla="*/ 0 w 4362352"/>
              <a:gd name="connsiteY0" fmla="*/ 9427 h 6209634"/>
              <a:gd name="connsiteX1" fmla="*/ 4362352 w 4362352"/>
              <a:gd name="connsiteY1" fmla="*/ 0 h 6209634"/>
              <a:gd name="connsiteX2" fmla="*/ 3900439 w 4362352"/>
              <a:gd name="connsiteY2" fmla="*/ 5474692 h 6209634"/>
              <a:gd name="connsiteX3" fmla="*/ 3297472 w 4362352"/>
              <a:gd name="connsiteY3" fmla="*/ 6077659 h 6209634"/>
              <a:gd name="connsiteX4" fmla="*/ 9078 w 4362352"/>
              <a:gd name="connsiteY4" fmla="*/ 6209634 h 6209634"/>
              <a:gd name="connsiteX5" fmla="*/ 0 w 4362352"/>
              <a:gd name="connsiteY5" fmla="*/ 9427 h 6209634"/>
              <a:gd name="connsiteX0" fmla="*/ 0 w 4362352"/>
              <a:gd name="connsiteY0" fmla="*/ 9427 h 6209634"/>
              <a:gd name="connsiteX1" fmla="*/ 4362352 w 4362352"/>
              <a:gd name="connsiteY1" fmla="*/ 0 h 6209634"/>
              <a:gd name="connsiteX2" fmla="*/ 3906799 w 4362352"/>
              <a:gd name="connsiteY2" fmla="*/ 5442848 h 6209634"/>
              <a:gd name="connsiteX3" fmla="*/ 3297472 w 4362352"/>
              <a:gd name="connsiteY3" fmla="*/ 6077659 h 6209634"/>
              <a:gd name="connsiteX4" fmla="*/ 9078 w 4362352"/>
              <a:gd name="connsiteY4" fmla="*/ 6209634 h 6209634"/>
              <a:gd name="connsiteX5" fmla="*/ 0 w 4362352"/>
              <a:gd name="connsiteY5" fmla="*/ 9427 h 6209634"/>
              <a:gd name="connsiteX0" fmla="*/ 0 w 4362352"/>
              <a:gd name="connsiteY0" fmla="*/ 9427 h 6209634"/>
              <a:gd name="connsiteX1" fmla="*/ 4362352 w 4362352"/>
              <a:gd name="connsiteY1" fmla="*/ 0 h 6209634"/>
              <a:gd name="connsiteX2" fmla="*/ 3906799 w 4362352"/>
              <a:gd name="connsiteY2" fmla="*/ 5442848 h 6209634"/>
              <a:gd name="connsiteX3" fmla="*/ 3297472 w 4362352"/>
              <a:gd name="connsiteY3" fmla="*/ 6077659 h 6209634"/>
              <a:gd name="connsiteX4" fmla="*/ 9078 w 4362352"/>
              <a:gd name="connsiteY4" fmla="*/ 6209634 h 6209634"/>
              <a:gd name="connsiteX5" fmla="*/ 0 w 4362352"/>
              <a:gd name="connsiteY5" fmla="*/ 9427 h 6209634"/>
              <a:gd name="connsiteX0" fmla="*/ 0 w 4362352"/>
              <a:gd name="connsiteY0" fmla="*/ 9427 h 6209634"/>
              <a:gd name="connsiteX1" fmla="*/ 4362352 w 4362352"/>
              <a:gd name="connsiteY1" fmla="*/ 0 h 6209634"/>
              <a:gd name="connsiteX2" fmla="*/ 3906799 w 4362352"/>
              <a:gd name="connsiteY2" fmla="*/ 5442848 h 6209634"/>
              <a:gd name="connsiteX3" fmla="*/ 3297472 w 4362352"/>
              <a:gd name="connsiteY3" fmla="*/ 6077659 h 6209634"/>
              <a:gd name="connsiteX4" fmla="*/ 9078 w 4362352"/>
              <a:gd name="connsiteY4" fmla="*/ 6209634 h 6209634"/>
              <a:gd name="connsiteX5" fmla="*/ 0 w 4362352"/>
              <a:gd name="connsiteY5" fmla="*/ 9427 h 6209634"/>
              <a:gd name="connsiteX0" fmla="*/ 0 w 4362352"/>
              <a:gd name="connsiteY0" fmla="*/ 9427 h 6209634"/>
              <a:gd name="connsiteX1" fmla="*/ 4362352 w 4362352"/>
              <a:gd name="connsiteY1" fmla="*/ 0 h 6209634"/>
              <a:gd name="connsiteX2" fmla="*/ 3900434 w 4362352"/>
              <a:gd name="connsiteY2" fmla="*/ 5481061 h 6209634"/>
              <a:gd name="connsiteX3" fmla="*/ 3297472 w 4362352"/>
              <a:gd name="connsiteY3" fmla="*/ 6077659 h 6209634"/>
              <a:gd name="connsiteX4" fmla="*/ 9078 w 4362352"/>
              <a:gd name="connsiteY4" fmla="*/ 6209634 h 6209634"/>
              <a:gd name="connsiteX5" fmla="*/ 0 w 4362352"/>
              <a:gd name="connsiteY5" fmla="*/ 9427 h 6209634"/>
              <a:gd name="connsiteX0" fmla="*/ 0 w 4355987"/>
              <a:gd name="connsiteY0" fmla="*/ 3058 h 6209634"/>
              <a:gd name="connsiteX1" fmla="*/ 4355987 w 4355987"/>
              <a:gd name="connsiteY1" fmla="*/ 0 h 6209634"/>
              <a:gd name="connsiteX2" fmla="*/ 3894069 w 4355987"/>
              <a:gd name="connsiteY2" fmla="*/ 5481061 h 6209634"/>
              <a:gd name="connsiteX3" fmla="*/ 3291107 w 4355987"/>
              <a:gd name="connsiteY3" fmla="*/ 6077659 h 6209634"/>
              <a:gd name="connsiteX4" fmla="*/ 2713 w 4355987"/>
              <a:gd name="connsiteY4" fmla="*/ 6209634 h 6209634"/>
              <a:gd name="connsiteX5" fmla="*/ 0 w 4355987"/>
              <a:gd name="connsiteY5" fmla="*/ 3058 h 6209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55987" h="6209634">
                <a:moveTo>
                  <a:pt x="0" y="3058"/>
                </a:moveTo>
                <a:lnTo>
                  <a:pt x="4355987" y="0"/>
                </a:lnTo>
                <a:lnTo>
                  <a:pt x="3894069" y="5481061"/>
                </a:lnTo>
                <a:cubicBezTo>
                  <a:pt x="3843195" y="5890496"/>
                  <a:pt x="3624116" y="6077659"/>
                  <a:pt x="3291107" y="6077659"/>
                </a:cubicBezTo>
                <a:lnTo>
                  <a:pt x="2713" y="6209634"/>
                </a:lnTo>
                <a:cubicBezTo>
                  <a:pt x="-3455" y="4142898"/>
                  <a:pt x="6168" y="2069794"/>
                  <a:pt x="0" y="3058"/>
                </a:cubicBezTo>
                <a:close/>
              </a:path>
            </a:pathLst>
          </a:custGeom>
          <a:solidFill>
            <a:srgbClr val="F2F2F2"/>
          </a:solidFill>
          <a:ln w="3175">
            <a:solidFill>
              <a:schemeClr val="tx1"/>
            </a:solidFill>
          </a:ln>
        </p:spPr>
        <p:txBody>
          <a:bodyPr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ECBBAB3-93F1-A2C0-86EE-25FD9FB97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F0D7A-B662-4C18-8B6F-BC5CF7C43A2D}" type="datetime1">
              <a:rPr lang="de-DE" smtClean="0"/>
              <a:t>30.09.2026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4B5D669-85AA-254A-56EA-47E26EAC5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  |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AAA2503-AC23-D45B-1124-B1CB95F16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2E227-8C9F-455E-A65F-728E63FC57B1}" type="slidenum">
              <a:rPr lang="de-DE" smtClean="0"/>
              <a:t>‹#›</a:t>
            </a:fld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821BE87E-3AC8-A09A-E66C-F16C38E034DE}"/>
              </a:ext>
            </a:extLst>
          </p:cNvPr>
          <p:cNvSpPr txBox="1"/>
          <p:nvPr userDrawn="1"/>
        </p:nvSpPr>
        <p:spPr>
          <a:xfrm>
            <a:off x="4848514" y="3373293"/>
            <a:ext cx="3990686" cy="21287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1134"/>
              </a:spcAft>
            </a:pPr>
            <a:r>
              <a:rPr lang="de-DE" sz="2000" b="1">
                <a:solidFill>
                  <a:schemeClr val="bg1"/>
                </a:solidFill>
              </a:rPr>
              <a:t>Flughafen Düsseldorf GmbH</a:t>
            </a:r>
          </a:p>
          <a:p>
            <a:r>
              <a:rPr lang="de-DE" sz="2000">
                <a:solidFill>
                  <a:schemeClr val="bg1"/>
                </a:solidFill>
              </a:rPr>
              <a:t>Flughafenstraße 105 </a:t>
            </a:r>
          </a:p>
          <a:p>
            <a:r>
              <a:rPr lang="de-DE" sz="2000">
                <a:solidFill>
                  <a:schemeClr val="bg1"/>
                </a:solidFill>
              </a:rPr>
              <a:t>40474 Düsseldorf</a:t>
            </a:r>
          </a:p>
          <a:p>
            <a:pPr>
              <a:spcAft>
                <a:spcPts val="1134"/>
              </a:spcAft>
            </a:pPr>
            <a:r>
              <a:rPr lang="de-DE" sz="2000">
                <a:solidFill>
                  <a:schemeClr val="bg1"/>
                </a:solidFill>
              </a:rPr>
              <a:t>+49 211 421 0</a:t>
            </a:r>
          </a:p>
          <a:p>
            <a:r>
              <a:rPr lang="de-DE" sz="2000">
                <a:solidFill>
                  <a:schemeClr val="bg1"/>
                </a:solidFill>
              </a:rPr>
              <a:t>info@dus.com</a:t>
            </a:r>
          </a:p>
          <a:p>
            <a:r>
              <a:rPr lang="de-DE" sz="2000">
                <a:solidFill>
                  <a:schemeClr val="bg1"/>
                </a:solidFill>
              </a:rPr>
              <a:t>www.dus.com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E54A9E68-DAF3-1AF8-F1A6-6DCE8286F26A}"/>
              </a:ext>
            </a:extLst>
          </p:cNvPr>
          <p:cNvSpPr txBox="1"/>
          <p:nvPr userDrawn="1"/>
        </p:nvSpPr>
        <p:spPr>
          <a:xfrm>
            <a:off x="4843894" y="424492"/>
            <a:ext cx="6827549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1134"/>
              </a:spcAft>
            </a:pPr>
            <a:r>
              <a:rPr lang="de-DE" sz="3000" b="1">
                <a:solidFill>
                  <a:schemeClr val="bg1"/>
                </a:solidFill>
              </a:rPr>
              <a:t>Kontakt</a:t>
            </a:r>
            <a:endParaRPr lang="de-DE" sz="3000">
              <a:solidFill>
                <a:schemeClr val="bg1"/>
              </a:solidFill>
            </a:endParaRPr>
          </a:p>
        </p:txBody>
      </p:sp>
      <p:pic>
        <p:nvPicPr>
          <p:cNvPr id="10" name="Bildplatzhalter 11">
            <a:extLst>
              <a:ext uri="{FF2B5EF4-FFF2-40B4-BE49-F238E27FC236}">
                <a16:creationId xmlns:a16="http://schemas.microsoft.com/office/drawing/2014/main" id="{1953B63A-06FE-7CB3-42CD-5EB86F15CDD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277350" y="3914775"/>
            <a:ext cx="1809750" cy="180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83054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Kapiteltrenner Dunkelbla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ECBBAB3-93F1-A2C0-86EE-25FD9FB97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4FDC3-5BE5-435B-A29C-17CC0F564E86}" type="datetime1">
              <a:rPr lang="de-DE" smtClean="0"/>
              <a:t>30.09.2026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4B5D669-85AA-254A-56EA-47E26EAC5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  |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AAA2503-AC23-D45B-1124-B1CB95F16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2E227-8C9F-455E-A65F-728E63FC57B1}" type="slidenum">
              <a:rPr lang="de-DE" smtClean="0"/>
              <a:t>‹#›</a:t>
            </a:fld>
            <a:endParaRPr lang="de-DE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63D2E437-551B-3BCD-7E0A-07C4B0CF90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48514" y="443346"/>
            <a:ext cx="6818310" cy="738910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Kontakt</a:t>
            </a:r>
          </a:p>
        </p:txBody>
      </p:sp>
      <p:sp>
        <p:nvSpPr>
          <p:cNvPr id="8" name="Textplatzhalter 29">
            <a:extLst>
              <a:ext uri="{FF2B5EF4-FFF2-40B4-BE49-F238E27FC236}">
                <a16:creationId xmlns:a16="http://schemas.microsoft.com/office/drawing/2014/main" id="{916287E2-29BF-C033-A35A-273CFE0712A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48515" y="3373293"/>
            <a:ext cx="3990686" cy="2741179"/>
          </a:xfrm>
        </p:spPr>
        <p:txBody>
          <a:bodyPr/>
          <a:lstStyle>
            <a:lvl1pPr>
              <a:lnSpc>
                <a:spcPts val="2500"/>
              </a:lnSpc>
              <a:spcAft>
                <a:spcPts val="0"/>
              </a:spcAft>
              <a:defRPr sz="2000">
                <a:solidFill>
                  <a:schemeClr val="bg1"/>
                </a:solidFill>
              </a:defRPr>
            </a:lvl1pPr>
            <a:lvl2pPr>
              <a:lnSpc>
                <a:spcPts val="2500"/>
              </a:lnSpc>
              <a:spcAft>
                <a:spcPts val="0"/>
              </a:spcAft>
              <a:defRPr sz="2000">
                <a:solidFill>
                  <a:schemeClr val="bg1"/>
                </a:solidFill>
              </a:defRPr>
            </a:lvl2pPr>
            <a:lvl3pPr>
              <a:lnSpc>
                <a:spcPts val="2500"/>
              </a:lnSpc>
              <a:spcAft>
                <a:spcPts val="0"/>
              </a:spcAft>
              <a:defRPr sz="2000">
                <a:solidFill>
                  <a:schemeClr val="bg1"/>
                </a:solidFill>
              </a:defRPr>
            </a:lvl3pPr>
            <a:lvl4pPr>
              <a:lnSpc>
                <a:spcPts val="2500"/>
              </a:lnSpc>
              <a:spcAft>
                <a:spcPts val="0"/>
              </a:spcAft>
              <a:defRPr sz="2000">
                <a:solidFill>
                  <a:schemeClr val="bg1"/>
                </a:solidFill>
              </a:defRPr>
            </a:lvl4pPr>
            <a:lvl5pPr>
              <a:lnSpc>
                <a:spcPts val="2500"/>
              </a:lnSpc>
              <a:spcAft>
                <a:spcPts val="0"/>
              </a:spcAft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Bildplatzhalter 31">
            <a:extLst>
              <a:ext uri="{FF2B5EF4-FFF2-40B4-BE49-F238E27FC236}">
                <a16:creationId xmlns:a16="http://schemas.microsoft.com/office/drawing/2014/main" id="{489DF529-3A33-F351-2C81-CA7B93373E2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277350" y="3914775"/>
            <a:ext cx="1809750" cy="1809750"/>
          </a:xfrm>
          <a:noFill/>
        </p:spPr>
        <p:txBody>
          <a:bodyPr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" name="Rechteck: abgerundete Ecken 5">
            <a:extLst>
              <a:ext uri="{FF2B5EF4-FFF2-40B4-BE49-F238E27FC236}">
                <a16:creationId xmlns:a16="http://schemas.microsoft.com/office/drawing/2014/main" id="{1C92BB40-236C-0CBB-4823-5AEB7119C985}"/>
              </a:ext>
            </a:extLst>
          </p:cNvPr>
          <p:cNvSpPr/>
          <p:nvPr userDrawn="1"/>
        </p:nvSpPr>
        <p:spPr>
          <a:xfrm>
            <a:off x="0" y="0"/>
            <a:ext cx="4351753" cy="6210193"/>
          </a:xfrm>
          <a:custGeom>
            <a:avLst/>
            <a:gdLst>
              <a:gd name="connsiteX0" fmla="*/ 0 w 4376741"/>
              <a:gd name="connsiteY0" fmla="*/ 529454 h 6337300"/>
              <a:gd name="connsiteX1" fmla="*/ 529454 w 4376741"/>
              <a:gd name="connsiteY1" fmla="*/ 0 h 6337300"/>
              <a:gd name="connsiteX2" fmla="*/ 3847287 w 4376741"/>
              <a:gd name="connsiteY2" fmla="*/ 0 h 6337300"/>
              <a:gd name="connsiteX3" fmla="*/ 4376741 w 4376741"/>
              <a:gd name="connsiteY3" fmla="*/ 529454 h 6337300"/>
              <a:gd name="connsiteX4" fmla="*/ 4376741 w 4376741"/>
              <a:gd name="connsiteY4" fmla="*/ 5807846 h 6337300"/>
              <a:gd name="connsiteX5" fmla="*/ 3847287 w 4376741"/>
              <a:gd name="connsiteY5" fmla="*/ 6337300 h 6337300"/>
              <a:gd name="connsiteX6" fmla="*/ 529454 w 4376741"/>
              <a:gd name="connsiteY6" fmla="*/ 6337300 h 6337300"/>
              <a:gd name="connsiteX7" fmla="*/ 0 w 4376741"/>
              <a:gd name="connsiteY7" fmla="*/ 5807846 h 6337300"/>
              <a:gd name="connsiteX8" fmla="*/ 0 w 4376741"/>
              <a:gd name="connsiteY8" fmla="*/ 529454 h 6337300"/>
              <a:gd name="connsiteX0" fmla="*/ 0 w 4852991"/>
              <a:gd name="connsiteY0" fmla="*/ 529454 h 6337300"/>
              <a:gd name="connsiteX1" fmla="*/ 529454 w 4852991"/>
              <a:gd name="connsiteY1" fmla="*/ 0 h 6337300"/>
              <a:gd name="connsiteX2" fmla="*/ 3847287 w 4852991"/>
              <a:gd name="connsiteY2" fmla="*/ 0 h 6337300"/>
              <a:gd name="connsiteX3" fmla="*/ 4852991 w 4852991"/>
              <a:gd name="connsiteY3" fmla="*/ 338954 h 6337300"/>
              <a:gd name="connsiteX4" fmla="*/ 4376741 w 4852991"/>
              <a:gd name="connsiteY4" fmla="*/ 5807846 h 6337300"/>
              <a:gd name="connsiteX5" fmla="*/ 3847287 w 4852991"/>
              <a:gd name="connsiteY5" fmla="*/ 6337300 h 6337300"/>
              <a:gd name="connsiteX6" fmla="*/ 529454 w 4852991"/>
              <a:gd name="connsiteY6" fmla="*/ 6337300 h 6337300"/>
              <a:gd name="connsiteX7" fmla="*/ 0 w 4852991"/>
              <a:gd name="connsiteY7" fmla="*/ 5807846 h 6337300"/>
              <a:gd name="connsiteX8" fmla="*/ 0 w 4852991"/>
              <a:gd name="connsiteY8" fmla="*/ 529454 h 6337300"/>
              <a:gd name="connsiteX0" fmla="*/ 0 w 4852991"/>
              <a:gd name="connsiteY0" fmla="*/ 714302 h 6522148"/>
              <a:gd name="connsiteX1" fmla="*/ 529454 w 4852991"/>
              <a:gd name="connsiteY1" fmla="*/ 184848 h 6522148"/>
              <a:gd name="connsiteX2" fmla="*/ 3847287 w 4852991"/>
              <a:gd name="connsiteY2" fmla="*/ 184848 h 6522148"/>
              <a:gd name="connsiteX3" fmla="*/ 4852991 w 4852991"/>
              <a:gd name="connsiteY3" fmla="*/ 523802 h 6522148"/>
              <a:gd name="connsiteX4" fmla="*/ 4376741 w 4852991"/>
              <a:gd name="connsiteY4" fmla="*/ 5992694 h 6522148"/>
              <a:gd name="connsiteX5" fmla="*/ 3847287 w 4852991"/>
              <a:gd name="connsiteY5" fmla="*/ 6522148 h 6522148"/>
              <a:gd name="connsiteX6" fmla="*/ 529454 w 4852991"/>
              <a:gd name="connsiteY6" fmla="*/ 6522148 h 6522148"/>
              <a:gd name="connsiteX7" fmla="*/ 0 w 4852991"/>
              <a:gd name="connsiteY7" fmla="*/ 5992694 h 6522148"/>
              <a:gd name="connsiteX8" fmla="*/ 0 w 4852991"/>
              <a:gd name="connsiteY8" fmla="*/ 714302 h 6522148"/>
              <a:gd name="connsiteX0" fmla="*/ 0 w 4852991"/>
              <a:gd name="connsiteY0" fmla="*/ 529454 h 6337300"/>
              <a:gd name="connsiteX1" fmla="*/ 529454 w 4852991"/>
              <a:gd name="connsiteY1" fmla="*/ 0 h 6337300"/>
              <a:gd name="connsiteX2" fmla="*/ 3847287 w 4852991"/>
              <a:gd name="connsiteY2" fmla="*/ 0 h 6337300"/>
              <a:gd name="connsiteX3" fmla="*/ 4852991 w 4852991"/>
              <a:gd name="connsiteY3" fmla="*/ 338954 h 6337300"/>
              <a:gd name="connsiteX4" fmla="*/ 4376741 w 4852991"/>
              <a:gd name="connsiteY4" fmla="*/ 5807846 h 6337300"/>
              <a:gd name="connsiteX5" fmla="*/ 3847287 w 4852991"/>
              <a:gd name="connsiteY5" fmla="*/ 6337300 h 6337300"/>
              <a:gd name="connsiteX6" fmla="*/ 529454 w 4852991"/>
              <a:gd name="connsiteY6" fmla="*/ 6337300 h 6337300"/>
              <a:gd name="connsiteX7" fmla="*/ 0 w 4852991"/>
              <a:gd name="connsiteY7" fmla="*/ 5807846 h 6337300"/>
              <a:gd name="connsiteX8" fmla="*/ 0 w 4852991"/>
              <a:gd name="connsiteY8" fmla="*/ 529454 h 6337300"/>
              <a:gd name="connsiteX0" fmla="*/ 0 w 4853129"/>
              <a:gd name="connsiteY0" fmla="*/ 529454 h 6337300"/>
              <a:gd name="connsiteX1" fmla="*/ 529454 w 4853129"/>
              <a:gd name="connsiteY1" fmla="*/ 0 h 6337300"/>
              <a:gd name="connsiteX2" fmla="*/ 3847287 w 4853129"/>
              <a:gd name="connsiteY2" fmla="*/ 0 h 6337300"/>
              <a:gd name="connsiteX3" fmla="*/ 4852991 w 4853129"/>
              <a:gd name="connsiteY3" fmla="*/ 338954 h 6337300"/>
              <a:gd name="connsiteX4" fmla="*/ 4376741 w 4853129"/>
              <a:gd name="connsiteY4" fmla="*/ 5807846 h 6337300"/>
              <a:gd name="connsiteX5" fmla="*/ 3847287 w 4853129"/>
              <a:gd name="connsiteY5" fmla="*/ 6337300 h 6337300"/>
              <a:gd name="connsiteX6" fmla="*/ 529454 w 4853129"/>
              <a:gd name="connsiteY6" fmla="*/ 6337300 h 6337300"/>
              <a:gd name="connsiteX7" fmla="*/ 0 w 4853129"/>
              <a:gd name="connsiteY7" fmla="*/ 5807846 h 6337300"/>
              <a:gd name="connsiteX8" fmla="*/ 0 w 4853129"/>
              <a:gd name="connsiteY8" fmla="*/ 529454 h 6337300"/>
              <a:gd name="connsiteX0" fmla="*/ 0 w 4853129"/>
              <a:gd name="connsiteY0" fmla="*/ 529454 h 6337300"/>
              <a:gd name="connsiteX1" fmla="*/ 529454 w 4853129"/>
              <a:gd name="connsiteY1" fmla="*/ 0 h 6337300"/>
              <a:gd name="connsiteX2" fmla="*/ 4852991 w 4853129"/>
              <a:gd name="connsiteY2" fmla="*/ 338954 h 6337300"/>
              <a:gd name="connsiteX3" fmla="*/ 4376741 w 4853129"/>
              <a:gd name="connsiteY3" fmla="*/ 5807846 h 6337300"/>
              <a:gd name="connsiteX4" fmla="*/ 3847287 w 4853129"/>
              <a:gd name="connsiteY4" fmla="*/ 6337300 h 6337300"/>
              <a:gd name="connsiteX5" fmla="*/ 529454 w 4853129"/>
              <a:gd name="connsiteY5" fmla="*/ 6337300 h 6337300"/>
              <a:gd name="connsiteX6" fmla="*/ 0 w 4853129"/>
              <a:gd name="connsiteY6" fmla="*/ 5807846 h 6337300"/>
              <a:gd name="connsiteX7" fmla="*/ 0 w 4853129"/>
              <a:gd name="connsiteY7" fmla="*/ 529454 h 6337300"/>
              <a:gd name="connsiteX0" fmla="*/ 0 w 4853129"/>
              <a:gd name="connsiteY0" fmla="*/ 773306 h 6581152"/>
              <a:gd name="connsiteX1" fmla="*/ 4852991 w 4853129"/>
              <a:gd name="connsiteY1" fmla="*/ 582806 h 6581152"/>
              <a:gd name="connsiteX2" fmla="*/ 4376741 w 4853129"/>
              <a:gd name="connsiteY2" fmla="*/ 6051698 h 6581152"/>
              <a:gd name="connsiteX3" fmla="*/ 3847287 w 4853129"/>
              <a:gd name="connsiteY3" fmla="*/ 6581152 h 6581152"/>
              <a:gd name="connsiteX4" fmla="*/ 529454 w 4853129"/>
              <a:gd name="connsiteY4" fmla="*/ 6581152 h 6581152"/>
              <a:gd name="connsiteX5" fmla="*/ 0 w 4853129"/>
              <a:gd name="connsiteY5" fmla="*/ 6051698 h 6581152"/>
              <a:gd name="connsiteX6" fmla="*/ 0 w 4853129"/>
              <a:gd name="connsiteY6" fmla="*/ 773306 h 6581152"/>
              <a:gd name="connsiteX0" fmla="*/ 325874 w 5179003"/>
              <a:gd name="connsiteY0" fmla="*/ 773306 h 6581152"/>
              <a:gd name="connsiteX1" fmla="*/ 5178865 w 5179003"/>
              <a:gd name="connsiteY1" fmla="*/ 582806 h 6581152"/>
              <a:gd name="connsiteX2" fmla="*/ 4702615 w 5179003"/>
              <a:gd name="connsiteY2" fmla="*/ 6051698 h 6581152"/>
              <a:gd name="connsiteX3" fmla="*/ 4173161 w 5179003"/>
              <a:gd name="connsiteY3" fmla="*/ 6581152 h 6581152"/>
              <a:gd name="connsiteX4" fmla="*/ 855328 w 5179003"/>
              <a:gd name="connsiteY4" fmla="*/ 6581152 h 6581152"/>
              <a:gd name="connsiteX5" fmla="*/ 325874 w 5179003"/>
              <a:gd name="connsiteY5" fmla="*/ 773306 h 6581152"/>
              <a:gd name="connsiteX0" fmla="*/ 325874 w 5179003"/>
              <a:gd name="connsiteY0" fmla="*/ 803443 h 6611289"/>
              <a:gd name="connsiteX1" fmla="*/ 5178865 w 5179003"/>
              <a:gd name="connsiteY1" fmla="*/ 612943 h 6611289"/>
              <a:gd name="connsiteX2" fmla="*/ 4702615 w 5179003"/>
              <a:gd name="connsiteY2" fmla="*/ 6081835 h 6611289"/>
              <a:gd name="connsiteX3" fmla="*/ 4173161 w 5179003"/>
              <a:gd name="connsiteY3" fmla="*/ 6611289 h 6611289"/>
              <a:gd name="connsiteX4" fmla="*/ 855328 w 5179003"/>
              <a:gd name="connsiteY4" fmla="*/ 6611289 h 6611289"/>
              <a:gd name="connsiteX5" fmla="*/ 325874 w 5179003"/>
              <a:gd name="connsiteY5" fmla="*/ 803443 h 6611289"/>
              <a:gd name="connsiteX0" fmla="*/ 325874 w 5179003"/>
              <a:gd name="connsiteY0" fmla="*/ 803443 h 6611289"/>
              <a:gd name="connsiteX1" fmla="*/ 5178865 w 5179003"/>
              <a:gd name="connsiteY1" fmla="*/ 612943 h 6611289"/>
              <a:gd name="connsiteX2" fmla="*/ 4702615 w 5179003"/>
              <a:gd name="connsiteY2" fmla="*/ 6081835 h 6611289"/>
              <a:gd name="connsiteX3" fmla="*/ 4173161 w 5179003"/>
              <a:gd name="connsiteY3" fmla="*/ 6611289 h 6611289"/>
              <a:gd name="connsiteX4" fmla="*/ 855328 w 5179003"/>
              <a:gd name="connsiteY4" fmla="*/ 6611289 h 6611289"/>
              <a:gd name="connsiteX5" fmla="*/ 325874 w 5179003"/>
              <a:gd name="connsiteY5" fmla="*/ 803443 h 6611289"/>
              <a:gd name="connsiteX0" fmla="*/ 0 w 4853129"/>
              <a:gd name="connsiteY0" fmla="*/ 803443 h 6611289"/>
              <a:gd name="connsiteX1" fmla="*/ 4852991 w 4853129"/>
              <a:gd name="connsiteY1" fmla="*/ 612943 h 6611289"/>
              <a:gd name="connsiteX2" fmla="*/ 4376741 w 4853129"/>
              <a:gd name="connsiteY2" fmla="*/ 6081835 h 6611289"/>
              <a:gd name="connsiteX3" fmla="*/ 3847287 w 4853129"/>
              <a:gd name="connsiteY3" fmla="*/ 6611289 h 6611289"/>
              <a:gd name="connsiteX4" fmla="*/ 529454 w 4853129"/>
              <a:gd name="connsiteY4" fmla="*/ 6611289 h 6611289"/>
              <a:gd name="connsiteX5" fmla="*/ 0 w 4853129"/>
              <a:gd name="connsiteY5" fmla="*/ 803443 h 6611289"/>
              <a:gd name="connsiteX0" fmla="*/ 0 w 4853129"/>
              <a:gd name="connsiteY0" fmla="*/ 803443 h 6611289"/>
              <a:gd name="connsiteX1" fmla="*/ 4852991 w 4853129"/>
              <a:gd name="connsiteY1" fmla="*/ 612943 h 6611289"/>
              <a:gd name="connsiteX2" fmla="*/ 4376741 w 4853129"/>
              <a:gd name="connsiteY2" fmla="*/ 6081835 h 6611289"/>
              <a:gd name="connsiteX3" fmla="*/ 3847287 w 4853129"/>
              <a:gd name="connsiteY3" fmla="*/ 6611289 h 6611289"/>
              <a:gd name="connsiteX4" fmla="*/ 529454 w 4853129"/>
              <a:gd name="connsiteY4" fmla="*/ 6611289 h 6611289"/>
              <a:gd name="connsiteX5" fmla="*/ 0 w 4853129"/>
              <a:gd name="connsiteY5" fmla="*/ 803443 h 6611289"/>
              <a:gd name="connsiteX0" fmla="*/ 0 w 4853129"/>
              <a:gd name="connsiteY0" fmla="*/ 555440 h 6363286"/>
              <a:gd name="connsiteX1" fmla="*/ 4852991 w 4853129"/>
              <a:gd name="connsiteY1" fmla="*/ 364940 h 6363286"/>
              <a:gd name="connsiteX2" fmla="*/ 4376741 w 4853129"/>
              <a:gd name="connsiteY2" fmla="*/ 5833832 h 6363286"/>
              <a:gd name="connsiteX3" fmla="*/ 3847287 w 4853129"/>
              <a:gd name="connsiteY3" fmla="*/ 6363286 h 6363286"/>
              <a:gd name="connsiteX4" fmla="*/ 529454 w 4853129"/>
              <a:gd name="connsiteY4" fmla="*/ 6363286 h 6363286"/>
              <a:gd name="connsiteX5" fmla="*/ 0 w 4853129"/>
              <a:gd name="connsiteY5" fmla="*/ 555440 h 6363286"/>
              <a:gd name="connsiteX0" fmla="*/ 0 w 4853129"/>
              <a:gd name="connsiteY0" fmla="*/ 190595 h 5998441"/>
              <a:gd name="connsiteX1" fmla="*/ 4852991 w 4853129"/>
              <a:gd name="connsiteY1" fmla="*/ 95 h 5998441"/>
              <a:gd name="connsiteX2" fmla="*/ 4376741 w 4853129"/>
              <a:gd name="connsiteY2" fmla="*/ 5468987 h 5998441"/>
              <a:gd name="connsiteX3" fmla="*/ 3847287 w 4853129"/>
              <a:gd name="connsiteY3" fmla="*/ 5998441 h 5998441"/>
              <a:gd name="connsiteX4" fmla="*/ 529454 w 4853129"/>
              <a:gd name="connsiteY4" fmla="*/ 5998441 h 5998441"/>
              <a:gd name="connsiteX5" fmla="*/ 0 w 4853129"/>
              <a:gd name="connsiteY5" fmla="*/ 190595 h 5998441"/>
              <a:gd name="connsiteX0" fmla="*/ 0 w 4853129"/>
              <a:gd name="connsiteY0" fmla="*/ 238218 h 6046064"/>
              <a:gd name="connsiteX1" fmla="*/ 4852991 w 4853129"/>
              <a:gd name="connsiteY1" fmla="*/ 93 h 6046064"/>
              <a:gd name="connsiteX2" fmla="*/ 4376741 w 4853129"/>
              <a:gd name="connsiteY2" fmla="*/ 5516610 h 6046064"/>
              <a:gd name="connsiteX3" fmla="*/ 3847287 w 4853129"/>
              <a:gd name="connsiteY3" fmla="*/ 6046064 h 6046064"/>
              <a:gd name="connsiteX4" fmla="*/ 529454 w 4853129"/>
              <a:gd name="connsiteY4" fmla="*/ 6046064 h 6046064"/>
              <a:gd name="connsiteX5" fmla="*/ 0 w 4853129"/>
              <a:gd name="connsiteY5" fmla="*/ 238218 h 6046064"/>
              <a:gd name="connsiteX0" fmla="*/ 0 w 4338779"/>
              <a:gd name="connsiteY0" fmla="*/ 0 h 6074546"/>
              <a:gd name="connsiteX1" fmla="*/ 4338641 w 4338779"/>
              <a:gd name="connsiteY1" fmla="*/ 28575 h 6074546"/>
              <a:gd name="connsiteX2" fmla="*/ 3862391 w 4338779"/>
              <a:gd name="connsiteY2" fmla="*/ 5545092 h 6074546"/>
              <a:gd name="connsiteX3" fmla="*/ 3332937 w 4338779"/>
              <a:gd name="connsiteY3" fmla="*/ 6074546 h 6074546"/>
              <a:gd name="connsiteX4" fmla="*/ 15104 w 4338779"/>
              <a:gd name="connsiteY4" fmla="*/ 6074546 h 6074546"/>
              <a:gd name="connsiteX5" fmla="*/ 0 w 4338779"/>
              <a:gd name="connsiteY5" fmla="*/ 0 h 6074546"/>
              <a:gd name="connsiteX0" fmla="*/ 23519 w 4362298"/>
              <a:gd name="connsiteY0" fmla="*/ 0 h 6198371"/>
              <a:gd name="connsiteX1" fmla="*/ 4362160 w 4362298"/>
              <a:gd name="connsiteY1" fmla="*/ 28575 h 6198371"/>
              <a:gd name="connsiteX2" fmla="*/ 3885910 w 4362298"/>
              <a:gd name="connsiteY2" fmla="*/ 5545092 h 6198371"/>
              <a:gd name="connsiteX3" fmla="*/ 3356456 w 4362298"/>
              <a:gd name="connsiteY3" fmla="*/ 6074546 h 6198371"/>
              <a:gd name="connsiteX4" fmla="*/ 523 w 4362298"/>
              <a:gd name="connsiteY4" fmla="*/ 6198371 h 6198371"/>
              <a:gd name="connsiteX5" fmla="*/ 23519 w 4362298"/>
              <a:gd name="connsiteY5" fmla="*/ 0 h 6198371"/>
              <a:gd name="connsiteX0" fmla="*/ 23519 w 4362384"/>
              <a:gd name="connsiteY0" fmla="*/ 0 h 6198371"/>
              <a:gd name="connsiteX1" fmla="*/ 4362160 w 4362384"/>
              <a:gd name="connsiteY1" fmla="*/ 28575 h 6198371"/>
              <a:gd name="connsiteX2" fmla="*/ 3885910 w 4362384"/>
              <a:gd name="connsiteY2" fmla="*/ 5545092 h 6198371"/>
              <a:gd name="connsiteX3" fmla="*/ 3356456 w 4362384"/>
              <a:gd name="connsiteY3" fmla="*/ 6074546 h 6198371"/>
              <a:gd name="connsiteX4" fmla="*/ 523 w 4362384"/>
              <a:gd name="connsiteY4" fmla="*/ 6198371 h 6198371"/>
              <a:gd name="connsiteX5" fmla="*/ 23519 w 4362384"/>
              <a:gd name="connsiteY5" fmla="*/ 0 h 6198371"/>
              <a:gd name="connsiteX0" fmla="*/ 23519 w 4362384"/>
              <a:gd name="connsiteY0" fmla="*/ 0 h 6207896"/>
              <a:gd name="connsiteX1" fmla="*/ 4362160 w 4362384"/>
              <a:gd name="connsiteY1" fmla="*/ 28575 h 6207896"/>
              <a:gd name="connsiteX2" fmla="*/ 3885910 w 4362384"/>
              <a:gd name="connsiteY2" fmla="*/ 5545092 h 6207896"/>
              <a:gd name="connsiteX3" fmla="*/ 3356456 w 4362384"/>
              <a:gd name="connsiteY3" fmla="*/ 6074546 h 6207896"/>
              <a:gd name="connsiteX4" fmla="*/ 523 w 4362384"/>
              <a:gd name="connsiteY4" fmla="*/ 6207896 h 6207896"/>
              <a:gd name="connsiteX5" fmla="*/ 23519 w 4362384"/>
              <a:gd name="connsiteY5" fmla="*/ 0 h 6207896"/>
              <a:gd name="connsiteX0" fmla="*/ 108877 w 4362017"/>
              <a:gd name="connsiteY0" fmla="*/ 0 h 6217421"/>
              <a:gd name="connsiteX1" fmla="*/ 4361793 w 4362017"/>
              <a:gd name="connsiteY1" fmla="*/ 38100 h 6217421"/>
              <a:gd name="connsiteX2" fmla="*/ 3885543 w 4362017"/>
              <a:gd name="connsiteY2" fmla="*/ 5554617 h 6217421"/>
              <a:gd name="connsiteX3" fmla="*/ 3356089 w 4362017"/>
              <a:gd name="connsiteY3" fmla="*/ 6084071 h 6217421"/>
              <a:gd name="connsiteX4" fmla="*/ 156 w 4362017"/>
              <a:gd name="connsiteY4" fmla="*/ 6217421 h 6217421"/>
              <a:gd name="connsiteX5" fmla="*/ 108877 w 4362017"/>
              <a:gd name="connsiteY5" fmla="*/ 0 h 6217421"/>
              <a:gd name="connsiteX0" fmla="*/ 23519 w 4362384"/>
              <a:gd name="connsiteY0" fmla="*/ 0 h 6207896"/>
              <a:gd name="connsiteX1" fmla="*/ 4362160 w 4362384"/>
              <a:gd name="connsiteY1" fmla="*/ 28575 h 6207896"/>
              <a:gd name="connsiteX2" fmla="*/ 3885910 w 4362384"/>
              <a:gd name="connsiteY2" fmla="*/ 5545092 h 6207896"/>
              <a:gd name="connsiteX3" fmla="*/ 3356456 w 4362384"/>
              <a:gd name="connsiteY3" fmla="*/ 6074546 h 6207896"/>
              <a:gd name="connsiteX4" fmla="*/ 523 w 4362384"/>
              <a:gd name="connsiteY4" fmla="*/ 6207896 h 6207896"/>
              <a:gd name="connsiteX5" fmla="*/ 23519 w 4362384"/>
              <a:gd name="connsiteY5" fmla="*/ 0 h 6207896"/>
              <a:gd name="connsiteX0" fmla="*/ 23519 w 4371902"/>
              <a:gd name="connsiteY0" fmla="*/ 0 h 6207896"/>
              <a:gd name="connsiteX1" fmla="*/ 4371685 w 4371902"/>
              <a:gd name="connsiteY1" fmla="*/ 28575 h 6207896"/>
              <a:gd name="connsiteX2" fmla="*/ 3885910 w 4371902"/>
              <a:gd name="connsiteY2" fmla="*/ 5545092 h 6207896"/>
              <a:gd name="connsiteX3" fmla="*/ 3356456 w 4371902"/>
              <a:gd name="connsiteY3" fmla="*/ 6074546 h 6207896"/>
              <a:gd name="connsiteX4" fmla="*/ 523 w 4371902"/>
              <a:gd name="connsiteY4" fmla="*/ 6207896 h 6207896"/>
              <a:gd name="connsiteX5" fmla="*/ 23519 w 4371902"/>
              <a:gd name="connsiteY5" fmla="*/ 0 h 6207896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56456 w 4371902"/>
              <a:gd name="connsiteY3" fmla="*/ 607465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56456 w 4371902"/>
              <a:gd name="connsiteY3" fmla="*/ 607465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43756 w 4371902"/>
              <a:gd name="connsiteY3" fmla="*/ 607465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43756 w 4371902"/>
              <a:gd name="connsiteY3" fmla="*/ 607465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43756 w 4371902"/>
              <a:gd name="connsiteY3" fmla="*/ 607465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43756 w 4371902"/>
              <a:gd name="connsiteY3" fmla="*/ 607465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43756 w 4371902"/>
              <a:gd name="connsiteY3" fmla="*/ 607465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24706 w 4371902"/>
              <a:gd name="connsiteY3" fmla="*/ 606830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7"/>
              <a:gd name="connsiteY0" fmla="*/ 107 h 6208003"/>
              <a:gd name="connsiteX1" fmla="*/ 4371685 w 4371907"/>
              <a:gd name="connsiteY1" fmla="*/ 107 h 6208003"/>
              <a:gd name="connsiteX2" fmla="*/ 3892260 w 4371907"/>
              <a:gd name="connsiteY2" fmla="*/ 5507099 h 6208003"/>
              <a:gd name="connsiteX3" fmla="*/ 3324706 w 4371907"/>
              <a:gd name="connsiteY3" fmla="*/ 6068303 h 6208003"/>
              <a:gd name="connsiteX4" fmla="*/ 523 w 4371907"/>
              <a:gd name="connsiteY4" fmla="*/ 6208003 h 6208003"/>
              <a:gd name="connsiteX5" fmla="*/ 23519 w 4371907"/>
              <a:gd name="connsiteY5" fmla="*/ 107 h 6208003"/>
              <a:gd name="connsiteX0" fmla="*/ 0 w 4373917"/>
              <a:gd name="connsiteY0" fmla="*/ 0 h 6214250"/>
              <a:gd name="connsiteX1" fmla="*/ 4373695 w 4373917"/>
              <a:gd name="connsiteY1" fmla="*/ 6354 h 6214250"/>
              <a:gd name="connsiteX2" fmla="*/ 3894270 w 4373917"/>
              <a:gd name="connsiteY2" fmla="*/ 5513346 h 6214250"/>
              <a:gd name="connsiteX3" fmla="*/ 3326716 w 4373917"/>
              <a:gd name="connsiteY3" fmla="*/ 6074550 h 6214250"/>
              <a:gd name="connsiteX4" fmla="*/ 2533 w 4373917"/>
              <a:gd name="connsiteY4" fmla="*/ 6214250 h 6214250"/>
              <a:gd name="connsiteX5" fmla="*/ 0 w 4373917"/>
              <a:gd name="connsiteY5" fmla="*/ 0 h 6214250"/>
              <a:gd name="connsiteX0" fmla="*/ 0 w 4373917"/>
              <a:gd name="connsiteY0" fmla="*/ 0 h 6214250"/>
              <a:gd name="connsiteX1" fmla="*/ 4373695 w 4373917"/>
              <a:gd name="connsiteY1" fmla="*/ 6354 h 6214250"/>
              <a:gd name="connsiteX2" fmla="*/ 3894270 w 4373917"/>
              <a:gd name="connsiteY2" fmla="*/ 5500638 h 6214250"/>
              <a:gd name="connsiteX3" fmla="*/ 3326716 w 4373917"/>
              <a:gd name="connsiteY3" fmla="*/ 6074550 h 6214250"/>
              <a:gd name="connsiteX4" fmla="*/ 2533 w 4373917"/>
              <a:gd name="connsiteY4" fmla="*/ 6214250 h 6214250"/>
              <a:gd name="connsiteX5" fmla="*/ 0 w 4373917"/>
              <a:gd name="connsiteY5" fmla="*/ 0 h 6214250"/>
              <a:gd name="connsiteX0" fmla="*/ 0 w 4373917"/>
              <a:gd name="connsiteY0" fmla="*/ 0 h 6214250"/>
              <a:gd name="connsiteX1" fmla="*/ 4373695 w 4373917"/>
              <a:gd name="connsiteY1" fmla="*/ 1588 h 6214250"/>
              <a:gd name="connsiteX2" fmla="*/ 3894270 w 4373917"/>
              <a:gd name="connsiteY2" fmla="*/ 5500638 h 6214250"/>
              <a:gd name="connsiteX3" fmla="*/ 3326716 w 4373917"/>
              <a:gd name="connsiteY3" fmla="*/ 6074550 h 6214250"/>
              <a:gd name="connsiteX4" fmla="*/ 2533 w 4373917"/>
              <a:gd name="connsiteY4" fmla="*/ 6214250 h 6214250"/>
              <a:gd name="connsiteX5" fmla="*/ 0 w 4373917"/>
              <a:gd name="connsiteY5" fmla="*/ 0 h 6214250"/>
              <a:gd name="connsiteX0" fmla="*/ 0 w 4373917"/>
              <a:gd name="connsiteY0" fmla="*/ 0 h 6214250"/>
              <a:gd name="connsiteX1" fmla="*/ 4373695 w 4373917"/>
              <a:gd name="connsiteY1" fmla="*/ 1588 h 6214250"/>
              <a:gd name="connsiteX2" fmla="*/ 3894270 w 4373917"/>
              <a:gd name="connsiteY2" fmla="*/ 5500638 h 6214250"/>
              <a:gd name="connsiteX3" fmla="*/ 3326716 w 4373917"/>
              <a:gd name="connsiteY3" fmla="*/ 6074550 h 6214250"/>
              <a:gd name="connsiteX4" fmla="*/ 2533 w 4373917"/>
              <a:gd name="connsiteY4" fmla="*/ 6214250 h 6214250"/>
              <a:gd name="connsiteX5" fmla="*/ 0 w 4373917"/>
              <a:gd name="connsiteY5" fmla="*/ 0 h 6214250"/>
              <a:gd name="connsiteX0" fmla="*/ 0 w 4373921"/>
              <a:gd name="connsiteY0" fmla="*/ 0 h 6214250"/>
              <a:gd name="connsiteX1" fmla="*/ 4373695 w 4373921"/>
              <a:gd name="connsiteY1" fmla="*/ 1588 h 6214250"/>
              <a:gd name="connsiteX2" fmla="*/ 3894270 w 4373921"/>
              <a:gd name="connsiteY2" fmla="*/ 5500638 h 6214250"/>
              <a:gd name="connsiteX3" fmla="*/ 3326716 w 4373921"/>
              <a:gd name="connsiteY3" fmla="*/ 6074550 h 6214250"/>
              <a:gd name="connsiteX4" fmla="*/ 2533 w 4373921"/>
              <a:gd name="connsiteY4" fmla="*/ 6214250 h 6214250"/>
              <a:gd name="connsiteX5" fmla="*/ 0 w 4373921"/>
              <a:gd name="connsiteY5" fmla="*/ 0 h 6214250"/>
              <a:gd name="connsiteX0" fmla="*/ 0 w 4373921"/>
              <a:gd name="connsiteY0" fmla="*/ 0 h 6214250"/>
              <a:gd name="connsiteX1" fmla="*/ 4373695 w 4373921"/>
              <a:gd name="connsiteY1" fmla="*/ 1588 h 6214250"/>
              <a:gd name="connsiteX2" fmla="*/ 3894270 w 4373921"/>
              <a:gd name="connsiteY2" fmla="*/ 5500638 h 6214250"/>
              <a:gd name="connsiteX3" fmla="*/ 3326716 w 4373921"/>
              <a:gd name="connsiteY3" fmla="*/ 6074550 h 6214250"/>
              <a:gd name="connsiteX4" fmla="*/ 2533 w 4373921"/>
              <a:gd name="connsiteY4" fmla="*/ 6214250 h 6214250"/>
              <a:gd name="connsiteX5" fmla="*/ 0 w 4373921"/>
              <a:gd name="connsiteY5" fmla="*/ 0 h 6214250"/>
              <a:gd name="connsiteX0" fmla="*/ 0 w 4373921"/>
              <a:gd name="connsiteY0" fmla="*/ 0 h 6214250"/>
              <a:gd name="connsiteX1" fmla="*/ 4373695 w 4373921"/>
              <a:gd name="connsiteY1" fmla="*/ 1588 h 6214250"/>
              <a:gd name="connsiteX2" fmla="*/ 3894270 w 4373921"/>
              <a:gd name="connsiteY2" fmla="*/ 5529232 h 6214250"/>
              <a:gd name="connsiteX3" fmla="*/ 3326716 w 4373921"/>
              <a:gd name="connsiteY3" fmla="*/ 6074550 h 6214250"/>
              <a:gd name="connsiteX4" fmla="*/ 2533 w 4373921"/>
              <a:gd name="connsiteY4" fmla="*/ 6214250 h 6214250"/>
              <a:gd name="connsiteX5" fmla="*/ 0 w 4373921"/>
              <a:gd name="connsiteY5" fmla="*/ 0 h 6214250"/>
              <a:gd name="connsiteX0" fmla="*/ 0 w 4373921"/>
              <a:gd name="connsiteY0" fmla="*/ 0 h 6214250"/>
              <a:gd name="connsiteX1" fmla="*/ 4373695 w 4373921"/>
              <a:gd name="connsiteY1" fmla="*/ 1588 h 6214250"/>
              <a:gd name="connsiteX2" fmla="*/ 3894270 w 4373921"/>
              <a:gd name="connsiteY2" fmla="*/ 5529232 h 6214250"/>
              <a:gd name="connsiteX3" fmla="*/ 3326716 w 4373921"/>
              <a:gd name="connsiteY3" fmla="*/ 6074550 h 6214250"/>
              <a:gd name="connsiteX4" fmla="*/ 2533 w 4373921"/>
              <a:gd name="connsiteY4" fmla="*/ 6214250 h 6214250"/>
              <a:gd name="connsiteX5" fmla="*/ 0 w 4373921"/>
              <a:gd name="connsiteY5" fmla="*/ 0 h 6214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73921" h="6214250">
                <a:moveTo>
                  <a:pt x="0" y="0"/>
                </a:moveTo>
                <a:lnTo>
                  <a:pt x="4373695" y="1588"/>
                </a:lnTo>
                <a:cubicBezTo>
                  <a:pt x="4383220" y="-20123"/>
                  <a:pt x="4089557" y="3260177"/>
                  <a:pt x="3894270" y="5529232"/>
                </a:cubicBezTo>
                <a:cubicBezTo>
                  <a:pt x="3854511" y="5861326"/>
                  <a:pt x="3669925" y="6068200"/>
                  <a:pt x="3326716" y="6074550"/>
                </a:cubicBezTo>
                <a:lnTo>
                  <a:pt x="2533" y="6214250"/>
                </a:lnTo>
                <a:cubicBezTo>
                  <a:pt x="-2502" y="4189401"/>
                  <a:pt x="5035" y="2024849"/>
                  <a:pt x="0" y="0"/>
                </a:cubicBezTo>
                <a:close/>
              </a:path>
            </a:pathLst>
          </a:custGeom>
          <a:solidFill>
            <a:srgbClr val="FFFFF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613317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Kapiteltrenner Dunkelbla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ECBBAB3-93F1-A2C0-86EE-25FD9FB97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4FDC3-5BE5-435B-A29C-17CC0F564E86}" type="datetime1">
              <a:rPr lang="de-DE" smtClean="0"/>
              <a:t>30.09.2026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4B5D669-85AA-254A-56EA-47E26EAC5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  |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AAA2503-AC23-D45B-1124-B1CB95F16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2E227-8C9F-455E-A65F-728E63FC57B1}" type="slidenum">
              <a:rPr lang="de-DE" smtClean="0"/>
              <a:t>‹#›</a:t>
            </a:fld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CFBBEB6-3C97-29D7-85E6-BA85838F565D}"/>
              </a:ext>
            </a:extLst>
          </p:cNvPr>
          <p:cNvSpPr txBox="1"/>
          <p:nvPr userDrawn="1"/>
        </p:nvSpPr>
        <p:spPr>
          <a:xfrm>
            <a:off x="4848514" y="3373293"/>
            <a:ext cx="3990686" cy="21287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1134"/>
              </a:spcAft>
            </a:pPr>
            <a:r>
              <a:rPr lang="de-DE" sz="2000" b="1">
                <a:solidFill>
                  <a:schemeClr val="bg1"/>
                </a:solidFill>
              </a:rPr>
              <a:t>Flughafen Düsseldorf GmbH</a:t>
            </a:r>
          </a:p>
          <a:p>
            <a:r>
              <a:rPr lang="de-DE" sz="2000">
                <a:solidFill>
                  <a:schemeClr val="bg1"/>
                </a:solidFill>
              </a:rPr>
              <a:t>Flughafenstraße 105 </a:t>
            </a:r>
          </a:p>
          <a:p>
            <a:r>
              <a:rPr lang="de-DE" sz="2000">
                <a:solidFill>
                  <a:schemeClr val="bg1"/>
                </a:solidFill>
              </a:rPr>
              <a:t>40474 Düsseldorf</a:t>
            </a:r>
          </a:p>
          <a:p>
            <a:pPr>
              <a:spcAft>
                <a:spcPts val="1134"/>
              </a:spcAft>
            </a:pPr>
            <a:r>
              <a:rPr lang="de-DE" sz="2000">
                <a:solidFill>
                  <a:schemeClr val="bg1"/>
                </a:solidFill>
              </a:rPr>
              <a:t>+49 211 421 0</a:t>
            </a:r>
          </a:p>
          <a:p>
            <a:r>
              <a:rPr lang="de-DE" sz="2000">
                <a:solidFill>
                  <a:schemeClr val="bg1"/>
                </a:solidFill>
              </a:rPr>
              <a:t>info@dus.com</a:t>
            </a:r>
          </a:p>
          <a:p>
            <a:r>
              <a:rPr lang="de-DE" sz="2000">
                <a:solidFill>
                  <a:schemeClr val="bg1"/>
                </a:solidFill>
              </a:rPr>
              <a:t>www.dus.com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D421D54A-984D-2FC3-9EBA-142C3D25B05B}"/>
              </a:ext>
            </a:extLst>
          </p:cNvPr>
          <p:cNvSpPr txBox="1"/>
          <p:nvPr userDrawn="1"/>
        </p:nvSpPr>
        <p:spPr>
          <a:xfrm>
            <a:off x="4843894" y="424492"/>
            <a:ext cx="6827549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1134"/>
              </a:spcAft>
            </a:pPr>
            <a:r>
              <a:rPr lang="de-DE" sz="3000" b="1">
                <a:solidFill>
                  <a:schemeClr val="bg1"/>
                </a:solidFill>
              </a:rPr>
              <a:t>Kontakt</a:t>
            </a:r>
            <a:endParaRPr lang="de-DE" sz="3000">
              <a:solidFill>
                <a:schemeClr val="bg1"/>
              </a:solidFill>
            </a:endParaRPr>
          </a:p>
        </p:txBody>
      </p:sp>
      <p:pic>
        <p:nvPicPr>
          <p:cNvPr id="11" name="Bildplatzhalter 11">
            <a:extLst>
              <a:ext uri="{FF2B5EF4-FFF2-40B4-BE49-F238E27FC236}">
                <a16:creationId xmlns:a16="http://schemas.microsoft.com/office/drawing/2014/main" id="{81A759A2-AF4A-6BBE-60DC-B54929B9CF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277350" y="3914775"/>
            <a:ext cx="1809750" cy="1809750"/>
          </a:xfrm>
          <a:prstGeom prst="rect">
            <a:avLst/>
          </a:prstGeom>
        </p:spPr>
      </p:pic>
      <p:sp>
        <p:nvSpPr>
          <p:cNvPr id="7" name="Rechteck: abgerundete Ecken 5">
            <a:extLst>
              <a:ext uri="{FF2B5EF4-FFF2-40B4-BE49-F238E27FC236}">
                <a16:creationId xmlns:a16="http://schemas.microsoft.com/office/drawing/2014/main" id="{5B29ECB7-5010-DB11-F1F9-4B3AF33749E8}"/>
              </a:ext>
            </a:extLst>
          </p:cNvPr>
          <p:cNvSpPr/>
          <p:nvPr userDrawn="1"/>
        </p:nvSpPr>
        <p:spPr>
          <a:xfrm>
            <a:off x="0" y="0"/>
            <a:ext cx="4351753" cy="6210193"/>
          </a:xfrm>
          <a:custGeom>
            <a:avLst/>
            <a:gdLst>
              <a:gd name="connsiteX0" fmla="*/ 0 w 4376741"/>
              <a:gd name="connsiteY0" fmla="*/ 529454 h 6337300"/>
              <a:gd name="connsiteX1" fmla="*/ 529454 w 4376741"/>
              <a:gd name="connsiteY1" fmla="*/ 0 h 6337300"/>
              <a:gd name="connsiteX2" fmla="*/ 3847287 w 4376741"/>
              <a:gd name="connsiteY2" fmla="*/ 0 h 6337300"/>
              <a:gd name="connsiteX3" fmla="*/ 4376741 w 4376741"/>
              <a:gd name="connsiteY3" fmla="*/ 529454 h 6337300"/>
              <a:gd name="connsiteX4" fmla="*/ 4376741 w 4376741"/>
              <a:gd name="connsiteY4" fmla="*/ 5807846 h 6337300"/>
              <a:gd name="connsiteX5" fmla="*/ 3847287 w 4376741"/>
              <a:gd name="connsiteY5" fmla="*/ 6337300 h 6337300"/>
              <a:gd name="connsiteX6" fmla="*/ 529454 w 4376741"/>
              <a:gd name="connsiteY6" fmla="*/ 6337300 h 6337300"/>
              <a:gd name="connsiteX7" fmla="*/ 0 w 4376741"/>
              <a:gd name="connsiteY7" fmla="*/ 5807846 h 6337300"/>
              <a:gd name="connsiteX8" fmla="*/ 0 w 4376741"/>
              <a:gd name="connsiteY8" fmla="*/ 529454 h 6337300"/>
              <a:gd name="connsiteX0" fmla="*/ 0 w 4852991"/>
              <a:gd name="connsiteY0" fmla="*/ 529454 h 6337300"/>
              <a:gd name="connsiteX1" fmla="*/ 529454 w 4852991"/>
              <a:gd name="connsiteY1" fmla="*/ 0 h 6337300"/>
              <a:gd name="connsiteX2" fmla="*/ 3847287 w 4852991"/>
              <a:gd name="connsiteY2" fmla="*/ 0 h 6337300"/>
              <a:gd name="connsiteX3" fmla="*/ 4852991 w 4852991"/>
              <a:gd name="connsiteY3" fmla="*/ 338954 h 6337300"/>
              <a:gd name="connsiteX4" fmla="*/ 4376741 w 4852991"/>
              <a:gd name="connsiteY4" fmla="*/ 5807846 h 6337300"/>
              <a:gd name="connsiteX5" fmla="*/ 3847287 w 4852991"/>
              <a:gd name="connsiteY5" fmla="*/ 6337300 h 6337300"/>
              <a:gd name="connsiteX6" fmla="*/ 529454 w 4852991"/>
              <a:gd name="connsiteY6" fmla="*/ 6337300 h 6337300"/>
              <a:gd name="connsiteX7" fmla="*/ 0 w 4852991"/>
              <a:gd name="connsiteY7" fmla="*/ 5807846 h 6337300"/>
              <a:gd name="connsiteX8" fmla="*/ 0 w 4852991"/>
              <a:gd name="connsiteY8" fmla="*/ 529454 h 6337300"/>
              <a:gd name="connsiteX0" fmla="*/ 0 w 4852991"/>
              <a:gd name="connsiteY0" fmla="*/ 714302 h 6522148"/>
              <a:gd name="connsiteX1" fmla="*/ 529454 w 4852991"/>
              <a:gd name="connsiteY1" fmla="*/ 184848 h 6522148"/>
              <a:gd name="connsiteX2" fmla="*/ 3847287 w 4852991"/>
              <a:gd name="connsiteY2" fmla="*/ 184848 h 6522148"/>
              <a:gd name="connsiteX3" fmla="*/ 4852991 w 4852991"/>
              <a:gd name="connsiteY3" fmla="*/ 523802 h 6522148"/>
              <a:gd name="connsiteX4" fmla="*/ 4376741 w 4852991"/>
              <a:gd name="connsiteY4" fmla="*/ 5992694 h 6522148"/>
              <a:gd name="connsiteX5" fmla="*/ 3847287 w 4852991"/>
              <a:gd name="connsiteY5" fmla="*/ 6522148 h 6522148"/>
              <a:gd name="connsiteX6" fmla="*/ 529454 w 4852991"/>
              <a:gd name="connsiteY6" fmla="*/ 6522148 h 6522148"/>
              <a:gd name="connsiteX7" fmla="*/ 0 w 4852991"/>
              <a:gd name="connsiteY7" fmla="*/ 5992694 h 6522148"/>
              <a:gd name="connsiteX8" fmla="*/ 0 w 4852991"/>
              <a:gd name="connsiteY8" fmla="*/ 714302 h 6522148"/>
              <a:gd name="connsiteX0" fmla="*/ 0 w 4852991"/>
              <a:gd name="connsiteY0" fmla="*/ 529454 h 6337300"/>
              <a:gd name="connsiteX1" fmla="*/ 529454 w 4852991"/>
              <a:gd name="connsiteY1" fmla="*/ 0 h 6337300"/>
              <a:gd name="connsiteX2" fmla="*/ 3847287 w 4852991"/>
              <a:gd name="connsiteY2" fmla="*/ 0 h 6337300"/>
              <a:gd name="connsiteX3" fmla="*/ 4852991 w 4852991"/>
              <a:gd name="connsiteY3" fmla="*/ 338954 h 6337300"/>
              <a:gd name="connsiteX4" fmla="*/ 4376741 w 4852991"/>
              <a:gd name="connsiteY4" fmla="*/ 5807846 h 6337300"/>
              <a:gd name="connsiteX5" fmla="*/ 3847287 w 4852991"/>
              <a:gd name="connsiteY5" fmla="*/ 6337300 h 6337300"/>
              <a:gd name="connsiteX6" fmla="*/ 529454 w 4852991"/>
              <a:gd name="connsiteY6" fmla="*/ 6337300 h 6337300"/>
              <a:gd name="connsiteX7" fmla="*/ 0 w 4852991"/>
              <a:gd name="connsiteY7" fmla="*/ 5807846 h 6337300"/>
              <a:gd name="connsiteX8" fmla="*/ 0 w 4852991"/>
              <a:gd name="connsiteY8" fmla="*/ 529454 h 6337300"/>
              <a:gd name="connsiteX0" fmla="*/ 0 w 4853129"/>
              <a:gd name="connsiteY0" fmla="*/ 529454 h 6337300"/>
              <a:gd name="connsiteX1" fmla="*/ 529454 w 4853129"/>
              <a:gd name="connsiteY1" fmla="*/ 0 h 6337300"/>
              <a:gd name="connsiteX2" fmla="*/ 3847287 w 4853129"/>
              <a:gd name="connsiteY2" fmla="*/ 0 h 6337300"/>
              <a:gd name="connsiteX3" fmla="*/ 4852991 w 4853129"/>
              <a:gd name="connsiteY3" fmla="*/ 338954 h 6337300"/>
              <a:gd name="connsiteX4" fmla="*/ 4376741 w 4853129"/>
              <a:gd name="connsiteY4" fmla="*/ 5807846 h 6337300"/>
              <a:gd name="connsiteX5" fmla="*/ 3847287 w 4853129"/>
              <a:gd name="connsiteY5" fmla="*/ 6337300 h 6337300"/>
              <a:gd name="connsiteX6" fmla="*/ 529454 w 4853129"/>
              <a:gd name="connsiteY6" fmla="*/ 6337300 h 6337300"/>
              <a:gd name="connsiteX7" fmla="*/ 0 w 4853129"/>
              <a:gd name="connsiteY7" fmla="*/ 5807846 h 6337300"/>
              <a:gd name="connsiteX8" fmla="*/ 0 w 4853129"/>
              <a:gd name="connsiteY8" fmla="*/ 529454 h 6337300"/>
              <a:gd name="connsiteX0" fmla="*/ 0 w 4853129"/>
              <a:gd name="connsiteY0" fmla="*/ 529454 h 6337300"/>
              <a:gd name="connsiteX1" fmla="*/ 529454 w 4853129"/>
              <a:gd name="connsiteY1" fmla="*/ 0 h 6337300"/>
              <a:gd name="connsiteX2" fmla="*/ 4852991 w 4853129"/>
              <a:gd name="connsiteY2" fmla="*/ 338954 h 6337300"/>
              <a:gd name="connsiteX3" fmla="*/ 4376741 w 4853129"/>
              <a:gd name="connsiteY3" fmla="*/ 5807846 h 6337300"/>
              <a:gd name="connsiteX4" fmla="*/ 3847287 w 4853129"/>
              <a:gd name="connsiteY4" fmla="*/ 6337300 h 6337300"/>
              <a:gd name="connsiteX5" fmla="*/ 529454 w 4853129"/>
              <a:gd name="connsiteY5" fmla="*/ 6337300 h 6337300"/>
              <a:gd name="connsiteX6" fmla="*/ 0 w 4853129"/>
              <a:gd name="connsiteY6" fmla="*/ 5807846 h 6337300"/>
              <a:gd name="connsiteX7" fmla="*/ 0 w 4853129"/>
              <a:gd name="connsiteY7" fmla="*/ 529454 h 6337300"/>
              <a:gd name="connsiteX0" fmla="*/ 0 w 4853129"/>
              <a:gd name="connsiteY0" fmla="*/ 773306 h 6581152"/>
              <a:gd name="connsiteX1" fmla="*/ 4852991 w 4853129"/>
              <a:gd name="connsiteY1" fmla="*/ 582806 h 6581152"/>
              <a:gd name="connsiteX2" fmla="*/ 4376741 w 4853129"/>
              <a:gd name="connsiteY2" fmla="*/ 6051698 h 6581152"/>
              <a:gd name="connsiteX3" fmla="*/ 3847287 w 4853129"/>
              <a:gd name="connsiteY3" fmla="*/ 6581152 h 6581152"/>
              <a:gd name="connsiteX4" fmla="*/ 529454 w 4853129"/>
              <a:gd name="connsiteY4" fmla="*/ 6581152 h 6581152"/>
              <a:gd name="connsiteX5" fmla="*/ 0 w 4853129"/>
              <a:gd name="connsiteY5" fmla="*/ 6051698 h 6581152"/>
              <a:gd name="connsiteX6" fmla="*/ 0 w 4853129"/>
              <a:gd name="connsiteY6" fmla="*/ 773306 h 6581152"/>
              <a:gd name="connsiteX0" fmla="*/ 325874 w 5179003"/>
              <a:gd name="connsiteY0" fmla="*/ 773306 h 6581152"/>
              <a:gd name="connsiteX1" fmla="*/ 5178865 w 5179003"/>
              <a:gd name="connsiteY1" fmla="*/ 582806 h 6581152"/>
              <a:gd name="connsiteX2" fmla="*/ 4702615 w 5179003"/>
              <a:gd name="connsiteY2" fmla="*/ 6051698 h 6581152"/>
              <a:gd name="connsiteX3" fmla="*/ 4173161 w 5179003"/>
              <a:gd name="connsiteY3" fmla="*/ 6581152 h 6581152"/>
              <a:gd name="connsiteX4" fmla="*/ 855328 w 5179003"/>
              <a:gd name="connsiteY4" fmla="*/ 6581152 h 6581152"/>
              <a:gd name="connsiteX5" fmla="*/ 325874 w 5179003"/>
              <a:gd name="connsiteY5" fmla="*/ 773306 h 6581152"/>
              <a:gd name="connsiteX0" fmla="*/ 325874 w 5179003"/>
              <a:gd name="connsiteY0" fmla="*/ 803443 h 6611289"/>
              <a:gd name="connsiteX1" fmla="*/ 5178865 w 5179003"/>
              <a:gd name="connsiteY1" fmla="*/ 612943 h 6611289"/>
              <a:gd name="connsiteX2" fmla="*/ 4702615 w 5179003"/>
              <a:gd name="connsiteY2" fmla="*/ 6081835 h 6611289"/>
              <a:gd name="connsiteX3" fmla="*/ 4173161 w 5179003"/>
              <a:gd name="connsiteY3" fmla="*/ 6611289 h 6611289"/>
              <a:gd name="connsiteX4" fmla="*/ 855328 w 5179003"/>
              <a:gd name="connsiteY4" fmla="*/ 6611289 h 6611289"/>
              <a:gd name="connsiteX5" fmla="*/ 325874 w 5179003"/>
              <a:gd name="connsiteY5" fmla="*/ 803443 h 6611289"/>
              <a:gd name="connsiteX0" fmla="*/ 325874 w 5179003"/>
              <a:gd name="connsiteY0" fmla="*/ 803443 h 6611289"/>
              <a:gd name="connsiteX1" fmla="*/ 5178865 w 5179003"/>
              <a:gd name="connsiteY1" fmla="*/ 612943 h 6611289"/>
              <a:gd name="connsiteX2" fmla="*/ 4702615 w 5179003"/>
              <a:gd name="connsiteY2" fmla="*/ 6081835 h 6611289"/>
              <a:gd name="connsiteX3" fmla="*/ 4173161 w 5179003"/>
              <a:gd name="connsiteY3" fmla="*/ 6611289 h 6611289"/>
              <a:gd name="connsiteX4" fmla="*/ 855328 w 5179003"/>
              <a:gd name="connsiteY4" fmla="*/ 6611289 h 6611289"/>
              <a:gd name="connsiteX5" fmla="*/ 325874 w 5179003"/>
              <a:gd name="connsiteY5" fmla="*/ 803443 h 6611289"/>
              <a:gd name="connsiteX0" fmla="*/ 0 w 4853129"/>
              <a:gd name="connsiteY0" fmla="*/ 803443 h 6611289"/>
              <a:gd name="connsiteX1" fmla="*/ 4852991 w 4853129"/>
              <a:gd name="connsiteY1" fmla="*/ 612943 h 6611289"/>
              <a:gd name="connsiteX2" fmla="*/ 4376741 w 4853129"/>
              <a:gd name="connsiteY2" fmla="*/ 6081835 h 6611289"/>
              <a:gd name="connsiteX3" fmla="*/ 3847287 w 4853129"/>
              <a:gd name="connsiteY3" fmla="*/ 6611289 h 6611289"/>
              <a:gd name="connsiteX4" fmla="*/ 529454 w 4853129"/>
              <a:gd name="connsiteY4" fmla="*/ 6611289 h 6611289"/>
              <a:gd name="connsiteX5" fmla="*/ 0 w 4853129"/>
              <a:gd name="connsiteY5" fmla="*/ 803443 h 6611289"/>
              <a:gd name="connsiteX0" fmla="*/ 0 w 4853129"/>
              <a:gd name="connsiteY0" fmla="*/ 803443 h 6611289"/>
              <a:gd name="connsiteX1" fmla="*/ 4852991 w 4853129"/>
              <a:gd name="connsiteY1" fmla="*/ 612943 h 6611289"/>
              <a:gd name="connsiteX2" fmla="*/ 4376741 w 4853129"/>
              <a:gd name="connsiteY2" fmla="*/ 6081835 h 6611289"/>
              <a:gd name="connsiteX3" fmla="*/ 3847287 w 4853129"/>
              <a:gd name="connsiteY3" fmla="*/ 6611289 h 6611289"/>
              <a:gd name="connsiteX4" fmla="*/ 529454 w 4853129"/>
              <a:gd name="connsiteY4" fmla="*/ 6611289 h 6611289"/>
              <a:gd name="connsiteX5" fmla="*/ 0 w 4853129"/>
              <a:gd name="connsiteY5" fmla="*/ 803443 h 6611289"/>
              <a:gd name="connsiteX0" fmla="*/ 0 w 4853129"/>
              <a:gd name="connsiteY0" fmla="*/ 555440 h 6363286"/>
              <a:gd name="connsiteX1" fmla="*/ 4852991 w 4853129"/>
              <a:gd name="connsiteY1" fmla="*/ 364940 h 6363286"/>
              <a:gd name="connsiteX2" fmla="*/ 4376741 w 4853129"/>
              <a:gd name="connsiteY2" fmla="*/ 5833832 h 6363286"/>
              <a:gd name="connsiteX3" fmla="*/ 3847287 w 4853129"/>
              <a:gd name="connsiteY3" fmla="*/ 6363286 h 6363286"/>
              <a:gd name="connsiteX4" fmla="*/ 529454 w 4853129"/>
              <a:gd name="connsiteY4" fmla="*/ 6363286 h 6363286"/>
              <a:gd name="connsiteX5" fmla="*/ 0 w 4853129"/>
              <a:gd name="connsiteY5" fmla="*/ 555440 h 6363286"/>
              <a:gd name="connsiteX0" fmla="*/ 0 w 4853129"/>
              <a:gd name="connsiteY0" fmla="*/ 190595 h 5998441"/>
              <a:gd name="connsiteX1" fmla="*/ 4852991 w 4853129"/>
              <a:gd name="connsiteY1" fmla="*/ 95 h 5998441"/>
              <a:gd name="connsiteX2" fmla="*/ 4376741 w 4853129"/>
              <a:gd name="connsiteY2" fmla="*/ 5468987 h 5998441"/>
              <a:gd name="connsiteX3" fmla="*/ 3847287 w 4853129"/>
              <a:gd name="connsiteY3" fmla="*/ 5998441 h 5998441"/>
              <a:gd name="connsiteX4" fmla="*/ 529454 w 4853129"/>
              <a:gd name="connsiteY4" fmla="*/ 5998441 h 5998441"/>
              <a:gd name="connsiteX5" fmla="*/ 0 w 4853129"/>
              <a:gd name="connsiteY5" fmla="*/ 190595 h 5998441"/>
              <a:gd name="connsiteX0" fmla="*/ 0 w 4853129"/>
              <a:gd name="connsiteY0" fmla="*/ 238218 h 6046064"/>
              <a:gd name="connsiteX1" fmla="*/ 4852991 w 4853129"/>
              <a:gd name="connsiteY1" fmla="*/ 93 h 6046064"/>
              <a:gd name="connsiteX2" fmla="*/ 4376741 w 4853129"/>
              <a:gd name="connsiteY2" fmla="*/ 5516610 h 6046064"/>
              <a:gd name="connsiteX3" fmla="*/ 3847287 w 4853129"/>
              <a:gd name="connsiteY3" fmla="*/ 6046064 h 6046064"/>
              <a:gd name="connsiteX4" fmla="*/ 529454 w 4853129"/>
              <a:gd name="connsiteY4" fmla="*/ 6046064 h 6046064"/>
              <a:gd name="connsiteX5" fmla="*/ 0 w 4853129"/>
              <a:gd name="connsiteY5" fmla="*/ 238218 h 6046064"/>
              <a:gd name="connsiteX0" fmla="*/ 0 w 4338779"/>
              <a:gd name="connsiteY0" fmla="*/ 0 h 6074546"/>
              <a:gd name="connsiteX1" fmla="*/ 4338641 w 4338779"/>
              <a:gd name="connsiteY1" fmla="*/ 28575 h 6074546"/>
              <a:gd name="connsiteX2" fmla="*/ 3862391 w 4338779"/>
              <a:gd name="connsiteY2" fmla="*/ 5545092 h 6074546"/>
              <a:gd name="connsiteX3" fmla="*/ 3332937 w 4338779"/>
              <a:gd name="connsiteY3" fmla="*/ 6074546 h 6074546"/>
              <a:gd name="connsiteX4" fmla="*/ 15104 w 4338779"/>
              <a:gd name="connsiteY4" fmla="*/ 6074546 h 6074546"/>
              <a:gd name="connsiteX5" fmla="*/ 0 w 4338779"/>
              <a:gd name="connsiteY5" fmla="*/ 0 h 6074546"/>
              <a:gd name="connsiteX0" fmla="*/ 23519 w 4362298"/>
              <a:gd name="connsiteY0" fmla="*/ 0 h 6198371"/>
              <a:gd name="connsiteX1" fmla="*/ 4362160 w 4362298"/>
              <a:gd name="connsiteY1" fmla="*/ 28575 h 6198371"/>
              <a:gd name="connsiteX2" fmla="*/ 3885910 w 4362298"/>
              <a:gd name="connsiteY2" fmla="*/ 5545092 h 6198371"/>
              <a:gd name="connsiteX3" fmla="*/ 3356456 w 4362298"/>
              <a:gd name="connsiteY3" fmla="*/ 6074546 h 6198371"/>
              <a:gd name="connsiteX4" fmla="*/ 523 w 4362298"/>
              <a:gd name="connsiteY4" fmla="*/ 6198371 h 6198371"/>
              <a:gd name="connsiteX5" fmla="*/ 23519 w 4362298"/>
              <a:gd name="connsiteY5" fmla="*/ 0 h 6198371"/>
              <a:gd name="connsiteX0" fmla="*/ 23519 w 4362384"/>
              <a:gd name="connsiteY0" fmla="*/ 0 h 6198371"/>
              <a:gd name="connsiteX1" fmla="*/ 4362160 w 4362384"/>
              <a:gd name="connsiteY1" fmla="*/ 28575 h 6198371"/>
              <a:gd name="connsiteX2" fmla="*/ 3885910 w 4362384"/>
              <a:gd name="connsiteY2" fmla="*/ 5545092 h 6198371"/>
              <a:gd name="connsiteX3" fmla="*/ 3356456 w 4362384"/>
              <a:gd name="connsiteY3" fmla="*/ 6074546 h 6198371"/>
              <a:gd name="connsiteX4" fmla="*/ 523 w 4362384"/>
              <a:gd name="connsiteY4" fmla="*/ 6198371 h 6198371"/>
              <a:gd name="connsiteX5" fmla="*/ 23519 w 4362384"/>
              <a:gd name="connsiteY5" fmla="*/ 0 h 6198371"/>
              <a:gd name="connsiteX0" fmla="*/ 23519 w 4362384"/>
              <a:gd name="connsiteY0" fmla="*/ 0 h 6207896"/>
              <a:gd name="connsiteX1" fmla="*/ 4362160 w 4362384"/>
              <a:gd name="connsiteY1" fmla="*/ 28575 h 6207896"/>
              <a:gd name="connsiteX2" fmla="*/ 3885910 w 4362384"/>
              <a:gd name="connsiteY2" fmla="*/ 5545092 h 6207896"/>
              <a:gd name="connsiteX3" fmla="*/ 3356456 w 4362384"/>
              <a:gd name="connsiteY3" fmla="*/ 6074546 h 6207896"/>
              <a:gd name="connsiteX4" fmla="*/ 523 w 4362384"/>
              <a:gd name="connsiteY4" fmla="*/ 6207896 h 6207896"/>
              <a:gd name="connsiteX5" fmla="*/ 23519 w 4362384"/>
              <a:gd name="connsiteY5" fmla="*/ 0 h 6207896"/>
              <a:gd name="connsiteX0" fmla="*/ 108877 w 4362017"/>
              <a:gd name="connsiteY0" fmla="*/ 0 h 6217421"/>
              <a:gd name="connsiteX1" fmla="*/ 4361793 w 4362017"/>
              <a:gd name="connsiteY1" fmla="*/ 38100 h 6217421"/>
              <a:gd name="connsiteX2" fmla="*/ 3885543 w 4362017"/>
              <a:gd name="connsiteY2" fmla="*/ 5554617 h 6217421"/>
              <a:gd name="connsiteX3" fmla="*/ 3356089 w 4362017"/>
              <a:gd name="connsiteY3" fmla="*/ 6084071 h 6217421"/>
              <a:gd name="connsiteX4" fmla="*/ 156 w 4362017"/>
              <a:gd name="connsiteY4" fmla="*/ 6217421 h 6217421"/>
              <a:gd name="connsiteX5" fmla="*/ 108877 w 4362017"/>
              <a:gd name="connsiteY5" fmla="*/ 0 h 6217421"/>
              <a:gd name="connsiteX0" fmla="*/ 23519 w 4362384"/>
              <a:gd name="connsiteY0" fmla="*/ 0 h 6207896"/>
              <a:gd name="connsiteX1" fmla="*/ 4362160 w 4362384"/>
              <a:gd name="connsiteY1" fmla="*/ 28575 h 6207896"/>
              <a:gd name="connsiteX2" fmla="*/ 3885910 w 4362384"/>
              <a:gd name="connsiteY2" fmla="*/ 5545092 h 6207896"/>
              <a:gd name="connsiteX3" fmla="*/ 3356456 w 4362384"/>
              <a:gd name="connsiteY3" fmla="*/ 6074546 h 6207896"/>
              <a:gd name="connsiteX4" fmla="*/ 523 w 4362384"/>
              <a:gd name="connsiteY4" fmla="*/ 6207896 h 6207896"/>
              <a:gd name="connsiteX5" fmla="*/ 23519 w 4362384"/>
              <a:gd name="connsiteY5" fmla="*/ 0 h 6207896"/>
              <a:gd name="connsiteX0" fmla="*/ 23519 w 4371902"/>
              <a:gd name="connsiteY0" fmla="*/ 0 h 6207896"/>
              <a:gd name="connsiteX1" fmla="*/ 4371685 w 4371902"/>
              <a:gd name="connsiteY1" fmla="*/ 28575 h 6207896"/>
              <a:gd name="connsiteX2" fmla="*/ 3885910 w 4371902"/>
              <a:gd name="connsiteY2" fmla="*/ 5545092 h 6207896"/>
              <a:gd name="connsiteX3" fmla="*/ 3356456 w 4371902"/>
              <a:gd name="connsiteY3" fmla="*/ 6074546 h 6207896"/>
              <a:gd name="connsiteX4" fmla="*/ 523 w 4371902"/>
              <a:gd name="connsiteY4" fmla="*/ 6207896 h 6207896"/>
              <a:gd name="connsiteX5" fmla="*/ 23519 w 4371902"/>
              <a:gd name="connsiteY5" fmla="*/ 0 h 6207896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56456 w 4371902"/>
              <a:gd name="connsiteY3" fmla="*/ 607465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56456 w 4371902"/>
              <a:gd name="connsiteY3" fmla="*/ 607465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43756 w 4371902"/>
              <a:gd name="connsiteY3" fmla="*/ 607465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43756 w 4371902"/>
              <a:gd name="connsiteY3" fmla="*/ 607465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43756 w 4371902"/>
              <a:gd name="connsiteY3" fmla="*/ 607465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43756 w 4371902"/>
              <a:gd name="connsiteY3" fmla="*/ 607465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43756 w 4371902"/>
              <a:gd name="connsiteY3" fmla="*/ 607465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2"/>
              <a:gd name="connsiteY0" fmla="*/ 106 h 6208002"/>
              <a:gd name="connsiteX1" fmla="*/ 4371685 w 4371902"/>
              <a:gd name="connsiteY1" fmla="*/ 106 h 6208002"/>
              <a:gd name="connsiteX2" fmla="*/ 3885910 w 4371902"/>
              <a:gd name="connsiteY2" fmla="*/ 5545198 h 6208002"/>
              <a:gd name="connsiteX3" fmla="*/ 3324706 w 4371902"/>
              <a:gd name="connsiteY3" fmla="*/ 6068302 h 6208002"/>
              <a:gd name="connsiteX4" fmla="*/ 523 w 4371902"/>
              <a:gd name="connsiteY4" fmla="*/ 6208002 h 6208002"/>
              <a:gd name="connsiteX5" fmla="*/ 23519 w 4371902"/>
              <a:gd name="connsiteY5" fmla="*/ 106 h 6208002"/>
              <a:gd name="connsiteX0" fmla="*/ 23519 w 4371907"/>
              <a:gd name="connsiteY0" fmla="*/ 107 h 6208003"/>
              <a:gd name="connsiteX1" fmla="*/ 4371685 w 4371907"/>
              <a:gd name="connsiteY1" fmla="*/ 107 h 6208003"/>
              <a:gd name="connsiteX2" fmla="*/ 3892260 w 4371907"/>
              <a:gd name="connsiteY2" fmla="*/ 5507099 h 6208003"/>
              <a:gd name="connsiteX3" fmla="*/ 3324706 w 4371907"/>
              <a:gd name="connsiteY3" fmla="*/ 6068303 h 6208003"/>
              <a:gd name="connsiteX4" fmla="*/ 523 w 4371907"/>
              <a:gd name="connsiteY4" fmla="*/ 6208003 h 6208003"/>
              <a:gd name="connsiteX5" fmla="*/ 23519 w 4371907"/>
              <a:gd name="connsiteY5" fmla="*/ 107 h 6208003"/>
              <a:gd name="connsiteX0" fmla="*/ 0 w 4373917"/>
              <a:gd name="connsiteY0" fmla="*/ 0 h 6214250"/>
              <a:gd name="connsiteX1" fmla="*/ 4373695 w 4373917"/>
              <a:gd name="connsiteY1" fmla="*/ 6354 h 6214250"/>
              <a:gd name="connsiteX2" fmla="*/ 3894270 w 4373917"/>
              <a:gd name="connsiteY2" fmla="*/ 5513346 h 6214250"/>
              <a:gd name="connsiteX3" fmla="*/ 3326716 w 4373917"/>
              <a:gd name="connsiteY3" fmla="*/ 6074550 h 6214250"/>
              <a:gd name="connsiteX4" fmla="*/ 2533 w 4373917"/>
              <a:gd name="connsiteY4" fmla="*/ 6214250 h 6214250"/>
              <a:gd name="connsiteX5" fmla="*/ 0 w 4373917"/>
              <a:gd name="connsiteY5" fmla="*/ 0 h 6214250"/>
              <a:gd name="connsiteX0" fmla="*/ 0 w 4373917"/>
              <a:gd name="connsiteY0" fmla="*/ 0 h 6214250"/>
              <a:gd name="connsiteX1" fmla="*/ 4373695 w 4373917"/>
              <a:gd name="connsiteY1" fmla="*/ 6354 h 6214250"/>
              <a:gd name="connsiteX2" fmla="*/ 3894270 w 4373917"/>
              <a:gd name="connsiteY2" fmla="*/ 5500638 h 6214250"/>
              <a:gd name="connsiteX3" fmla="*/ 3326716 w 4373917"/>
              <a:gd name="connsiteY3" fmla="*/ 6074550 h 6214250"/>
              <a:gd name="connsiteX4" fmla="*/ 2533 w 4373917"/>
              <a:gd name="connsiteY4" fmla="*/ 6214250 h 6214250"/>
              <a:gd name="connsiteX5" fmla="*/ 0 w 4373917"/>
              <a:gd name="connsiteY5" fmla="*/ 0 h 6214250"/>
              <a:gd name="connsiteX0" fmla="*/ 0 w 4373917"/>
              <a:gd name="connsiteY0" fmla="*/ 0 h 6214250"/>
              <a:gd name="connsiteX1" fmla="*/ 4373695 w 4373917"/>
              <a:gd name="connsiteY1" fmla="*/ 1588 h 6214250"/>
              <a:gd name="connsiteX2" fmla="*/ 3894270 w 4373917"/>
              <a:gd name="connsiteY2" fmla="*/ 5500638 h 6214250"/>
              <a:gd name="connsiteX3" fmla="*/ 3326716 w 4373917"/>
              <a:gd name="connsiteY3" fmla="*/ 6074550 h 6214250"/>
              <a:gd name="connsiteX4" fmla="*/ 2533 w 4373917"/>
              <a:gd name="connsiteY4" fmla="*/ 6214250 h 6214250"/>
              <a:gd name="connsiteX5" fmla="*/ 0 w 4373917"/>
              <a:gd name="connsiteY5" fmla="*/ 0 h 6214250"/>
              <a:gd name="connsiteX0" fmla="*/ 0 w 4373917"/>
              <a:gd name="connsiteY0" fmla="*/ 0 h 6214250"/>
              <a:gd name="connsiteX1" fmla="*/ 4373695 w 4373917"/>
              <a:gd name="connsiteY1" fmla="*/ 1588 h 6214250"/>
              <a:gd name="connsiteX2" fmla="*/ 3894270 w 4373917"/>
              <a:gd name="connsiteY2" fmla="*/ 5500638 h 6214250"/>
              <a:gd name="connsiteX3" fmla="*/ 3326716 w 4373917"/>
              <a:gd name="connsiteY3" fmla="*/ 6074550 h 6214250"/>
              <a:gd name="connsiteX4" fmla="*/ 2533 w 4373917"/>
              <a:gd name="connsiteY4" fmla="*/ 6214250 h 6214250"/>
              <a:gd name="connsiteX5" fmla="*/ 0 w 4373917"/>
              <a:gd name="connsiteY5" fmla="*/ 0 h 6214250"/>
              <a:gd name="connsiteX0" fmla="*/ 0 w 4373921"/>
              <a:gd name="connsiteY0" fmla="*/ 0 h 6214250"/>
              <a:gd name="connsiteX1" fmla="*/ 4373695 w 4373921"/>
              <a:gd name="connsiteY1" fmla="*/ 1588 h 6214250"/>
              <a:gd name="connsiteX2" fmla="*/ 3894270 w 4373921"/>
              <a:gd name="connsiteY2" fmla="*/ 5500638 h 6214250"/>
              <a:gd name="connsiteX3" fmla="*/ 3326716 w 4373921"/>
              <a:gd name="connsiteY3" fmla="*/ 6074550 h 6214250"/>
              <a:gd name="connsiteX4" fmla="*/ 2533 w 4373921"/>
              <a:gd name="connsiteY4" fmla="*/ 6214250 h 6214250"/>
              <a:gd name="connsiteX5" fmla="*/ 0 w 4373921"/>
              <a:gd name="connsiteY5" fmla="*/ 0 h 6214250"/>
              <a:gd name="connsiteX0" fmla="*/ 0 w 4373921"/>
              <a:gd name="connsiteY0" fmla="*/ 0 h 6214250"/>
              <a:gd name="connsiteX1" fmla="*/ 4373695 w 4373921"/>
              <a:gd name="connsiteY1" fmla="*/ 1588 h 6214250"/>
              <a:gd name="connsiteX2" fmla="*/ 3894270 w 4373921"/>
              <a:gd name="connsiteY2" fmla="*/ 5500638 h 6214250"/>
              <a:gd name="connsiteX3" fmla="*/ 3326716 w 4373921"/>
              <a:gd name="connsiteY3" fmla="*/ 6074550 h 6214250"/>
              <a:gd name="connsiteX4" fmla="*/ 2533 w 4373921"/>
              <a:gd name="connsiteY4" fmla="*/ 6214250 h 6214250"/>
              <a:gd name="connsiteX5" fmla="*/ 0 w 4373921"/>
              <a:gd name="connsiteY5" fmla="*/ 0 h 6214250"/>
              <a:gd name="connsiteX0" fmla="*/ 0 w 4373921"/>
              <a:gd name="connsiteY0" fmla="*/ 0 h 6214250"/>
              <a:gd name="connsiteX1" fmla="*/ 4373695 w 4373921"/>
              <a:gd name="connsiteY1" fmla="*/ 1588 h 6214250"/>
              <a:gd name="connsiteX2" fmla="*/ 3894270 w 4373921"/>
              <a:gd name="connsiteY2" fmla="*/ 5529232 h 6214250"/>
              <a:gd name="connsiteX3" fmla="*/ 3326716 w 4373921"/>
              <a:gd name="connsiteY3" fmla="*/ 6074550 h 6214250"/>
              <a:gd name="connsiteX4" fmla="*/ 2533 w 4373921"/>
              <a:gd name="connsiteY4" fmla="*/ 6214250 h 6214250"/>
              <a:gd name="connsiteX5" fmla="*/ 0 w 4373921"/>
              <a:gd name="connsiteY5" fmla="*/ 0 h 6214250"/>
              <a:gd name="connsiteX0" fmla="*/ 0 w 4373921"/>
              <a:gd name="connsiteY0" fmla="*/ 0 h 6214250"/>
              <a:gd name="connsiteX1" fmla="*/ 4373695 w 4373921"/>
              <a:gd name="connsiteY1" fmla="*/ 1588 h 6214250"/>
              <a:gd name="connsiteX2" fmla="*/ 3894270 w 4373921"/>
              <a:gd name="connsiteY2" fmla="*/ 5529232 h 6214250"/>
              <a:gd name="connsiteX3" fmla="*/ 3326716 w 4373921"/>
              <a:gd name="connsiteY3" fmla="*/ 6074550 h 6214250"/>
              <a:gd name="connsiteX4" fmla="*/ 2533 w 4373921"/>
              <a:gd name="connsiteY4" fmla="*/ 6214250 h 6214250"/>
              <a:gd name="connsiteX5" fmla="*/ 0 w 4373921"/>
              <a:gd name="connsiteY5" fmla="*/ 0 h 6214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73921" h="6214250">
                <a:moveTo>
                  <a:pt x="0" y="0"/>
                </a:moveTo>
                <a:lnTo>
                  <a:pt x="4373695" y="1588"/>
                </a:lnTo>
                <a:cubicBezTo>
                  <a:pt x="4383220" y="-20123"/>
                  <a:pt x="4089557" y="3260177"/>
                  <a:pt x="3894270" y="5529232"/>
                </a:cubicBezTo>
                <a:cubicBezTo>
                  <a:pt x="3854511" y="5861326"/>
                  <a:pt x="3669925" y="6068200"/>
                  <a:pt x="3326716" y="6074550"/>
                </a:cubicBezTo>
                <a:lnTo>
                  <a:pt x="2533" y="6214250"/>
                </a:lnTo>
                <a:cubicBezTo>
                  <a:pt x="-2502" y="4189401"/>
                  <a:pt x="5035" y="2024849"/>
                  <a:pt x="0" y="0"/>
                </a:cubicBezTo>
                <a:close/>
              </a:path>
            </a:pathLst>
          </a:custGeom>
          <a:solidFill>
            <a:srgbClr val="FFFFF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80384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317CE3-CFE3-B02A-D846-08ADA9686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DC73068-D898-16F8-5BA6-0DD92EB34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48A85-7BB0-4503-8D26-21D8DC63C7E6}" type="datetime1">
              <a:rPr lang="de-DE" smtClean="0"/>
              <a:t>30.09.2026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63D6780-E81E-DE0D-1C73-A0F374FAE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  |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C135040-4BA4-BA98-355D-368FBFA2B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2E227-8C9F-455E-A65F-728E63FC57B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792812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14188BB-D64A-EE05-EEE8-673B3C2B3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FAC93-2858-4711-A44B-AD7B75639CB3}" type="datetime1">
              <a:rPr lang="de-DE" smtClean="0"/>
              <a:t>30.09.2026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3D8B2C2-D1B7-A308-BF37-692B17B25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  |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F3B3A98-EA56-C2C2-DBE2-A2AA78D2A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2E227-8C9F-455E-A65F-728E63FC57B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778629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B05972C-4EB5-02E5-D3B3-796AF5ABC9A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130750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B05972C-4EB5-02E5-D3B3-796AF5ABC9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8A9CD2DA-AA83-4DCB-8501-DE5878CC0B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99240"/>
            <a:ext cx="11274552" cy="215444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anchor="t" anchorCtr="0">
            <a:spAutoFit/>
          </a:bodyPr>
          <a:lstStyle>
            <a:lvl1pPr marL="0" indent="0" rtl="0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53565A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de-DE"/>
              <a:t>Click to </a:t>
            </a:r>
            <a:r>
              <a:rPr lang="de-DE" err="1"/>
              <a:t>add</a:t>
            </a:r>
            <a:r>
              <a:rPr lang="de-DE"/>
              <a:t> </a:t>
            </a:r>
            <a:r>
              <a:rPr lang="de-DE" err="1"/>
              <a:t>subtitle</a:t>
            </a:r>
            <a:endParaRPr lang="de-DE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2567164D-98D6-14DE-1654-8043100211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rtl="0">
              <a:spcBef>
                <a:spcPts val="0"/>
              </a:spcBef>
              <a:spcAft>
                <a:spcPts val="0"/>
              </a:spcAft>
              <a:defRPr lang="de-DE" b="1" dirty="0">
                <a:solidFill>
                  <a:srgbClr val="065185"/>
                </a:solidFill>
              </a:defRPr>
            </a:lvl1pPr>
          </a:lstStyle>
          <a:p>
            <a:pPr lvl="0"/>
            <a:r>
              <a:rPr lang="de-DE"/>
              <a:t>Click to </a:t>
            </a:r>
            <a:r>
              <a:rPr lang="de-DE" err="1"/>
              <a:t>add</a:t>
            </a:r>
            <a:r>
              <a:rPr lang="de-DE"/>
              <a:t>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60E9F7-BD41-A1DD-6FFF-88A97F47F23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746F301-F7E0-4F4B-86B2-AD0949E9D027}" type="datetime1">
              <a:rPr lang="de-DE" smtClean="0"/>
              <a:t>30.09.2026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856D7-E6B1-EBEA-453E-30A400ECCDD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Präsentationstitel  |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504D99-E799-9847-EE30-6D778D32AA7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CD2E227-8C9F-455E-A65F-728E63FC57B1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2344475"/>
      </p:ext>
    </p:extLst>
  </p:cSld>
  <p:clrMapOvr>
    <a:masterClrMapping/>
  </p:clrMapOvr>
  <p:transition>
    <p:fade/>
  </p:transition>
  <p:hf hd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alts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85CD6A3-64F3-4901-9E32-B5F0D7B5E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SITA Airport IT 2026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56609C0-D717-48B0-BD83-300AA0070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E4229-7E59-47A8-843C-EE5F887C83AC}" type="slidenum">
              <a:rPr lang="de-DE" smtClean="0"/>
              <a:t>‹#›</a:t>
            </a:fld>
            <a:endParaRPr lang="de-DE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D289D2F3-0025-E73C-B40C-415C9CAF3EC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515937" y="1517650"/>
            <a:ext cx="11160125" cy="4562475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Titelplatzhalter 1">
            <a:extLst>
              <a:ext uri="{FF2B5EF4-FFF2-40B4-BE49-F238E27FC236}">
                <a16:creationId xmlns:a16="http://schemas.microsoft.com/office/drawing/2014/main" id="{6A7C4922-61C3-B444-40E3-47DA6D6768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515938" y="327661"/>
            <a:ext cx="11160124" cy="45021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91B4BE3A-5ED1-FF43-7D57-4BB93ACF21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15939" y="824055"/>
            <a:ext cx="11160122" cy="392604"/>
          </a:xfrm>
        </p:spPr>
        <p:txBody>
          <a:bodyPr/>
          <a:lstStyle>
            <a:lvl1pPr marL="0" indent="0" rtl="0">
              <a:lnSpc>
                <a:spcPts val="2500"/>
              </a:lnSpc>
              <a:spcAft>
                <a:spcPts val="0"/>
              </a:spcAft>
              <a:buNone/>
              <a:defRPr sz="2000" b="1">
                <a:solidFill>
                  <a:schemeClr val="accent3"/>
                </a:solidFill>
              </a:defRPr>
            </a:lvl1pPr>
            <a:lvl2pPr marL="198000" indent="0">
              <a:buNone/>
              <a:defRPr/>
            </a:lvl2pPr>
            <a:lvl3pPr marL="396000" indent="0">
              <a:buNone/>
              <a:defRPr/>
            </a:lvl3pPr>
            <a:lvl4pPr marL="594000" indent="0">
              <a:buNone/>
              <a:defRPr/>
            </a:lvl4pPr>
            <a:lvl5pPr marL="792000" indent="0">
              <a:buNone/>
              <a:defRPr/>
            </a:lvl5pPr>
          </a:lstStyle>
          <a:p>
            <a:pPr lvl="0"/>
            <a:r>
              <a:rPr lang="de-DE" noProof="1"/>
              <a:t>Subline</a:t>
            </a:r>
          </a:p>
        </p:txBody>
      </p:sp>
    </p:spTree>
    <p:extLst>
      <p:ext uri="{BB962C8B-B14F-4D97-AF65-F5344CB8AC3E}">
        <p14:creationId xmlns:p14="http://schemas.microsoft.com/office/powerpoint/2010/main" val="2887083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55" Type="http://schemas.openxmlformats.org/officeDocument/2006/relationships/image" Target="../media/image3.emf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6EAC2A50-1AB5-1EDF-81F4-5FC9A67B1305}"/>
              </a:ext>
            </a:extLst>
          </p:cNvPr>
          <p:cNvGraphicFramePr>
            <a:graphicFrameLocks/>
          </p:cNvGraphicFramePr>
          <p:nvPr userDrawn="1">
            <p:custDataLst>
              <p:tags r:id="rId51"/>
            </p:custDataLst>
            <p:extLst>
              <p:ext uri="{D42A27DB-BD31-4B8C-83A1-F6EECF244321}">
                <p14:modId xmlns:p14="http://schemas.microsoft.com/office/powerpoint/2010/main" val="29533527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2" imgW="484" imgH="484" progId="TCLayout.ActiveDocument.1">
                  <p:embed/>
                </p:oleObj>
              </mc:Choice>
              <mc:Fallback>
                <p:oleObj name="think-cell Slide" r:id="rId52" imgW="484" imgH="484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EAC2A50-1AB5-1EDF-81F4-5FC9A67B13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D209F7D-194E-2647-DBAE-BEA4B61D5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327661"/>
            <a:ext cx="11160124" cy="45021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Headline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20D1B34-F8F1-BA93-2C10-272CAA5B6F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517650"/>
            <a:ext cx="11160125" cy="45624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marL="198000" lvl="0" indent="-1980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992"/>
              </a:spcAft>
              <a:buFont typeface="Arial" panose="020B0604020202020204" pitchFamily="34" charset="0"/>
              <a:buChar char="•"/>
            </a:pPr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marL="594000" lvl="2" indent="-1980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992"/>
              </a:spcAft>
              <a:buFont typeface="Arial" panose="020B0604020202020204" pitchFamily="34" charset="0"/>
              <a:buChar char="•"/>
            </a:pPr>
            <a:r>
              <a:rPr lang="de-DE" dirty="0"/>
              <a:t>Vierte Ebene</a:t>
            </a:r>
          </a:p>
          <a:p>
            <a:pPr marL="792000" lvl="3" indent="-1980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992"/>
              </a:spcAft>
              <a:buFont typeface="Arial" panose="020B0604020202020204" pitchFamily="34" charset="0"/>
              <a:buChar char="•"/>
            </a:pPr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FA6362B-5AA0-2A73-78A7-1F05F0D92C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08455" y="6474618"/>
            <a:ext cx="638969" cy="12938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746F301-F7E0-4F4B-86B2-AD0949E9D027}" type="datetime1">
              <a:rPr lang="de-DE" smtClean="0"/>
              <a:t>30.09.2026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EF89AD7-2527-3494-3ADF-8B65AB7982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86138" y="6474618"/>
            <a:ext cx="7084218" cy="12938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de-DE"/>
              <a:t>Präsentationstitel  |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F879244-31BA-45B0-EA37-D4BB1C33A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49024" y="6474618"/>
            <a:ext cx="427037" cy="12938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2CD2E227-8C9F-455E-A65F-728E63FC57B1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1ACD7F9A-2FDB-A905-E582-038BD19F8871}"/>
              </a:ext>
            </a:extLst>
          </p:cNvPr>
          <p:cNvPicPr>
            <a:picLocks noChangeAspect="1"/>
          </p:cNvPicPr>
          <p:nvPr userDrawn="1"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39" y="6399941"/>
            <a:ext cx="1167606" cy="225491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B26BF9D2-CDF9-230D-4375-2C105BC645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213" b="56224"/>
          <a:stretch/>
        </p:blipFill>
        <p:spPr>
          <a:xfrm>
            <a:off x="11434763" y="6487832"/>
            <a:ext cx="588169" cy="250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039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  <p:sldLayoutId id="2147483722" r:id="rId18"/>
    <p:sldLayoutId id="2147483723" r:id="rId19"/>
    <p:sldLayoutId id="2147483724" r:id="rId20"/>
    <p:sldLayoutId id="2147483725" r:id="rId21"/>
    <p:sldLayoutId id="2147483726" r:id="rId22"/>
    <p:sldLayoutId id="2147483728" r:id="rId23"/>
    <p:sldLayoutId id="2147483729" r:id="rId24"/>
    <p:sldLayoutId id="2147483730" r:id="rId25"/>
    <p:sldLayoutId id="2147483731" r:id="rId26"/>
    <p:sldLayoutId id="2147483732" r:id="rId27"/>
    <p:sldLayoutId id="2147483733" r:id="rId28"/>
    <p:sldLayoutId id="2147483734" r:id="rId29"/>
    <p:sldLayoutId id="2147483735" r:id="rId30"/>
    <p:sldLayoutId id="2147483736" r:id="rId31"/>
    <p:sldLayoutId id="2147483737" r:id="rId32"/>
    <p:sldLayoutId id="2147483738" r:id="rId33"/>
    <p:sldLayoutId id="2147483739" r:id="rId34"/>
    <p:sldLayoutId id="2147483740" r:id="rId35"/>
    <p:sldLayoutId id="2147483750" r:id="rId36"/>
    <p:sldLayoutId id="2147483751" r:id="rId37"/>
    <p:sldLayoutId id="2147483741" r:id="rId38"/>
    <p:sldLayoutId id="2147483742" r:id="rId39"/>
    <p:sldLayoutId id="2147483743" r:id="rId40"/>
    <p:sldLayoutId id="2147483752" r:id="rId41"/>
    <p:sldLayoutId id="2147483744" r:id="rId42"/>
    <p:sldLayoutId id="2147483748" r:id="rId43"/>
    <p:sldLayoutId id="2147483745" r:id="rId44"/>
    <p:sldLayoutId id="2147483749" r:id="rId45"/>
    <p:sldLayoutId id="2147483746" r:id="rId46"/>
    <p:sldLayoutId id="2147483747" r:id="rId47"/>
    <p:sldLayoutId id="2147483754" r:id="rId48"/>
    <p:sldLayoutId id="2147483755" r:id="rId4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ts val="2000"/>
        </a:lnSpc>
        <a:spcBef>
          <a:spcPts val="0"/>
        </a:spcBef>
        <a:spcAft>
          <a:spcPts val="992"/>
        </a:spcAft>
        <a:buFont typeface="Arial" panose="020B0604020202020204" pitchFamily="34" charset="0"/>
        <a:buNone/>
        <a:defRPr lang="de-DE" sz="15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198000" indent="-198000" algn="l" defTabSz="914400" rtl="0" eaLnBrk="1" latinLnBrk="0" hangingPunct="1">
        <a:lnSpc>
          <a:spcPts val="2000"/>
        </a:lnSpc>
        <a:spcBef>
          <a:spcPts val="0"/>
        </a:spcBef>
        <a:spcAft>
          <a:spcPts val="992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396000" indent="-198000" algn="l" defTabSz="914400" rtl="0" eaLnBrk="1" latinLnBrk="0" hangingPunct="1">
        <a:lnSpc>
          <a:spcPts val="2000"/>
        </a:lnSpc>
        <a:spcBef>
          <a:spcPts val="0"/>
        </a:spcBef>
        <a:spcAft>
          <a:spcPts val="992"/>
        </a:spcAft>
        <a:buFont typeface="Arial" panose="020B0604020202020204" pitchFamily="34" charset="0"/>
        <a:buChar char="•"/>
        <a:defRPr lang="de-DE" sz="15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94000" indent="-198000" algn="l" defTabSz="914400" rtl="0" eaLnBrk="1" latinLnBrk="0" hangingPunct="1">
        <a:lnSpc>
          <a:spcPts val="2000"/>
        </a:lnSpc>
        <a:spcBef>
          <a:spcPts val="0"/>
        </a:spcBef>
        <a:spcAft>
          <a:spcPts val="992"/>
        </a:spcAft>
        <a:buFont typeface="Arial" panose="020B0604020202020204" pitchFamily="34" charset="0"/>
        <a:buChar char="•"/>
        <a:defRPr lang="de-DE" sz="15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792000" indent="-198000" algn="l" defTabSz="914400" rtl="0" eaLnBrk="1" latinLnBrk="0" hangingPunct="1">
        <a:lnSpc>
          <a:spcPts val="2000"/>
        </a:lnSpc>
        <a:spcBef>
          <a:spcPts val="0"/>
        </a:spcBef>
        <a:spcAft>
          <a:spcPts val="992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8">
          <p15:clr>
            <a:srgbClr val="F26B43"/>
          </p15:clr>
        </p15:guide>
        <p15:guide id="2" pos="325">
          <p15:clr>
            <a:srgbClr val="F26B43"/>
          </p15:clr>
        </p15:guide>
        <p15:guide id="3" pos="7355">
          <p15:clr>
            <a:srgbClr val="F26B43"/>
          </p15:clr>
        </p15:guide>
        <p15:guide id="4" orient="horz" pos="4156">
          <p15:clr>
            <a:srgbClr val="F26B43"/>
          </p15:clr>
        </p15:guide>
        <p15:guide id="5" orient="horz" pos="3830">
          <p15:clr>
            <a:srgbClr val="F26B43"/>
          </p15:clr>
        </p15:guide>
        <p15:guide id="6" orient="horz" pos="956">
          <p15:clr>
            <a:srgbClr val="F26B43"/>
          </p15:clr>
        </p15:guide>
        <p15:guide id="7" pos="1901">
          <p15:clr>
            <a:srgbClr val="F26B43"/>
          </p15:clr>
        </p15:guide>
        <p15:guide id="8" pos="2140" userDrawn="1">
          <p15:clr>
            <a:srgbClr val="F26B43"/>
          </p15:clr>
        </p15:guide>
        <p15:guide id="9" pos="3718" userDrawn="1">
          <p15:clr>
            <a:srgbClr val="F26B43"/>
          </p15:clr>
        </p15:guide>
        <p15:guide id="10" pos="3956" userDrawn="1">
          <p15:clr>
            <a:srgbClr val="F26B43"/>
          </p15:clr>
        </p15:guide>
        <p15:guide id="11" pos="5536" userDrawn="1">
          <p15:clr>
            <a:srgbClr val="F26B43"/>
          </p15:clr>
        </p15:guide>
        <p15:guide id="12" pos="577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8.jpg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3.xml"/><Relationship Id="rId1" Type="http://schemas.openxmlformats.org/officeDocument/2006/relationships/tags" Target="../tags/tag5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3.xml"/><Relationship Id="rId1" Type="http://schemas.openxmlformats.org/officeDocument/2006/relationships/tags" Target="../tags/tag6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tags" Target="../tags/tag10.xml"/><Relationship Id="rId7" Type="http://schemas.openxmlformats.org/officeDocument/2006/relationships/oleObject" Target="../embeddings/oleObject7.bin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Layout" Target="../slideLayouts/slideLayout49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DBA9D52-2CEC-6C31-733F-3281E10992B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872334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4" progId="TCLayout.ActiveDocument.1">
                  <p:embed/>
                </p:oleObj>
              </mc:Choice>
              <mc:Fallback>
                <p:oleObj name="think-cell Slide" r:id="rId3" imgW="484" imgH="48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DBA9D52-2CEC-6C31-733F-3281E10992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Bildplatzhalter 7" descr="Ein Bild, das Himmel, draußen, Flugzeug, Transport enthält.&#10;&#10;Automatisch generierte Beschreibung">
            <a:extLst>
              <a:ext uri="{FF2B5EF4-FFF2-40B4-BE49-F238E27FC236}">
                <a16:creationId xmlns:a16="http://schemas.microsoft.com/office/drawing/2014/main" id="{CB152088-D5AC-4858-A450-E718BF00E6A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6" t="12394" r="12807" b="24846"/>
          <a:stretch/>
        </p:blipFill>
        <p:spPr>
          <a:xfrm>
            <a:off x="-9524" y="0"/>
            <a:ext cx="11687175" cy="4803775"/>
          </a:xfrm>
        </p:spPr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F9483C4C-8BFC-2D6F-3B47-2C68592A17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 rIns="0"/>
          <a:lstStyle/>
          <a:p>
            <a:r>
              <a:rPr lang="de-DE" dirty="0"/>
              <a:t>Key Design Decision</a:t>
            </a:r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5D52E2AD-B1AB-FCFC-DE26-261D78EF3A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KDD_FI_001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385DD4D-2DCB-5532-4A2E-0FB23B4048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Moritz Göthel I Accounting I 30.09.2026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E8531A20-82A4-1D28-8FC3-765D7F437EE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9511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5335CC9-8519-ABE5-718C-2CAA3DF1D85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84" imgH="484" progId="TCLayout.ActiveDocument.1">
                  <p:embed/>
                </p:oleObj>
              </mc:Choice>
              <mc:Fallback>
                <p:oleObj name="think-cell Slide" r:id="rId4" imgW="484" imgH="484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5335CC9-8519-ABE5-718C-2CAA3DF1D8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Group 14">
            <a:extLst>
              <a:ext uri="{FF2B5EF4-FFF2-40B4-BE49-F238E27FC236}">
                <a16:creationId xmlns:a16="http://schemas.microsoft.com/office/drawing/2014/main" id="{A22A7051-C82A-8347-2070-9F6608D5BCC6}"/>
              </a:ext>
            </a:extLst>
          </p:cNvPr>
          <p:cNvGrpSpPr/>
          <p:nvPr/>
        </p:nvGrpSpPr>
        <p:grpSpPr>
          <a:xfrm>
            <a:off x="2887489" y="1235014"/>
            <a:ext cx="2761772" cy="594684"/>
            <a:chOff x="2887205" y="1235014"/>
            <a:chExt cx="2244156" cy="594684"/>
          </a:xfrm>
        </p:grpSpPr>
        <p:sp>
          <p:nvSpPr>
            <p:cNvPr id="8" name="Rechteck 5">
              <a:extLst>
                <a:ext uri="{FF2B5EF4-FFF2-40B4-BE49-F238E27FC236}">
                  <a16:creationId xmlns:a16="http://schemas.microsoft.com/office/drawing/2014/main" id="{0C4E0D73-7A7D-F51E-9020-27B7F17C7F6D}"/>
                </a:ext>
              </a:extLst>
            </p:cNvPr>
            <p:cNvSpPr>
              <a:spLocks/>
            </p:cNvSpPr>
            <p:nvPr/>
          </p:nvSpPr>
          <p:spPr>
            <a:xfrm>
              <a:off x="2887205" y="1361907"/>
              <a:ext cx="2244156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64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200" dirty="0">
                  <a:solidFill>
                    <a:schemeClr val="bg1">
                      <a:lumMod val="50000"/>
                    </a:schemeClr>
                  </a:solidFill>
                  <a:latin typeface="Aptos"/>
                </a:rPr>
                <a:t>Accounting</a:t>
              </a:r>
              <a:endParaRPr lang="de-DE" sz="1200" noProof="0" dirty="0">
                <a:solidFill>
                  <a:schemeClr val="bg1">
                    <a:lumMod val="50000"/>
                  </a:schemeClr>
                </a:solidFill>
                <a:latin typeface="Aptos"/>
              </a:endParaRPr>
            </a:p>
          </p:txBody>
        </p:sp>
        <p:sp>
          <p:nvSpPr>
            <p:cNvPr id="9" name="Rechteck 4">
              <a:extLst>
                <a:ext uri="{FF2B5EF4-FFF2-40B4-BE49-F238E27FC236}">
                  <a16:creationId xmlns:a16="http://schemas.microsoft.com/office/drawing/2014/main" id="{F90AF579-E54A-06B3-78C4-3766BE2CB782}"/>
                </a:ext>
              </a:extLst>
            </p:cNvPr>
            <p:cNvSpPr>
              <a:spLocks/>
            </p:cNvSpPr>
            <p:nvPr/>
          </p:nvSpPr>
          <p:spPr>
            <a:xfrm>
              <a:off x="2977883" y="1235014"/>
              <a:ext cx="2062800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noProof="0" dirty="0">
                  <a:solidFill>
                    <a:prstClr val="white"/>
                  </a:solidFill>
                  <a:latin typeface="Aptos"/>
                </a:rPr>
                <a:t>Workstream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052F971-A493-5255-0BA0-5C2F6AC88871}"/>
              </a:ext>
            </a:extLst>
          </p:cNvPr>
          <p:cNvGrpSpPr>
            <a:grpSpLocks/>
          </p:cNvGrpSpPr>
          <p:nvPr/>
        </p:nvGrpSpPr>
        <p:grpSpPr>
          <a:xfrm>
            <a:off x="5706871" y="1235014"/>
            <a:ext cx="2268063" cy="594684"/>
            <a:chOff x="5644894" y="1235014"/>
            <a:chExt cx="2268063" cy="594684"/>
          </a:xfrm>
        </p:grpSpPr>
        <p:sp>
          <p:nvSpPr>
            <p:cNvPr id="11" name="Rechteck 5">
              <a:extLst>
                <a:ext uri="{FF2B5EF4-FFF2-40B4-BE49-F238E27FC236}">
                  <a16:creationId xmlns:a16="http://schemas.microsoft.com/office/drawing/2014/main" id="{8E9705B5-7FC0-F94F-503C-22A679BE4FEB}"/>
                </a:ext>
              </a:extLst>
            </p:cNvPr>
            <p:cNvSpPr>
              <a:spLocks/>
            </p:cNvSpPr>
            <p:nvPr/>
          </p:nvSpPr>
          <p:spPr>
            <a:xfrm>
              <a:off x="5644894" y="1361907"/>
              <a:ext cx="2268063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108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200" noProof="0" dirty="0">
                  <a:solidFill>
                    <a:schemeClr val="bg1">
                      <a:lumMod val="50000"/>
                    </a:schemeClr>
                  </a:solidFill>
                  <a:latin typeface="Aptos"/>
                </a:rPr>
                <a:t>Konstantin von Aesch</a:t>
              </a:r>
            </a:p>
          </p:txBody>
        </p:sp>
        <p:sp>
          <p:nvSpPr>
            <p:cNvPr id="12" name="Rechteck 4">
              <a:extLst>
                <a:ext uri="{FF2B5EF4-FFF2-40B4-BE49-F238E27FC236}">
                  <a16:creationId xmlns:a16="http://schemas.microsoft.com/office/drawing/2014/main" id="{C3C1EC19-8D34-748E-0409-EE530BBED087}"/>
                </a:ext>
              </a:extLst>
            </p:cNvPr>
            <p:cNvSpPr>
              <a:spLocks/>
            </p:cNvSpPr>
            <p:nvPr/>
          </p:nvSpPr>
          <p:spPr>
            <a:xfrm>
              <a:off x="5746926" y="1235014"/>
              <a:ext cx="2064000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dirty="0">
                  <a:solidFill>
                    <a:prstClr val="white"/>
                  </a:solidFill>
                  <a:latin typeface="Aptos"/>
                </a:rPr>
                <a:t>Process Owner</a:t>
              </a:r>
            </a:p>
          </p:txBody>
        </p:sp>
      </p:grpSp>
      <p:sp>
        <p:nvSpPr>
          <p:cNvPr id="14" name="Rechteck 5">
            <a:extLst>
              <a:ext uri="{FF2B5EF4-FFF2-40B4-BE49-F238E27FC236}">
                <a16:creationId xmlns:a16="http://schemas.microsoft.com/office/drawing/2014/main" id="{7388826D-31E9-6CA9-B690-347426987188}"/>
              </a:ext>
            </a:extLst>
          </p:cNvPr>
          <p:cNvSpPr>
            <a:spLocks/>
          </p:cNvSpPr>
          <p:nvPr/>
        </p:nvSpPr>
        <p:spPr>
          <a:xfrm>
            <a:off x="5154825" y="5683121"/>
            <a:ext cx="6535526" cy="467791"/>
          </a:xfrm>
          <a:prstGeom prst="rect">
            <a:avLst/>
          </a:prstGeom>
          <a:noFill/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00" tIns="256000" rIns="128000" bIns="64000" rtlCol="0" anchor="ctr" anchorCtr="0"/>
          <a:lstStyle/>
          <a:p>
            <a:pPr defTabSz="1624829">
              <a:lnSpc>
                <a:spcPct val="90000"/>
              </a:lnSpc>
              <a:spcBef>
                <a:spcPts val="533"/>
              </a:spcBef>
              <a:buClr>
                <a:srgbClr val="FF6600"/>
              </a:buClr>
              <a:buSzPct val="100000"/>
              <a:defRPr/>
            </a:pPr>
            <a:endParaRPr lang="de-DE" sz="1200" noProof="0">
              <a:solidFill>
                <a:prstClr val="black"/>
              </a:solidFill>
              <a:latin typeface="Aptos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720990A-E550-6A16-A7B9-F423A6723E71}"/>
              </a:ext>
            </a:extLst>
          </p:cNvPr>
          <p:cNvGrpSpPr>
            <a:grpSpLocks/>
          </p:cNvGrpSpPr>
          <p:nvPr/>
        </p:nvGrpSpPr>
        <p:grpSpPr>
          <a:xfrm>
            <a:off x="6287732" y="1965467"/>
            <a:ext cx="1693834" cy="594684"/>
            <a:chOff x="6281100" y="1965467"/>
            <a:chExt cx="1693834" cy="594684"/>
          </a:xfrm>
        </p:grpSpPr>
        <p:sp>
          <p:nvSpPr>
            <p:cNvPr id="21" name="Rechteck 5">
              <a:extLst>
                <a:ext uri="{FF2B5EF4-FFF2-40B4-BE49-F238E27FC236}">
                  <a16:creationId xmlns:a16="http://schemas.microsoft.com/office/drawing/2014/main" id="{23898B92-FF74-70AE-4E74-C737D9A60D77}"/>
                </a:ext>
              </a:extLst>
            </p:cNvPr>
            <p:cNvSpPr>
              <a:spLocks/>
            </p:cNvSpPr>
            <p:nvPr/>
          </p:nvSpPr>
          <p:spPr>
            <a:xfrm>
              <a:off x="6281100" y="2092360"/>
              <a:ext cx="1693834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108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200" noProof="0" dirty="0">
                  <a:solidFill>
                    <a:schemeClr val="bg1">
                      <a:lumMod val="50000"/>
                    </a:schemeClr>
                  </a:solidFill>
                  <a:latin typeface="Aptos"/>
                </a:rPr>
                <a:t>28.09.2026</a:t>
              </a:r>
            </a:p>
          </p:txBody>
        </p:sp>
        <p:sp>
          <p:nvSpPr>
            <p:cNvPr id="22" name="Rechteck 4">
              <a:extLst>
                <a:ext uri="{FF2B5EF4-FFF2-40B4-BE49-F238E27FC236}">
                  <a16:creationId xmlns:a16="http://schemas.microsoft.com/office/drawing/2014/main" id="{B88EE354-0127-BF4A-FE1C-C832AA1294CA}"/>
                </a:ext>
              </a:extLst>
            </p:cNvPr>
            <p:cNvSpPr>
              <a:spLocks/>
            </p:cNvSpPr>
            <p:nvPr/>
          </p:nvSpPr>
          <p:spPr>
            <a:xfrm>
              <a:off x="6331227" y="1965467"/>
              <a:ext cx="1542339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noProof="0" dirty="0">
                  <a:solidFill>
                    <a:prstClr val="white"/>
                  </a:solidFill>
                  <a:latin typeface="Aptos"/>
                </a:rPr>
                <a:t>Erstellungsdatum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67B9E5D9-01C5-2DB0-0AF5-01775B381BD9}"/>
              </a:ext>
            </a:extLst>
          </p:cNvPr>
          <p:cNvGrpSpPr/>
          <p:nvPr/>
        </p:nvGrpSpPr>
        <p:grpSpPr>
          <a:xfrm>
            <a:off x="8028551" y="1965467"/>
            <a:ext cx="2467644" cy="594684"/>
            <a:chOff x="8028551" y="1965467"/>
            <a:chExt cx="2467644" cy="594684"/>
          </a:xfrm>
        </p:grpSpPr>
        <p:sp>
          <p:nvSpPr>
            <p:cNvPr id="24" name="Rechteck 5">
              <a:extLst>
                <a:ext uri="{FF2B5EF4-FFF2-40B4-BE49-F238E27FC236}">
                  <a16:creationId xmlns:a16="http://schemas.microsoft.com/office/drawing/2014/main" id="{5566E2DE-D0D8-62AE-E5BC-C1A610A9A99A}"/>
                </a:ext>
              </a:extLst>
            </p:cNvPr>
            <p:cNvSpPr>
              <a:spLocks/>
            </p:cNvSpPr>
            <p:nvPr/>
          </p:nvSpPr>
          <p:spPr>
            <a:xfrm>
              <a:off x="8028551" y="2092360"/>
              <a:ext cx="2467644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64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200" noProof="0" dirty="0">
                  <a:solidFill>
                    <a:schemeClr val="bg1">
                      <a:lumMod val="50000"/>
                    </a:schemeClr>
                  </a:solidFill>
                  <a:latin typeface="Aptos"/>
                </a:rPr>
                <a:t>[Geplantes Entscheidungsdatum im DAB eintragen]</a:t>
              </a:r>
            </a:p>
          </p:txBody>
        </p:sp>
        <p:sp>
          <p:nvSpPr>
            <p:cNvPr id="25" name="Rechteck 4">
              <a:extLst>
                <a:ext uri="{FF2B5EF4-FFF2-40B4-BE49-F238E27FC236}">
                  <a16:creationId xmlns:a16="http://schemas.microsoft.com/office/drawing/2014/main" id="{BE29E289-931C-7FF0-96F7-870F9C7AD3DF}"/>
                </a:ext>
              </a:extLst>
            </p:cNvPr>
            <p:cNvSpPr>
              <a:spLocks/>
            </p:cNvSpPr>
            <p:nvPr/>
          </p:nvSpPr>
          <p:spPr>
            <a:xfrm>
              <a:off x="8165730" y="1965467"/>
              <a:ext cx="2196587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noProof="0" dirty="0">
                  <a:solidFill>
                    <a:prstClr val="white"/>
                  </a:solidFill>
                  <a:latin typeface="Aptos"/>
                </a:rPr>
                <a:t>DAB-Entscheidungsdatum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7C28EBC-B503-C577-34DA-BEE9B41FD3A3}"/>
              </a:ext>
            </a:extLst>
          </p:cNvPr>
          <p:cNvGrpSpPr/>
          <p:nvPr/>
        </p:nvGrpSpPr>
        <p:grpSpPr>
          <a:xfrm>
            <a:off x="6468423" y="6311296"/>
            <a:ext cx="3527027" cy="341733"/>
            <a:chOff x="6270692" y="6228939"/>
            <a:chExt cx="4204447" cy="397713"/>
          </a:xfrm>
        </p:grpSpPr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25D08AC6-2A2E-4107-31E8-24F90592C62F}"/>
                </a:ext>
              </a:extLst>
            </p:cNvPr>
            <p:cNvGrpSpPr/>
            <p:nvPr/>
          </p:nvGrpSpPr>
          <p:grpSpPr>
            <a:xfrm>
              <a:off x="6270692" y="6228939"/>
              <a:ext cx="920053" cy="397713"/>
              <a:chOff x="5097605" y="6350439"/>
              <a:chExt cx="920053" cy="397713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C52699F9-5058-F484-F607-BFED5A1ADF0C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5461633" y="6350439"/>
                <a:ext cx="192000" cy="191997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txBody>
              <a:bodyPr rot="0" spcFirstLastPara="0" vertOverflow="overflow" horzOverflow="overflow" vert="horz" wrap="square" lIns="96000" tIns="96000" rIns="96000" bIns="9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defRPr/>
                </a:pPr>
                <a:endParaRPr lang="de-DE" sz="1400" b="1" noProof="0">
                  <a:solidFill>
                    <a:prstClr val="white"/>
                  </a:solidFill>
                  <a:latin typeface="Apto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5EEF96D-803D-0178-EC24-B2548DAAA307}"/>
                  </a:ext>
                </a:extLst>
              </p:cNvPr>
              <p:cNvSpPr txBox="1"/>
              <p:nvPr/>
            </p:nvSpPr>
            <p:spPr bwMode="gray">
              <a:xfrm>
                <a:off x="5097605" y="6542436"/>
                <a:ext cx="920053" cy="20571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buClr>
                    <a:srgbClr val="0341D2"/>
                  </a:buClr>
                  <a:defRPr/>
                </a:pPr>
                <a:r>
                  <a:rPr lang="de-DE" sz="800" noProof="0">
                    <a:solidFill>
                      <a:srgbClr val="414048"/>
                    </a:solidFill>
                    <a:latin typeface="Aptos"/>
                  </a:rPr>
                  <a:t>Freigegeben</a:t>
                </a:r>
              </a:p>
            </p:txBody>
          </p: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81C27154-250C-3EF0-9A73-EC13D2B9B01A}"/>
                </a:ext>
              </a:extLst>
            </p:cNvPr>
            <p:cNvGrpSpPr/>
            <p:nvPr/>
          </p:nvGrpSpPr>
          <p:grpSpPr>
            <a:xfrm>
              <a:off x="8528594" y="6228939"/>
              <a:ext cx="920053" cy="397713"/>
              <a:chOff x="7325747" y="6350439"/>
              <a:chExt cx="920053" cy="397713"/>
            </a:xfrm>
          </p:grpSpPr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842248C4-CBC6-766F-3567-05A079059261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7689774" y="6350439"/>
                <a:ext cx="192000" cy="191997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rgbClr val="FFFF00"/>
                </a:solidFill>
              </a:ln>
            </p:spPr>
            <p:txBody>
              <a:bodyPr rot="0" spcFirstLastPara="0" vertOverflow="overflow" horzOverflow="overflow" vert="horz" wrap="square" lIns="96000" tIns="96000" rIns="96000" bIns="9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defRPr/>
                </a:pPr>
                <a:endParaRPr lang="de-DE" sz="1400" b="1" noProof="0">
                  <a:solidFill>
                    <a:prstClr val="white"/>
                  </a:solidFill>
                  <a:latin typeface="Aptos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CEC7BB7-0329-6A93-61FB-07AA24E80C2C}"/>
                  </a:ext>
                </a:extLst>
              </p:cNvPr>
              <p:cNvSpPr txBox="1"/>
              <p:nvPr/>
            </p:nvSpPr>
            <p:spPr bwMode="gray">
              <a:xfrm>
                <a:off x="7325747" y="6542436"/>
                <a:ext cx="920053" cy="20571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buClr>
                    <a:srgbClr val="0341D2"/>
                  </a:buClr>
                  <a:defRPr/>
                </a:pPr>
                <a:r>
                  <a:rPr lang="de-DE" sz="800" noProof="0">
                    <a:solidFill>
                      <a:srgbClr val="414048"/>
                    </a:solidFill>
                    <a:latin typeface="Aptos"/>
                  </a:rPr>
                  <a:t>In Bearbeitung</a:t>
                </a:r>
              </a:p>
            </p:txBody>
          </p: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1F4D6A2B-7DB0-F586-AF12-3E039DE65AA2}"/>
                </a:ext>
              </a:extLst>
            </p:cNvPr>
            <p:cNvGrpSpPr/>
            <p:nvPr/>
          </p:nvGrpSpPr>
          <p:grpSpPr>
            <a:xfrm>
              <a:off x="9555086" y="6228939"/>
              <a:ext cx="920053" cy="397713"/>
              <a:chOff x="8382000" y="6350439"/>
              <a:chExt cx="920053" cy="397713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B5CEBFEE-2058-3613-C0A4-3835E2A4CE48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8746026" y="6350439"/>
                <a:ext cx="192000" cy="1919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txBody>
              <a:bodyPr rot="0" spcFirstLastPara="0" vertOverflow="overflow" horzOverflow="overflow" vert="horz" wrap="square" lIns="96000" tIns="96000" rIns="96000" bIns="9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defRPr/>
                </a:pPr>
                <a:endParaRPr lang="de-DE" sz="1400" b="1" noProof="0">
                  <a:solidFill>
                    <a:prstClr val="white"/>
                  </a:solidFill>
                  <a:latin typeface="Aptos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33F93FE-C57A-BE28-46BE-D56696F68CB3}"/>
                  </a:ext>
                </a:extLst>
              </p:cNvPr>
              <p:cNvSpPr txBox="1"/>
              <p:nvPr/>
            </p:nvSpPr>
            <p:spPr bwMode="gray">
              <a:xfrm>
                <a:off x="8382000" y="6542436"/>
                <a:ext cx="920053" cy="20571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buClr>
                    <a:srgbClr val="0341D2"/>
                  </a:buClr>
                  <a:defRPr/>
                </a:pPr>
                <a:r>
                  <a:rPr lang="de-DE" sz="800" noProof="0">
                    <a:solidFill>
                      <a:srgbClr val="414048"/>
                    </a:solidFill>
                    <a:latin typeface="Aptos"/>
                  </a:rPr>
                  <a:t>Nicht gestartet</a:t>
                </a:r>
              </a:p>
            </p:txBody>
          </p:sp>
        </p:grp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5B7AA520-A128-4C0F-21FA-B012B6151493}"/>
                </a:ext>
              </a:extLst>
            </p:cNvPr>
            <p:cNvGrpSpPr/>
            <p:nvPr/>
          </p:nvGrpSpPr>
          <p:grpSpPr>
            <a:xfrm>
              <a:off x="7297183" y="6228939"/>
              <a:ext cx="1124971" cy="397713"/>
              <a:chOff x="6104776" y="6350439"/>
              <a:chExt cx="1124971" cy="397713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19E6778D-3105-038F-23ED-B31FC2528CD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6571261" y="6350439"/>
                <a:ext cx="192000" cy="191997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rgbClr val="00B050"/>
                </a:solidFill>
              </a:ln>
            </p:spPr>
            <p:txBody>
              <a:bodyPr rot="0" spcFirstLastPara="0" vertOverflow="overflow" horzOverflow="overflow" vert="horz" wrap="square" lIns="96000" tIns="96000" rIns="96000" bIns="9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defRPr/>
                </a:pPr>
                <a:endParaRPr lang="de-DE" sz="1400" b="1" noProof="0">
                  <a:solidFill>
                    <a:prstClr val="white"/>
                  </a:solidFill>
                  <a:latin typeface="Aptos"/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055C03F-ABA1-70D7-10D6-EE60EFF47C76}"/>
                  </a:ext>
                </a:extLst>
              </p:cNvPr>
              <p:cNvSpPr txBox="1"/>
              <p:nvPr/>
            </p:nvSpPr>
            <p:spPr bwMode="gray">
              <a:xfrm>
                <a:off x="6104776" y="6542436"/>
                <a:ext cx="1124971" cy="20571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buClr>
                    <a:srgbClr val="0341D2"/>
                  </a:buClr>
                  <a:defRPr/>
                </a:pPr>
                <a:r>
                  <a:rPr lang="de-DE" sz="800" noProof="0">
                    <a:solidFill>
                      <a:srgbClr val="414048"/>
                    </a:solidFill>
                    <a:latin typeface="Aptos"/>
                  </a:rPr>
                  <a:t>Bereit zur Freigabe</a:t>
                </a:r>
              </a:p>
            </p:txBody>
          </p:sp>
        </p:grpSp>
      </p:grpSp>
      <p:sp>
        <p:nvSpPr>
          <p:cNvPr id="37" name="Oval 36">
            <a:extLst>
              <a:ext uri="{FF2B5EF4-FFF2-40B4-BE49-F238E27FC236}">
                <a16:creationId xmlns:a16="http://schemas.microsoft.com/office/drawing/2014/main" id="{351D90E6-0087-9AFA-3EC6-40CE50F09810}"/>
              </a:ext>
            </a:extLst>
          </p:cNvPr>
          <p:cNvSpPr/>
          <p:nvPr/>
        </p:nvSpPr>
        <p:spPr bwMode="gray">
          <a:xfrm>
            <a:off x="10764284" y="1597589"/>
            <a:ext cx="720000" cy="720000"/>
          </a:xfrm>
          <a:prstGeom prst="ellipse">
            <a:avLst/>
          </a:prstGeom>
          <a:solidFill>
            <a:srgbClr val="F2F2F2"/>
          </a:solidFill>
          <a:ln>
            <a:solidFill>
              <a:srgbClr val="FFFF00"/>
            </a:solidFill>
          </a:ln>
        </p:spPr>
        <p:txBody>
          <a:bodyPr rot="0" spcFirstLastPara="0" vertOverflow="overflow" horzOverflow="overflow" vert="horz" wrap="square" lIns="96000" tIns="96000" rIns="96000" bIns="9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08">
              <a:spcBef>
                <a:spcPts val="800"/>
              </a:spcBef>
              <a:spcAft>
                <a:spcPts val="800"/>
              </a:spcAft>
            </a:pPr>
            <a:endParaRPr lang="de-DE" sz="1400" b="1">
              <a:solidFill>
                <a:prstClr val="white"/>
              </a:solidFill>
              <a:latin typeface="Aptos"/>
            </a:endParaRPr>
          </a:p>
        </p:txBody>
      </p:sp>
      <p:sp>
        <p:nvSpPr>
          <p:cNvPr id="38" name="Rechteck 5">
            <a:extLst>
              <a:ext uri="{FF2B5EF4-FFF2-40B4-BE49-F238E27FC236}">
                <a16:creationId xmlns:a16="http://schemas.microsoft.com/office/drawing/2014/main" id="{5CBC0FBE-109A-04D7-1C0F-4BE2E919A628}"/>
              </a:ext>
            </a:extLst>
          </p:cNvPr>
          <p:cNvSpPr>
            <a:spLocks/>
          </p:cNvSpPr>
          <p:nvPr/>
        </p:nvSpPr>
        <p:spPr>
          <a:xfrm>
            <a:off x="10569330" y="1358523"/>
            <a:ext cx="1109909" cy="1191371"/>
          </a:xfrm>
          <a:prstGeom prst="rect">
            <a:avLst/>
          </a:prstGeom>
          <a:noFill/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00" tIns="256000" rIns="128000" bIns="64000" rtlCol="0" anchor="ctr" anchorCtr="0"/>
          <a:lstStyle/>
          <a:p>
            <a:pPr defTabSz="1624829">
              <a:lnSpc>
                <a:spcPct val="90000"/>
              </a:lnSpc>
              <a:spcBef>
                <a:spcPts val="533"/>
              </a:spcBef>
              <a:buClr>
                <a:srgbClr val="FF6600"/>
              </a:buClr>
              <a:buSzPct val="100000"/>
              <a:defRPr/>
            </a:pPr>
            <a:endParaRPr lang="de-DE" sz="1200" noProof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39" name="Rechteck 4">
            <a:extLst>
              <a:ext uri="{FF2B5EF4-FFF2-40B4-BE49-F238E27FC236}">
                <a16:creationId xmlns:a16="http://schemas.microsoft.com/office/drawing/2014/main" id="{50D1F423-FE0C-8E23-2DE4-C17BF9F6FE95}"/>
              </a:ext>
            </a:extLst>
          </p:cNvPr>
          <p:cNvSpPr>
            <a:spLocks/>
          </p:cNvSpPr>
          <p:nvPr/>
        </p:nvSpPr>
        <p:spPr>
          <a:xfrm>
            <a:off x="10692285" y="1217794"/>
            <a:ext cx="864000" cy="247016"/>
          </a:xfrm>
          <a:prstGeom prst="rect">
            <a:avLst/>
          </a:prstGeom>
          <a:solidFill>
            <a:srgbClr val="06518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400" b="1" noProof="0">
                <a:solidFill>
                  <a:prstClr val="white"/>
                </a:solidFill>
                <a:latin typeface="Aptos"/>
              </a:rPr>
              <a:t>Status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7BFB563-0978-2EE8-4584-364A102D358E}"/>
              </a:ext>
            </a:extLst>
          </p:cNvPr>
          <p:cNvSpPr/>
          <p:nvPr/>
        </p:nvSpPr>
        <p:spPr bwMode="gray">
          <a:xfrm>
            <a:off x="458788" y="2721140"/>
            <a:ext cx="4593001" cy="3437620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rot="0" spcFirstLastPara="0" vertOverflow="overflow" horzOverflow="overflow" vert="horz" wrap="square" lIns="72000" tIns="180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>
                <a:srgbClr val="FF6600"/>
              </a:buClr>
              <a:buSzTx/>
              <a:buFontTx/>
              <a:buNone/>
              <a:tabLst/>
              <a:defRPr/>
            </a:pPr>
            <a:r>
              <a:rPr kumimoji="0" lang="de-DE" sz="9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Entscheidungsfrage: Werden alle mehrstufigen Freigabeprozesse von DUS-Accounting mit dem S/4HANA-Cloud-Standard-Workflow plus SAP </a:t>
            </a:r>
            <a:r>
              <a:rPr kumimoji="0" lang="de-DE" sz="95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Build</a:t>
            </a:r>
            <a:r>
              <a:rPr kumimoji="0" lang="de-DE" sz="9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 </a:t>
            </a:r>
            <a:r>
              <a:rPr kumimoji="0" lang="de-DE" sz="95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Process</a:t>
            </a:r>
            <a:r>
              <a:rPr kumimoji="0" lang="de-DE" sz="9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 Automation auf SAP BTP abgebildet, oder nur mit dem Standard und organisatorischen Behelfslösungen?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>
                <a:srgbClr val="FF6600"/>
              </a:buClr>
              <a:buSzTx/>
              <a:buFontTx/>
              <a:buNone/>
              <a:tabLst/>
              <a:defRPr/>
            </a:pPr>
            <a:r>
              <a:rPr kumimoji="0" lang="de-DE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Ist Zustand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>
                <a:srgbClr val="FF6600"/>
              </a:buClr>
              <a:buSzTx/>
              <a:buFontTx/>
              <a:buNone/>
              <a:tabLst/>
              <a:defRPr/>
            </a:pPr>
            <a:r>
              <a:rPr kumimoji="0" lang="de-DE" sz="8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Freigaben laufen heute per </a:t>
            </a:r>
            <a:r>
              <a:rPr kumimoji="0" lang="de-DE" sz="8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Xflow</a:t>
            </a:r>
            <a:r>
              <a:rPr kumimoji="0" lang="de-DE" sz="8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, E-Mail und SharePoint: Rechnungsfreigabe, Abgrenzungen der Fachbereiche (ca. 25 E-Mails je Monats-, ca. 50 je Jahresabschluss), Anlagenabgänge mit Wertgrenzen (über 50.000 € Restbuchwert), Investitionsfreigabe unter 300.000 €, Debitorenfälle. Viele Freigeber sind gelegentliche Web-User ohne SAP-Lizenz.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>
                <a:srgbClr val="FF6600"/>
              </a:buClr>
              <a:buSzTx/>
              <a:buFontTx/>
              <a:buNone/>
              <a:tabLst/>
              <a:defRPr/>
            </a:pPr>
            <a:r>
              <a:rPr kumimoji="0" lang="de-DE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Auswirkung – Ohne Entscheidung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>
                <a:srgbClr val="FF6600"/>
              </a:buClr>
              <a:buSzTx/>
              <a:buFontTx/>
              <a:buNone/>
              <a:tabLst/>
              <a:defRPr/>
            </a:pPr>
            <a:r>
              <a:rPr kumimoji="0" lang="de-DE" sz="8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Je Prozess entstehen Einzellösungen (E-Mail, SharePoint, Custom </a:t>
            </a:r>
            <a:r>
              <a:rPr kumimoji="0" lang="de-DE" sz="8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Logic</a:t>
            </a:r>
            <a:r>
              <a:rPr kumimoji="0" lang="de-DE" sz="8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) ohne Revisionssicherheit; Lizenz- und Rollenkonzept für Freigeber bleibt offen; Risiko für Rechnungs- und Abschlussprozesse.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>
                <a:srgbClr val="FF6600"/>
              </a:buClr>
              <a:buSzTx/>
              <a:buFontTx/>
              <a:buNone/>
              <a:tabLst/>
              <a:defRPr/>
            </a:pPr>
            <a:r>
              <a:rPr kumimoji="0" lang="de-DE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Lösungsvorschläge beschreiben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>
                <a:srgbClr val="FF6600"/>
              </a:buClr>
              <a:buSzTx/>
              <a:buFontTx/>
              <a:buNone/>
              <a:tabLst/>
              <a:defRPr/>
            </a:pPr>
            <a:r>
              <a:rPr kumimoji="0" lang="de-DE" sz="8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Option 1: Standard Flexible Workflow (Lieferantenrechnung, </a:t>
            </a:r>
            <a:r>
              <a:rPr kumimoji="0" lang="de-DE" sz="8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Responsibility</a:t>
            </a:r>
            <a:r>
              <a:rPr kumimoji="0" lang="de-DE" sz="8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 Management, Situation Handling) plus SAP </a:t>
            </a:r>
            <a:r>
              <a:rPr kumimoji="0" lang="de-DE" sz="8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Build</a:t>
            </a:r>
            <a:r>
              <a:rPr kumimoji="0" lang="de-DE" sz="8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 </a:t>
            </a:r>
            <a:r>
              <a:rPr kumimoji="0" lang="de-DE" sz="8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Process</a:t>
            </a:r>
            <a:r>
              <a:rPr kumimoji="0" lang="de-DE" sz="8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 Automation (BTP) für alle nicht abgedeckten Freigaben, SAP Task Center als </a:t>
            </a:r>
            <a:r>
              <a:rPr kumimoji="0" lang="de-DE" sz="8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Sammelinbox</a:t>
            </a:r>
            <a:r>
              <a:rPr kumimoji="0" lang="de-DE" sz="8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. Option 2: nur S/4HANA-Standard, Lücken bleiben organisatorisch (SharePoint, E-Mail). </a:t>
            </a:r>
          </a:p>
          <a:p>
            <a:pPr defTabSz="914377">
              <a:spcBef>
                <a:spcPts val="300"/>
              </a:spcBef>
              <a:spcAft>
                <a:spcPts val="300"/>
              </a:spcAft>
              <a:buClr>
                <a:srgbClr val="FF6600"/>
              </a:buClr>
              <a:defRPr/>
            </a:pPr>
            <a:endParaRPr lang="de-DE" sz="1300" dirty="0">
              <a:solidFill>
                <a:prstClr val="black"/>
              </a:solidFill>
              <a:latin typeface="Aptos"/>
              <a:cs typeface="Arial"/>
            </a:endParaRPr>
          </a:p>
          <a:p>
            <a:pPr defTabSz="914377">
              <a:spcBef>
                <a:spcPts val="300"/>
              </a:spcBef>
              <a:spcAft>
                <a:spcPts val="300"/>
              </a:spcAft>
              <a:buClr>
                <a:srgbClr val="FF6600"/>
              </a:buClr>
              <a:defRPr/>
            </a:pPr>
            <a:endParaRPr lang="de-DE" sz="1300" dirty="0">
              <a:solidFill>
                <a:prstClr val="black"/>
              </a:solidFill>
              <a:latin typeface="Aptos"/>
              <a:cs typeface="Arial"/>
            </a:endParaRPr>
          </a:p>
          <a:p>
            <a:pPr defTabSz="914377">
              <a:spcBef>
                <a:spcPts val="300"/>
              </a:spcBef>
              <a:spcAft>
                <a:spcPts val="300"/>
              </a:spcAft>
              <a:buClr>
                <a:srgbClr val="FF6600"/>
              </a:buClr>
              <a:defRPr/>
            </a:pPr>
            <a:endParaRPr lang="de-DE" sz="1300" dirty="0">
              <a:solidFill>
                <a:prstClr val="black"/>
              </a:solidFill>
              <a:latin typeface="Aptos"/>
              <a:cs typeface="Arial"/>
            </a:endParaRPr>
          </a:p>
          <a:p>
            <a:pPr defTabSz="914377">
              <a:spcBef>
                <a:spcPts val="300"/>
              </a:spcBef>
              <a:spcAft>
                <a:spcPts val="300"/>
              </a:spcAft>
              <a:buClr>
                <a:srgbClr val="FF6600"/>
              </a:buClr>
              <a:defRPr/>
            </a:pPr>
            <a:endParaRPr lang="de-DE" sz="1300" noProof="0" dirty="0">
              <a:solidFill>
                <a:prstClr val="black"/>
              </a:solidFill>
              <a:latin typeface="Aptos"/>
              <a:cs typeface="Arial"/>
            </a:endParaRPr>
          </a:p>
          <a:p>
            <a:pPr defTabSz="914377">
              <a:spcBef>
                <a:spcPts val="300"/>
              </a:spcBef>
              <a:spcAft>
                <a:spcPts val="300"/>
              </a:spcAft>
              <a:buClr>
                <a:srgbClr val="FF6600"/>
              </a:buClr>
              <a:defRPr/>
            </a:pPr>
            <a:endParaRPr lang="de-DE" sz="1300" noProof="0" dirty="0">
              <a:solidFill>
                <a:prstClr val="black"/>
              </a:solidFill>
              <a:latin typeface="Aptos"/>
              <a:cs typeface="Arial"/>
            </a:endParaRPr>
          </a:p>
        </p:txBody>
      </p:sp>
      <p:sp>
        <p:nvSpPr>
          <p:cNvPr id="55" name="Rechteck 4">
            <a:extLst>
              <a:ext uri="{FF2B5EF4-FFF2-40B4-BE49-F238E27FC236}">
                <a16:creationId xmlns:a16="http://schemas.microsoft.com/office/drawing/2014/main" id="{4B6F9EB1-09FB-A1C8-5001-B876BE075128}"/>
              </a:ext>
            </a:extLst>
          </p:cNvPr>
          <p:cNvSpPr/>
          <p:nvPr/>
        </p:nvSpPr>
        <p:spPr>
          <a:xfrm>
            <a:off x="590499" y="2607270"/>
            <a:ext cx="1872000" cy="2470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400" b="1" noProof="0" dirty="0">
                <a:solidFill>
                  <a:srgbClr val="414048"/>
                </a:solidFill>
                <a:latin typeface="Aptos"/>
              </a:rPr>
              <a:t>KDD Beschreibung</a:t>
            </a:r>
          </a:p>
        </p:txBody>
      </p:sp>
      <p:sp>
        <p:nvSpPr>
          <p:cNvPr id="56" name="Textfeld 4">
            <a:extLst>
              <a:ext uri="{FF2B5EF4-FFF2-40B4-BE49-F238E27FC236}">
                <a16:creationId xmlns:a16="http://schemas.microsoft.com/office/drawing/2014/main" id="{AF302C0D-61C0-0EF0-6BE3-872953E5D2A2}"/>
              </a:ext>
            </a:extLst>
          </p:cNvPr>
          <p:cNvSpPr txBox="1"/>
          <p:nvPr/>
        </p:nvSpPr>
        <p:spPr bwMode="gray">
          <a:xfrm>
            <a:off x="1438557" y="315048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914377">
              <a:spcBef>
                <a:spcPts val="600"/>
              </a:spcBef>
              <a:spcAft>
                <a:spcPts val="600"/>
              </a:spcAft>
              <a:buClr>
                <a:srgbClr val="0341D2"/>
              </a:buClr>
              <a:defRPr/>
            </a:pPr>
            <a:endParaRPr lang="de-DE" sz="1400" b="1" noProof="0">
              <a:solidFill>
                <a:srgbClr val="414048"/>
              </a:solidFill>
              <a:latin typeface="Aptos"/>
            </a:endParaRPr>
          </a:p>
        </p:txBody>
      </p:sp>
      <p:sp>
        <p:nvSpPr>
          <p:cNvPr id="57" name="Textfeld 7">
            <a:extLst>
              <a:ext uri="{FF2B5EF4-FFF2-40B4-BE49-F238E27FC236}">
                <a16:creationId xmlns:a16="http://schemas.microsoft.com/office/drawing/2014/main" id="{7DA2A62C-B50F-D84B-52AC-913814019069}"/>
              </a:ext>
            </a:extLst>
          </p:cNvPr>
          <p:cNvSpPr txBox="1"/>
          <p:nvPr/>
        </p:nvSpPr>
        <p:spPr bwMode="gray">
          <a:xfrm>
            <a:off x="712047" y="303775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914377">
              <a:spcBef>
                <a:spcPts val="600"/>
              </a:spcBef>
              <a:spcAft>
                <a:spcPts val="600"/>
              </a:spcAft>
              <a:buClr>
                <a:srgbClr val="0341D2"/>
              </a:buClr>
              <a:defRPr/>
            </a:pPr>
            <a:endParaRPr lang="de-DE" sz="1400" b="1" noProof="0">
              <a:solidFill>
                <a:srgbClr val="414048"/>
              </a:solidFill>
              <a:latin typeface="Aptos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FBFDAA9-46E4-962B-3AFA-466B74D2D1AA}"/>
              </a:ext>
            </a:extLst>
          </p:cNvPr>
          <p:cNvGrpSpPr>
            <a:grpSpLocks/>
          </p:cNvGrpSpPr>
          <p:nvPr/>
        </p:nvGrpSpPr>
        <p:grpSpPr>
          <a:xfrm>
            <a:off x="2332795" y="1965467"/>
            <a:ext cx="3907953" cy="594684"/>
            <a:chOff x="4516748" y="1965467"/>
            <a:chExt cx="1729532" cy="594684"/>
          </a:xfrm>
        </p:grpSpPr>
        <p:sp>
          <p:nvSpPr>
            <p:cNvPr id="27" name="Rechteck 5">
              <a:extLst>
                <a:ext uri="{FF2B5EF4-FFF2-40B4-BE49-F238E27FC236}">
                  <a16:creationId xmlns:a16="http://schemas.microsoft.com/office/drawing/2014/main" id="{0EA4EC20-7BB5-41ED-DCE8-FAA0B09E13C6}"/>
                </a:ext>
              </a:extLst>
            </p:cNvPr>
            <p:cNvSpPr>
              <a:spLocks/>
            </p:cNvSpPr>
            <p:nvPr/>
          </p:nvSpPr>
          <p:spPr>
            <a:xfrm>
              <a:off x="4516748" y="2092360"/>
              <a:ext cx="1729532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64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200" noProof="0" dirty="0">
                  <a:solidFill>
                    <a:schemeClr val="bg1">
                      <a:lumMod val="50000"/>
                    </a:schemeClr>
                  </a:solidFill>
                  <a:latin typeface="Aptos"/>
                </a:rPr>
                <a:t>SuccessFactors, Einkauf, Investitionsfreigabe (Projekt-Controlling)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A47D08DC-D3D4-7B96-D04B-08C2E65753EE}"/>
                </a:ext>
              </a:extLst>
            </p:cNvPr>
            <p:cNvSpPr>
              <a:spLocks/>
            </p:cNvSpPr>
            <p:nvPr/>
          </p:nvSpPr>
          <p:spPr bwMode="gray">
            <a:xfrm>
              <a:off x="4572361" y="1965467"/>
              <a:ext cx="1618307" cy="247016"/>
            </a:xfrm>
            <a:prstGeom prst="rect">
              <a:avLst/>
            </a:prstGeom>
            <a:solidFill>
              <a:srgbClr val="065185"/>
            </a:solidFill>
            <a:ln>
              <a:noFill/>
            </a:ln>
          </p:spPr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4377">
                <a:spcBef>
                  <a:spcPts val="600"/>
                </a:spcBef>
                <a:spcAft>
                  <a:spcPts val="600"/>
                </a:spcAft>
                <a:defRPr/>
              </a:pPr>
              <a:r>
                <a:rPr lang="de-DE" sz="1300" b="1" noProof="0" dirty="0">
                  <a:solidFill>
                    <a:prstClr val="white"/>
                  </a:solidFill>
                  <a:latin typeface="Aptos"/>
                </a:rPr>
                <a:t>Schnittstellen zu anderen Projekten/Streams</a:t>
              </a:r>
              <a:endParaRPr lang="de-DE" sz="1300" b="1" baseline="30000" noProof="0" dirty="0">
                <a:solidFill>
                  <a:prstClr val="white"/>
                </a:solidFill>
                <a:latin typeface="Aptos"/>
              </a:endParaRPr>
            </a:p>
          </p:txBody>
        </p:sp>
      </p:grpSp>
      <p:sp>
        <p:nvSpPr>
          <p:cNvPr id="62" name="Rechteck 5">
            <a:extLst>
              <a:ext uri="{FF2B5EF4-FFF2-40B4-BE49-F238E27FC236}">
                <a16:creationId xmlns:a16="http://schemas.microsoft.com/office/drawing/2014/main" id="{F79A5E9C-D3A0-C955-4B7E-781506C4C00D}"/>
              </a:ext>
            </a:extLst>
          </p:cNvPr>
          <p:cNvSpPr/>
          <p:nvPr/>
        </p:nvSpPr>
        <p:spPr>
          <a:xfrm>
            <a:off x="8478166" y="2721140"/>
            <a:ext cx="3201071" cy="791727"/>
          </a:xfrm>
          <a:prstGeom prst="rect">
            <a:avLst/>
          </a:prstGeom>
          <a:noFill/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00" tIns="144000" rIns="48000" bIns="64000" numCol="1" rtlCol="0" anchor="t" anchorCtr="0"/>
          <a:lstStyle/>
          <a:p>
            <a:pPr marL="0" marR="0" lvl="0" indent="0" algn="l" defTabSz="1624829" rtl="0" eaLnBrk="1" fontAlgn="auto" latinLnBrk="0" hangingPunct="1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de-DE" sz="9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Offen. </a:t>
            </a:r>
          </a:p>
          <a:p>
            <a:pPr marL="0" marR="0" lvl="0" indent="0" algn="l" defTabSz="1624829" rtl="0" eaLnBrk="1" fontAlgn="auto" latinLnBrk="0" hangingPunct="1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de-DE" sz="9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Entscheider: offen. </a:t>
            </a:r>
          </a:p>
          <a:p>
            <a:pPr marL="0" marR="0" lvl="0" indent="0" algn="l" defTabSz="1624829" rtl="0" eaLnBrk="1" fontAlgn="auto" latinLnBrk="0" hangingPunct="1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de-DE" sz="9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Datum: offen. </a:t>
            </a:r>
          </a:p>
        </p:txBody>
      </p:sp>
      <p:sp>
        <p:nvSpPr>
          <p:cNvPr id="63" name="Rechteck 4">
            <a:extLst>
              <a:ext uri="{FF2B5EF4-FFF2-40B4-BE49-F238E27FC236}">
                <a16:creationId xmlns:a16="http://schemas.microsoft.com/office/drawing/2014/main" id="{842A5091-D58B-1466-2182-4DD4EAFE628E}"/>
              </a:ext>
            </a:extLst>
          </p:cNvPr>
          <p:cNvSpPr/>
          <p:nvPr/>
        </p:nvSpPr>
        <p:spPr>
          <a:xfrm>
            <a:off x="8663853" y="2595002"/>
            <a:ext cx="2257591" cy="2470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400" b="1" noProof="0" dirty="0">
                <a:solidFill>
                  <a:srgbClr val="414048"/>
                </a:solidFill>
                <a:latin typeface="Aptos"/>
              </a:rPr>
              <a:t>Entscheidung getroffen</a:t>
            </a:r>
          </a:p>
        </p:txBody>
      </p:sp>
      <p:sp>
        <p:nvSpPr>
          <p:cNvPr id="64" name="Textfeld 24">
            <a:extLst>
              <a:ext uri="{FF2B5EF4-FFF2-40B4-BE49-F238E27FC236}">
                <a16:creationId xmlns:a16="http://schemas.microsoft.com/office/drawing/2014/main" id="{84AB3BEB-28DD-5665-8B36-C67B55A748F3}"/>
              </a:ext>
            </a:extLst>
          </p:cNvPr>
          <p:cNvSpPr txBox="1"/>
          <p:nvPr/>
        </p:nvSpPr>
        <p:spPr bwMode="gray">
          <a:xfrm>
            <a:off x="1801811" y="3221873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914377">
              <a:spcBef>
                <a:spcPts val="600"/>
              </a:spcBef>
              <a:spcAft>
                <a:spcPts val="600"/>
              </a:spcAft>
              <a:buClr>
                <a:srgbClr val="0341D2"/>
              </a:buClr>
              <a:defRPr/>
            </a:pPr>
            <a:endParaRPr lang="de-DE" sz="1400" b="1" noProof="0">
              <a:solidFill>
                <a:srgbClr val="414048"/>
              </a:solidFill>
              <a:latin typeface="Aptos"/>
            </a:endParaRPr>
          </a:p>
        </p:txBody>
      </p:sp>
      <p:sp>
        <p:nvSpPr>
          <p:cNvPr id="65" name="Rectangle 21">
            <a:extLst>
              <a:ext uri="{FF2B5EF4-FFF2-40B4-BE49-F238E27FC236}">
                <a16:creationId xmlns:a16="http://schemas.microsoft.com/office/drawing/2014/main" id="{C5493A8C-16DD-5863-33ED-0A1DEE36566C}"/>
              </a:ext>
            </a:extLst>
          </p:cNvPr>
          <p:cNvSpPr/>
          <p:nvPr/>
        </p:nvSpPr>
        <p:spPr bwMode="gray">
          <a:xfrm>
            <a:off x="5153941" y="3751738"/>
            <a:ext cx="6525296" cy="1871248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rot="0" spcFirstLastPara="0" vertOverflow="overflow" horzOverflow="overflow" vert="horz" wrap="square" lIns="72000" tIns="180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FF6600"/>
              </a:buClr>
              <a:buSzTx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Empfehlung: Option 1. Die Rechnungsfreigabe bleibt im Standard-Workflow nach aktuellem Stand. Anlagenabgänge, Investitionsfreigabe, Debitorenfälle, Self-Service-Abgrenzungen, tägliche Erinnerungs-Digests und externe Prüfer werden einmalig auf SAP </a:t>
            </a:r>
            <a:r>
              <a:rPr kumimoji="0" lang="de-DE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Build</a:t>
            </a: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 </a:t>
            </a:r>
            <a:r>
              <a:rPr kumimoji="0" lang="de-DE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Process</a:t>
            </a: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 Automation aufgesetzt statt in fünf Einzellösungen. Standard-Erweiterungen bleiben Key-User-</a:t>
            </a:r>
            <a:r>
              <a:rPr kumimoji="0" lang="de-DE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Extensibility</a:t>
            </a: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, BTP-Prozesse nutzen freigegebene APIs (Clean Core, </a:t>
            </a:r>
            <a:r>
              <a:rPr kumimoji="0" lang="de-DE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upgradesicher</a:t>
            </a: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).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FF6600"/>
              </a:buClr>
              <a:buSzTx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Auswirkungen bei Umsetzung: Prozess: einheitliches Freigabemodell mit Wertgrenzen je Prozess. Organisation: Pflege der Genehmiger zentral (Bspw. </a:t>
            </a:r>
            <a:r>
              <a:rPr kumimoji="0" lang="de-DE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Responsibility</a:t>
            </a: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 Management in S/4HANA), BPA liest per API. Integration: SuccessFactors-Hierarchie mit </a:t>
            </a:r>
            <a:r>
              <a:rPr kumimoji="0" lang="de-DE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Fallback</a:t>
            </a: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 manuelle Pflege. Daten: Freigabehistorie revisionssicher in BPA/S/4HANA. </a:t>
            </a:r>
          </a:p>
          <a:p>
            <a:pPr defTabSz="914377">
              <a:spcBef>
                <a:spcPts val="300"/>
              </a:spcBef>
              <a:spcAft>
                <a:spcPts val="300"/>
              </a:spcAft>
              <a:buClr>
                <a:srgbClr val="FF6600"/>
              </a:buClr>
              <a:defRPr/>
            </a:pPr>
            <a:endParaRPr lang="de-DE" sz="1300" dirty="0">
              <a:solidFill>
                <a:srgbClr val="414048"/>
              </a:solidFill>
              <a:latin typeface="Aptos"/>
              <a:cs typeface="Arial"/>
            </a:endParaRPr>
          </a:p>
          <a:p>
            <a:pPr defTabSz="914377">
              <a:spcBef>
                <a:spcPts val="300"/>
              </a:spcBef>
              <a:spcAft>
                <a:spcPts val="300"/>
              </a:spcAft>
              <a:buClr>
                <a:srgbClr val="FF6600"/>
              </a:buClr>
              <a:defRPr/>
            </a:pPr>
            <a:endParaRPr lang="de-DE" sz="1300" noProof="0" dirty="0">
              <a:solidFill>
                <a:srgbClr val="414048"/>
              </a:solidFill>
              <a:latin typeface="Aptos"/>
              <a:cs typeface="Arial"/>
            </a:endParaRPr>
          </a:p>
          <a:p>
            <a:pPr defTabSz="914377">
              <a:spcBef>
                <a:spcPts val="300"/>
              </a:spcBef>
              <a:spcAft>
                <a:spcPts val="300"/>
              </a:spcAft>
              <a:buClr>
                <a:srgbClr val="FF6600"/>
              </a:buClr>
              <a:defRPr/>
            </a:pPr>
            <a:endParaRPr lang="de-DE" sz="1300" dirty="0">
              <a:solidFill>
                <a:srgbClr val="414048"/>
              </a:solidFill>
              <a:latin typeface="Aptos"/>
              <a:cs typeface="Arial"/>
            </a:endParaRPr>
          </a:p>
          <a:p>
            <a:pPr defTabSz="914377">
              <a:spcBef>
                <a:spcPts val="300"/>
              </a:spcBef>
              <a:spcAft>
                <a:spcPts val="300"/>
              </a:spcAft>
              <a:buClr>
                <a:srgbClr val="FF6600"/>
              </a:buClr>
              <a:defRPr/>
            </a:pPr>
            <a:endParaRPr lang="de-DE" sz="1300" b="1" u="sng" noProof="0" dirty="0">
              <a:solidFill>
                <a:srgbClr val="414048"/>
              </a:solidFill>
              <a:latin typeface="Aptos"/>
              <a:cs typeface="Arial"/>
            </a:endParaRPr>
          </a:p>
        </p:txBody>
      </p:sp>
      <p:sp>
        <p:nvSpPr>
          <p:cNvPr id="66" name="Rechteck 4">
            <a:extLst>
              <a:ext uri="{FF2B5EF4-FFF2-40B4-BE49-F238E27FC236}">
                <a16:creationId xmlns:a16="http://schemas.microsoft.com/office/drawing/2014/main" id="{24B85655-4A51-16E1-361D-C5B341D194A2}"/>
              </a:ext>
            </a:extLst>
          </p:cNvPr>
          <p:cNvSpPr/>
          <p:nvPr/>
        </p:nvSpPr>
        <p:spPr>
          <a:xfrm>
            <a:off x="5339628" y="3625579"/>
            <a:ext cx="2381223" cy="2470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400" b="1" noProof="0" dirty="0">
                <a:solidFill>
                  <a:srgbClr val="414048"/>
                </a:solidFill>
                <a:latin typeface="Aptos"/>
              </a:rPr>
              <a:t>Lösungsempfehlung</a:t>
            </a:r>
          </a:p>
        </p:txBody>
      </p:sp>
      <p:sp>
        <p:nvSpPr>
          <p:cNvPr id="68" name="Rechteck 5">
            <a:extLst>
              <a:ext uri="{FF2B5EF4-FFF2-40B4-BE49-F238E27FC236}">
                <a16:creationId xmlns:a16="http://schemas.microsoft.com/office/drawing/2014/main" id="{DEE2A3B3-7DC0-3486-7ECE-69053AE3F629}"/>
              </a:ext>
            </a:extLst>
          </p:cNvPr>
          <p:cNvSpPr/>
          <p:nvPr/>
        </p:nvSpPr>
        <p:spPr>
          <a:xfrm>
            <a:off x="5153941" y="2724878"/>
            <a:ext cx="3201071" cy="787989"/>
          </a:xfrm>
          <a:prstGeom prst="rect">
            <a:avLst/>
          </a:prstGeom>
          <a:noFill/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00" tIns="144000" rIns="128000" bIns="64000" rtlCol="0" anchor="t" anchorCtr="0"/>
          <a:lstStyle/>
          <a:p>
            <a:pPr marL="0" marR="0" lvl="0" indent="0" algn="l" defTabSz="162482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de-DE" sz="8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t>Anzahl Freigeber/Web-User je Prozess; SAP-Bestätigung Lizenztyp User und BPA; Wertgrenzen und Rollen je Prozess durch Düsseldorf Flughafen</a:t>
            </a:r>
          </a:p>
        </p:txBody>
      </p:sp>
      <p:sp>
        <p:nvSpPr>
          <p:cNvPr id="69" name="Rechteck 4">
            <a:extLst>
              <a:ext uri="{FF2B5EF4-FFF2-40B4-BE49-F238E27FC236}">
                <a16:creationId xmlns:a16="http://schemas.microsoft.com/office/drawing/2014/main" id="{25E6C380-2F70-B650-394B-C372DFB7B449}"/>
              </a:ext>
            </a:extLst>
          </p:cNvPr>
          <p:cNvSpPr/>
          <p:nvPr/>
        </p:nvSpPr>
        <p:spPr>
          <a:xfrm>
            <a:off x="5339628" y="2601237"/>
            <a:ext cx="2813615" cy="2470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400" b="1" noProof="0" dirty="0">
                <a:solidFill>
                  <a:srgbClr val="414048"/>
                </a:solidFill>
                <a:latin typeface="Aptos"/>
              </a:rPr>
              <a:t>Entscheidungsvoraussetzungen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E67A247-81CF-00BB-6584-E25038769436}"/>
              </a:ext>
            </a:extLst>
          </p:cNvPr>
          <p:cNvGrpSpPr/>
          <p:nvPr/>
        </p:nvGrpSpPr>
        <p:grpSpPr>
          <a:xfrm>
            <a:off x="457200" y="1235014"/>
            <a:ext cx="2347613" cy="594684"/>
            <a:chOff x="457200" y="1235014"/>
            <a:chExt cx="2347613" cy="594684"/>
          </a:xfrm>
        </p:grpSpPr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4BE50952-10BF-9781-F8C8-9E8BD1695C27}"/>
                </a:ext>
              </a:extLst>
            </p:cNvPr>
            <p:cNvSpPr>
              <a:spLocks/>
            </p:cNvSpPr>
            <p:nvPr/>
          </p:nvSpPr>
          <p:spPr>
            <a:xfrm>
              <a:off x="457200" y="1361907"/>
              <a:ext cx="2347613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64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200" dirty="0">
                  <a:solidFill>
                    <a:schemeClr val="bg1">
                      <a:lumMod val="50000"/>
                    </a:schemeClr>
                  </a:solidFill>
                  <a:latin typeface="Aptos"/>
                </a:rPr>
                <a:t>KDD_FI_001</a:t>
              </a:r>
            </a:p>
          </p:txBody>
        </p:sp>
        <p:sp>
          <p:nvSpPr>
            <p:cNvPr id="84" name="Rechteck 4">
              <a:extLst>
                <a:ext uri="{FF2B5EF4-FFF2-40B4-BE49-F238E27FC236}">
                  <a16:creationId xmlns:a16="http://schemas.microsoft.com/office/drawing/2014/main" id="{478DE72E-7086-4B29-3D6D-FD6B3C70A73E}"/>
                </a:ext>
              </a:extLst>
            </p:cNvPr>
            <p:cNvSpPr>
              <a:spLocks/>
            </p:cNvSpPr>
            <p:nvPr/>
          </p:nvSpPr>
          <p:spPr>
            <a:xfrm>
              <a:off x="599006" y="1235014"/>
              <a:ext cx="2064000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noProof="0">
                  <a:solidFill>
                    <a:prstClr val="white"/>
                  </a:solidFill>
                  <a:latin typeface="Aptos"/>
                </a:rPr>
                <a:t>#ID</a:t>
              </a:r>
            </a:p>
          </p:txBody>
        </p:sp>
      </p:grpSp>
      <p:sp>
        <p:nvSpPr>
          <p:cNvPr id="85" name="Rechteck 4">
            <a:extLst>
              <a:ext uri="{FF2B5EF4-FFF2-40B4-BE49-F238E27FC236}">
                <a16:creationId xmlns:a16="http://schemas.microsoft.com/office/drawing/2014/main" id="{74CF2AE7-CEFA-40B0-C816-CB214DEC16EE}"/>
              </a:ext>
            </a:extLst>
          </p:cNvPr>
          <p:cNvSpPr>
            <a:spLocks/>
          </p:cNvSpPr>
          <p:nvPr/>
        </p:nvSpPr>
        <p:spPr>
          <a:xfrm>
            <a:off x="6046810" y="5563101"/>
            <a:ext cx="4751556" cy="247016"/>
          </a:xfrm>
          <a:prstGeom prst="rect">
            <a:avLst/>
          </a:prstGeom>
          <a:solidFill>
            <a:srgbClr val="06518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algn="ctr"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300" b="1" noProof="0" dirty="0">
                <a:solidFill>
                  <a:prstClr val="white"/>
                </a:solidFill>
                <a:latin typeface="Aptos"/>
              </a:rPr>
              <a:t>Risiko Gesamt</a:t>
            </a:r>
          </a:p>
        </p:txBody>
      </p:sp>
      <p:sp>
        <p:nvSpPr>
          <p:cNvPr id="87" name="Title 2">
            <a:extLst>
              <a:ext uri="{FF2B5EF4-FFF2-40B4-BE49-F238E27FC236}">
                <a16:creationId xmlns:a16="http://schemas.microsoft.com/office/drawing/2014/main" id="{73B14AB3-3A4A-E6E2-37DF-94749A4B77DD}"/>
              </a:ext>
            </a:extLst>
          </p:cNvPr>
          <p:cNvSpPr txBox="1">
            <a:spLocks/>
          </p:cNvSpPr>
          <p:nvPr/>
        </p:nvSpPr>
        <p:spPr bwMode="gray">
          <a:xfrm>
            <a:off x="501651" y="317501"/>
            <a:ext cx="11188700" cy="334099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spcBef>
                <a:spcPts val="0"/>
              </a:spcBef>
              <a:spcAft>
                <a:spcPts val="0"/>
              </a:spcAft>
              <a:buNone/>
              <a:defRPr sz="2100" kern="1200">
                <a:solidFill>
                  <a:schemeClr val="tx1"/>
                </a:solidFill>
                <a:latin typeface="Aptos" panose="020B0004020202020204" pitchFamily="34" charset="0"/>
                <a:ea typeface="+mj-ea"/>
                <a:cs typeface="Calibri Light" panose="020F0302020204030204" pitchFamily="34" charset="0"/>
              </a:defRPr>
            </a:lvl1pPr>
          </a:lstStyle>
          <a:p>
            <a:pPr defTabSz="914377">
              <a:defRPr/>
            </a:pPr>
            <a:endParaRPr lang="de-DE" b="1" noProof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C8E27B-D237-5244-991F-72A519042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noProof="0" dirty="0"/>
              <a:t>KDD</a:t>
            </a:r>
            <a:r>
              <a:rPr lang="de-DE" dirty="0"/>
              <a:t>_FI_001</a:t>
            </a:r>
            <a:br>
              <a:rPr lang="de-DE" noProof="0" dirty="0"/>
            </a:br>
            <a:endParaRPr lang="de-DE" noProof="0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08AF7C6B-39EA-B196-2FE8-BB4BF44792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1/2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C34E241-5F5B-D77E-1F76-06675FBCE216}"/>
              </a:ext>
            </a:extLst>
          </p:cNvPr>
          <p:cNvGrpSpPr/>
          <p:nvPr/>
        </p:nvGrpSpPr>
        <p:grpSpPr>
          <a:xfrm>
            <a:off x="6854330" y="5870252"/>
            <a:ext cx="881301" cy="237326"/>
            <a:chOff x="3154852" y="2031715"/>
            <a:chExt cx="868104" cy="237325"/>
          </a:xfrm>
        </p:grpSpPr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B49E281-2096-9D66-4A6A-7DDAA33C21C2}"/>
                </a:ext>
              </a:extLst>
            </p:cNvPr>
            <p:cNvSpPr txBox="1"/>
            <p:nvPr/>
          </p:nvSpPr>
          <p:spPr>
            <a:xfrm>
              <a:off x="3484897" y="2080821"/>
              <a:ext cx="538059" cy="16722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200" dirty="0">
                  <a:solidFill>
                    <a:prstClr val="black"/>
                  </a:solidFill>
                  <a:latin typeface="Aptos"/>
                </a:rPr>
                <a:t>Niedrig</a:t>
              </a:r>
              <a:endParaRPr lang="de-DE" sz="1200" noProof="0" dirty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4FC762B5-F04B-13E3-B2D1-9D02B8536DB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154852" y="2031715"/>
              <a:ext cx="237324" cy="237325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200" noProof="0" dirty="0">
                  <a:solidFill>
                    <a:prstClr val="black"/>
                  </a:solidFill>
                  <a:latin typeface="Aptos"/>
                </a:rPr>
                <a:t> 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BCA9872-0EE5-C398-5549-DD67DA3E0A0D}"/>
              </a:ext>
            </a:extLst>
          </p:cNvPr>
          <p:cNvGrpSpPr/>
          <p:nvPr/>
        </p:nvGrpSpPr>
        <p:grpSpPr>
          <a:xfrm>
            <a:off x="7899009" y="5870252"/>
            <a:ext cx="764844" cy="237326"/>
            <a:chOff x="4349537" y="2031715"/>
            <a:chExt cx="753391" cy="237325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F63E62B2-36DC-0D9E-EBCD-2406C47F04D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49537" y="2031715"/>
              <a:ext cx="237324" cy="237325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200" noProof="0" dirty="0">
                  <a:solidFill>
                    <a:prstClr val="black"/>
                  </a:solidFill>
                  <a:latin typeface="Aptos"/>
                </a:rPr>
                <a:t> 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928DA3D6-91FA-0E9B-39E8-A5F53A862141}"/>
                </a:ext>
              </a:extLst>
            </p:cNvPr>
            <p:cNvSpPr txBox="1"/>
            <p:nvPr/>
          </p:nvSpPr>
          <p:spPr>
            <a:xfrm>
              <a:off x="4679581" y="2088219"/>
              <a:ext cx="423347" cy="16722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200" noProof="0" dirty="0">
                  <a:solidFill>
                    <a:prstClr val="black"/>
                  </a:solidFill>
                  <a:latin typeface="Aptos"/>
                </a:rPr>
                <a:t>Mittel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408C6F30-EBB1-8D02-A15A-4B404290E0F8}"/>
              </a:ext>
            </a:extLst>
          </p:cNvPr>
          <p:cNvGrpSpPr/>
          <p:nvPr/>
        </p:nvGrpSpPr>
        <p:grpSpPr>
          <a:xfrm>
            <a:off x="8967492" y="5870252"/>
            <a:ext cx="840973" cy="237326"/>
            <a:chOff x="4349537" y="2031715"/>
            <a:chExt cx="828379" cy="237325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CD1288CA-6C3F-BC57-574E-644A655300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49537" y="2031715"/>
              <a:ext cx="237324" cy="237325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200" noProof="0" dirty="0">
                  <a:solidFill>
                    <a:prstClr val="black"/>
                  </a:solidFill>
                  <a:latin typeface="Aptos"/>
                </a:rPr>
                <a:t>x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E4147EF-EADB-9B2F-C293-02A6D3243347}"/>
                </a:ext>
              </a:extLst>
            </p:cNvPr>
            <p:cNvSpPr txBox="1"/>
            <p:nvPr/>
          </p:nvSpPr>
          <p:spPr>
            <a:xfrm>
              <a:off x="4679581" y="2088219"/>
              <a:ext cx="498335" cy="16722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200" noProof="0" dirty="0">
                  <a:solidFill>
                    <a:prstClr val="black"/>
                  </a:solidFill>
                  <a:latin typeface="Aptos"/>
                </a:rPr>
                <a:t>Hoch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2D0BE2B-55ED-BEB9-9B2C-29C4A8F3E135}"/>
              </a:ext>
            </a:extLst>
          </p:cNvPr>
          <p:cNvGrpSpPr>
            <a:grpSpLocks/>
          </p:cNvGrpSpPr>
          <p:nvPr/>
        </p:nvGrpSpPr>
        <p:grpSpPr>
          <a:xfrm>
            <a:off x="8028550" y="1245006"/>
            <a:ext cx="2467644" cy="594684"/>
            <a:chOff x="8010966" y="1245006"/>
            <a:chExt cx="2467644" cy="594684"/>
          </a:xfrm>
        </p:grpSpPr>
        <p:sp>
          <p:nvSpPr>
            <p:cNvPr id="103" name="Rechteck 5">
              <a:extLst>
                <a:ext uri="{FF2B5EF4-FFF2-40B4-BE49-F238E27FC236}">
                  <a16:creationId xmlns:a16="http://schemas.microsoft.com/office/drawing/2014/main" id="{1099008F-38C6-C4C0-FDEE-20DFFFDB1710}"/>
                </a:ext>
              </a:extLst>
            </p:cNvPr>
            <p:cNvSpPr>
              <a:spLocks/>
            </p:cNvSpPr>
            <p:nvPr/>
          </p:nvSpPr>
          <p:spPr>
            <a:xfrm>
              <a:off x="8010966" y="1371899"/>
              <a:ext cx="2467644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108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200" noProof="0" dirty="0">
                  <a:solidFill>
                    <a:schemeClr val="bg1">
                      <a:lumMod val="50000"/>
                    </a:schemeClr>
                  </a:solidFill>
                  <a:latin typeface="Aptos"/>
                </a:rPr>
                <a:t>[Verantwortlichen Product Manager der IT eintragen]</a:t>
              </a:r>
            </a:p>
          </p:txBody>
        </p:sp>
        <p:sp>
          <p:nvSpPr>
            <p:cNvPr id="104" name="Rechteck 4">
              <a:extLst>
                <a:ext uri="{FF2B5EF4-FFF2-40B4-BE49-F238E27FC236}">
                  <a16:creationId xmlns:a16="http://schemas.microsoft.com/office/drawing/2014/main" id="{DEB75E23-A8DF-C388-19E0-DDCCC7193982}"/>
                </a:ext>
              </a:extLst>
            </p:cNvPr>
            <p:cNvSpPr>
              <a:spLocks/>
            </p:cNvSpPr>
            <p:nvPr/>
          </p:nvSpPr>
          <p:spPr>
            <a:xfrm>
              <a:off x="8131230" y="1245006"/>
              <a:ext cx="2227117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noProof="0" dirty="0">
                  <a:solidFill>
                    <a:prstClr val="white"/>
                  </a:solidFill>
                  <a:latin typeface="Aptos"/>
                </a:rPr>
                <a:t>Product Manager (IT)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B23EE4B-538E-B68D-AC6C-120AFFCDA837}"/>
              </a:ext>
            </a:extLst>
          </p:cNvPr>
          <p:cNvGrpSpPr>
            <a:grpSpLocks/>
          </p:cNvGrpSpPr>
          <p:nvPr/>
        </p:nvGrpSpPr>
        <p:grpSpPr>
          <a:xfrm>
            <a:off x="462504" y="1965467"/>
            <a:ext cx="1797156" cy="594684"/>
            <a:chOff x="462504" y="1965467"/>
            <a:chExt cx="1797156" cy="594684"/>
          </a:xfrm>
        </p:grpSpPr>
        <p:sp>
          <p:nvSpPr>
            <p:cNvPr id="19" name="Rechteck 5">
              <a:extLst>
                <a:ext uri="{FF2B5EF4-FFF2-40B4-BE49-F238E27FC236}">
                  <a16:creationId xmlns:a16="http://schemas.microsoft.com/office/drawing/2014/main" id="{AC0B860D-46DB-0CCA-7845-050C7BA23290}"/>
                </a:ext>
              </a:extLst>
            </p:cNvPr>
            <p:cNvSpPr>
              <a:spLocks/>
            </p:cNvSpPr>
            <p:nvPr/>
          </p:nvSpPr>
          <p:spPr>
            <a:xfrm>
              <a:off x="462504" y="2092360"/>
              <a:ext cx="1797156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64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200" noProof="0" dirty="0">
                  <a:solidFill>
                    <a:schemeClr val="bg1">
                      <a:lumMod val="50000"/>
                    </a:schemeClr>
                  </a:solidFill>
                  <a:latin typeface="Aptos"/>
                </a:rPr>
                <a:t>Workflow</a:t>
              </a:r>
            </a:p>
          </p:txBody>
        </p:sp>
        <p:sp>
          <p:nvSpPr>
            <p:cNvPr id="20" name="Rechteck 4">
              <a:extLst>
                <a:ext uri="{FF2B5EF4-FFF2-40B4-BE49-F238E27FC236}">
                  <a16:creationId xmlns:a16="http://schemas.microsoft.com/office/drawing/2014/main" id="{D76750D2-6BE9-156F-E70E-6F9619D7FD76}"/>
                </a:ext>
              </a:extLst>
            </p:cNvPr>
            <p:cNvSpPr>
              <a:spLocks/>
            </p:cNvSpPr>
            <p:nvPr/>
          </p:nvSpPr>
          <p:spPr>
            <a:xfrm>
              <a:off x="571060" y="1965467"/>
              <a:ext cx="1580043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noProof="0" dirty="0">
                  <a:solidFill>
                    <a:prstClr val="white"/>
                  </a:solidFill>
                  <a:latin typeface="Aptos"/>
                </a:rPr>
                <a:t>Gap Klassifizierung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58450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9BBB7-49D6-8DB4-A769-3F8EC9555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A0990094-4325-B4B5-9AC3-4DAD50FF3BF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84" imgH="484" progId="TCLayout.ActiveDocument.1">
                  <p:embed/>
                </p:oleObj>
              </mc:Choice>
              <mc:Fallback>
                <p:oleObj name="think-cell Slide" r:id="rId4" imgW="484" imgH="48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0990094-4325-B4B5-9AC3-4DAD50FF3B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" name="Table 15">
            <a:extLst>
              <a:ext uri="{FF2B5EF4-FFF2-40B4-BE49-F238E27FC236}">
                <a16:creationId xmlns:a16="http://schemas.microsoft.com/office/drawing/2014/main" id="{DC5D319F-1DA0-03CE-6F9B-54B0E331F9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00411"/>
              </p:ext>
            </p:extLst>
          </p:nvPr>
        </p:nvGraphicFramePr>
        <p:xfrm>
          <a:off x="530224" y="1890249"/>
          <a:ext cx="11131548" cy="4190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6258">
                  <a:extLst>
                    <a:ext uri="{9D8B030D-6E8A-4147-A177-3AD203B41FA5}">
                      <a16:colId xmlns:a16="http://schemas.microsoft.com/office/drawing/2014/main" val="2465504791"/>
                    </a:ext>
                  </a:extLst>
                </a:gridCol>
                <a:gridCol w="4595240">
                  <a:extLst>
                    <a:ext uri="{9D8B030D-6E8A-4147-A177-3AD203B41FA5}">
                      <a16:colId xmlns:a16="http://schemas.microsoft.com/office/drawing/2014/main" val="277774230"/>
                    </a:ext>
                  </a:extLst>
                </a:gridCol>
                <a:gridCol w="4710050">
                  <a:extLst>
                    <a:ext uri="{9D8B030D-6E8A-4147-A177-3AD203B41FA5}">
                      <a16:colId xmlns:a16="http://schemas.microsoft.com/office/drawing/2014/main" val="3689036292"/>
                    </a:ext>
                  </a:extLst>
                </a:gridCol>
              </a:tblGrid>
              <a:tr h="312790">
                <a:tc>
                  <a:txBody>
                    <a:bodyPr/>
                    <a:lstStyle/>
                    <a:p>
                      <a:pPr algn="l" rtl="0"/>
                      <a:endParaRPr lang="de-DE" sz="1100" noProof="0">
                        <a:solidFill>
                          <a:schemeClr val="tx2"/>
                        </a:solidFill>
                      </a:endParaRPr>
                    </a:p>
                  </a:txBody>
                  <a:tcPr marL="48000" marR="48000" marT="48000" marB="48000" anchor="ctr">
                    <a:lnL w="12700" cmpd="sng">
                      <a:noFill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Option 1 – Standard-Workflow plus BPA auf BTP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51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E284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Option 2 – Nur S/4HANA-Standard, Lücken organisatorisch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2677960"/>
                  </a:ext>
                </a:extLst>
              </a:tr>
              <a:tr h="263386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Entscheidungslevel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lang="de-DE" sz="900" kern="1200" noProof="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8000" marR="48000" marT="48000" marB="48000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de-DE" sz="900" kern="1200" noProof="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8000" marR="48000" marT="48000" marB="48000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2218204"/>
                  </a:ext>
                </a:extLst>
              </a:tr>
              <a:tr h="496995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Vorteile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kumimoji="0" lang="de-DE" sz="8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E284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Rechnungsfreigabe im Standard; Lücken einmalig auf einer Plattform gelöst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kumimoji="0" lang="de-DE" sz="8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E284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Erinnerungs-Digest, Wertgrenzen, externe Nutzer, </a:t>
                      </a:r>
                      <a:r>
                        <a:rPr kumimoji="0" lang="de-DE" sz="8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E284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Sammelinbox</a:t>
                      </a:r>
                      <a:r>
                        <a:rPr kumimoji="0" lang="de-DE" sz="8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E284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 (Task Center) abbildbar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kumimoji="0" lang="de-DE" sz="8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E284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Clean Core: </a:t>
                      </a:r>
                      <a:r>
                        <a:rPr kumimoji="0" lang="de-DE" sz="8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E284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side</a:t>
                      </a:r>
                      <a:r>
                        <a:rPr kumimoji="0" lang="de-DE" sz="8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E284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-by-</a:t>
                      </a:r>
                      <a:r>
                        <a:rPr kumimoji="0" lang="de-DE" sz="8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E284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side</a:t>
                      </a:r>
                      <a:r>
                        <a:rPr kumimoji="0" lang="de-DE" sz="8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E284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 über freigegebene APIs, </a:t>
                      </a:r>
                      <a:r>
                        <a:rPr kumimoji="0" lang="de-DE" sz="8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E284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upgradesicher</a:t>
                      </a:r>
                      <a:endParaRPr kumimoji="0" lang="de-DE" sz="8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E2841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marL="48000" marR="48000" marT="48000" marB="48000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kumimoji="0" lang="de-DE" sz="8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E284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Keine Zusatzlizenz, kein BTP-Betrieb, geringster Implementierungsaufwand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kumimoji="0" lang="de-DE" sz="8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E284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Rechnungsfreigabe, </a:t>
                      </a:r>
                      <a:r>
                        <a:rPr kumimoji="0" lang="de-DE" sz="8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E284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Responsibility</a:t>
                      </a:r>
                      <a:r>
                        <a:rPr kumimoji="0" lang="de-DE" sz="8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E284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 Management, Situation Handling sofort nutzbar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kumimoji="0" lang="de-DE" sz="8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E284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Volle Upgrade-Fähigkeit, keine kundeneigene Laufzeit</a:t>
                      </a:r>
                    </a:p>
                  </a:txBody>
                  <a:tcPr marL="48000" marR="48000" marT="48000" marB="48000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0862161"/>
                  </a:ext>
                </a:extLst>
              </a:tr>
              <a:tr h="496995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Nachteile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kumimoji="0" lang="de-DE" sz="8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E284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Zusatzlizenz </a:t>
                      </a:r>
                      <a:r>
                        <a:rPr kumimoji="0" lang="de-DE" sz="8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E284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Build</a:t>
                      </a:r>
                      <a:r>
                        <a:rPr kumimoji="0" lang="de-DE" sz="8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E284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de-DE" sz="8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E284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Process</a:t>
                      </a:r>
                      <a:r>
                        <a:rPr kumimoji="0" lang="de-DE" sz="8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E284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 Automation und BTP-Betrieb (Skills, Monitoring)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kumimoji="0" lang="de-DE" sz="8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E284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Zwei Laufzeiten (Flexible Workflow und BPA), Task Center nötig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kumimoji="0" lang="de-DE" sz="8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E284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Genehmigerpflege</a:t>
                      </a:r>
                      <a:r>
                        <a:rPr kumimoji="0" lang="de-DE" sz="8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E284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 und Fallbacks brauchen klare </a:t>
                      </a:r>
                      <a:r>
                        <a:rPr kumimoji="0" lang="de-DE" sz="8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E284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Governance</a:t>
                      </a:r>
                      <a:endParaRPr kumimoji="0" lang="de-DE" sz="8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E2841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de-DE" sz="8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E284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Kein Workflow für Anlagenabgang, Investitionsfreigabe, Debitorenfälle (SharePoint bleibt)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de-DE" sz="8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E284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Keine täglichen Erinnerungen, keine übergreifende Überfälligkeitsliste 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de-DE" sz="8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E284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Externe Prüfer und Fachbereiche ohne strukturierten Zugang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4509843"/>
                  </a:ext>
                </a:extLst>
              </a:tr>
              <a:tr h="496995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Risiko Beschreibung </a:t>
                      </a:r>
                      <a:br>
                        <a:rPr lang="de-DE" sz="1100" noProof="0" dirty="0">
                          <a:solidFill>
                            <a:schemeClr val="tx2"/>
                          </a:solidFill>
                        </a:rPr>
                      </a:br>
                      <a:r>
                        <a:rPr lang="de-DE" sz="1000" noProof="0" dirty="0">
                          <a:solidFill>
                            <a:schemeClr val="tx2"/>
                          </a:solidFill>
                        </a:rPr>
                        <a:t>(bei der Einführung)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kumimoji="0" lang="de-DE" sz="8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E284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BPA-Know-how bei DUS-IT und Partner aufbauen; Prozessdesign je Freigabe mit Fachbereich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kumimoji="0" lang="de-DE" sz="8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E284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Abhängigkeit vom SuccessFactors-Zeitplan für Kostenstellenverantwortliche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kumimoji="0" lang="de-DE" sz="8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E284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Lizenzmodell Web-User vor Rollout vertraglich bestätigen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de-DE" sz="8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E284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Akzeptanzrisiko: Medienbrüche bleiben, Nutzen der Cloud-Migration sinkt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de-DE" sz="8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E284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Nachträglicher BTP-Aufbau nach Go-Live verursacht Doppelaufwand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4212769"/>
                  </a:ext>
                </a:extLst>
              </a:tr>
              <a:tr h="496995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Risiko (Kosten)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de-DE" sz="8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E284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BPA-Subskription und BTP-Ressourcen (Höhe offen, kein Angebot in den Dokumenten)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de-DE" sz="8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E284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Implementierung je BPA-Prozess (ca. 5 Prozesse Welle 1) plus laufender Betrieb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de-DE" sz="8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E284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Niedrige Projektkosten, dauerhaft manuelle Aufwände in Abschluss und Revision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de-DE" sz="8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E284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Prüfungsfeststellungen wegen fehlender Nachvollziehbarkeit möglich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2910074"/>
                  </a:ext>
                </a:extLst>
              </a:tr>
              <a:tr h="496995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Risiko (Zeit)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de-DE" sz="8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E284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Welle 1 zum Go-Live: Rechnungsfreigabe, Abgrenzung, Anlagenabgang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de-DE" sz="8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E284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Debitorenfälle und Investitionsfreigabe können nach Go-Live folgen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de-DE" sz="8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E284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Kein Zeitrisiko im Projekt; Zeitverlust erst bei späterer Nachrüstung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de-DE" sz="900" kern="1200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3445045"/>
                  </a:ext>
                </a:extLst>
              </a:tr>
              <a:tr h="631730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Zusätzliche Informationen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de-DE" sz="8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E284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Upgrade-Fähigkeit hoch (Standard plus APIs); Betrieb: BTP-Subaccount, IAS, Monitoring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de-DE" sz="8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E2841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Lizenzfrage Web-User bleibt auch hier zu klären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0705763"/>
                  </a:ext>
                </a:extLst>
              </a:tr>
              <a:tr h="496995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Im Standard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de-DE" sz="900" kern="1200" noProof="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de-DE" sz="900" noProof="0" dirty="0">
                        <a:solidFill>
                          <a:schemeClr val="tx2"/>
                        </a:solidFill>
                      </a:endParaRP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64956"/>
                  </a:ext>
                </a:extLst>
              </a:tr>
            </a:tbl>
          </a:graphicData>
        </a:graphic>
      </p:graphicFrame>
      <p:sp>
        <p:nvSpPr>
          <p:cNvPr id="109" name="Rectangle 19">
            <a:extLst>
              <a:ext uri="{FF2B5EF4-FFF2-40B4-BE49-F238E27FC236}">
                <a16:creationId xmlns:a16="http://schemas.microsoft.com/office/drawing/2014/main" id="{2C98933A-32AC-EB90-553A-D1A724A7A7F6}"/>
              </a:ext>
            </a:extLst>
          </p:cNvPr>
          <p:cNvSpPr/>
          <p:nvPr/>
        </p:nvSpPr>
        <p:spPr bwMode="gray">
          <a:xfrm>
            <a:off x="530224" y="1641849"/>
            <a:ext cx="11131550" cy="4438275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46" indent="-171446" defTabSz="914377">
              <a:spcBef>
                <a:spcPts val="300"/>
              </a:spcBef>
              <a:spcAft>
                <a:spcPts val="30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/>
            </a:pPr>
            <a:endParaRPr lang="de-DE" sz="800" noProof="0">
              <a:solidFill>
                <a:srgbClr val="414048"/>
              </a:solidFill>
              <a:latin typeface="Aptos"/>
            </a:endParaRPr>
          </a:p>
        </p:txBody>
      </p:sp>
      <p:sp>
        <p:nvSpPr>
          <p:cNvPr id="110" name="Rechteck 4">
            <a:extLst>
              <a:ext uri="{FF2B5EF4-FFF2-40B4-BE49-F238E27FC236}">
                <a16:creationId xmlns:a16="http://schemas.microsoft.com/office/drawing/2014/main" id="{BB5ABD07-36A7-7773-01EB-1C9C2C74D9AB}"/>
              </a:ext>
            </a:extLst>
          </p:cNvPr>
          <p:cNvSpPr/>
          <p:nvPr/>
        </p:nvSpPr>
        <p:spPr>
          <a:xfrm>
            <a:off x="631191" y="1517650"/>
            <a:ext cx="3341623" cy="248400"/>
          </a:xfrm>
          <a:prstGeom prst="rect">
            <a:avLst/>
          </a:prstGeom>
          <a:solidFill>
            <a:srgbClr val="06518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600" b="1" noProof="0">
                <a:solidFill>
                  <a:srgbClr val="FFFFFF"/>
                </a:solidFill>
                <a:latin typeface="Aptos"/>
              </a:rPr>
              <a:t>Bewertung aus funktionaler Sicht</a:t>
            </a:r>
          </a:p>
        </p:txBody>
      </p:sp>
      <p:sp>
        <p:nvSpPr>
          <p:cNvPr id="111" name="Stern mit 5 Zacken 6">
            <a:extLst>
              <a:ext uri="{FF2B5EF4-FFF2-40B4-BE49-F238E27FC236}">
                <a16:creationId xmlns:a16="http://schemas.microsoft.com/office/drawing/2014/main" id="{1B992603-608F-49A8-13D7-205717688C42}"/>
              </a:ext>
            </a:extLst>
          </p:cNvPr>
          <p:cNvSpPr/>
          <p:nvPr/>
        </p:nvSpPr>
        <p:spPr bwMode="gray">
          <a:xfrm>
            <a:off x="6457139" y="1972055"/>
            <a:ext cx="210053" cy="166739"/>
          </a:xfrm>
          <a:prstGeom prst="star5">
            <a:avLst/>
          </a:prstGeom>
          <a:solidFill>
            <a:srgbClr val="111565"/>
          </a:solidFill>
          <a:ln>
            <a:noFill/>
          </a:ln>
        </p:spPr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377">
              <a:spcBef>
                <a:spcPts val="600"/>
              </a:spcBef>
              <a:spcAft>
                <a:spcPts val="600"/>
              </a:spcAft>
              <a:defRPr/>
            </a:pPr>
            <a:endParaRPr lang="de-DE" sz="1400" b="1" noProof="0">
              <a:solidFill>
                <a:prstClr val="white"/>
              </a:solidFill>
              <a:latin typeface="Aptos"/>
            </a:endParaRPr>
          </a:p>
        </p:txBody>
      </p:sp>
      <p:sp>
        <p:nvSpPr>
          <p:cNvPr id="112" name="Stern mit 5 Zacken 8">
            <a:extLst>
              <a:ext uri="{FF2B5EF4-FFF2-40B4-BE49-F238E27FC236}">
                <a16:creationId xmlns:a16="http://schemas.microsoft.com/office/drawing/2014/main" id="{4CC90495-5912-6136-B00A-3D7E8A3A1568}"/>
              </a:ext>
            </a:extLst>
          </p:cNvPr>
          <p:cNvSpPr/>
          <p:nvPr/>
        </p:nvSpPr>
        <p:spPr bwMode="gray">
          <a:xfrm>
            <a:off x="8565700" y="6472205"/>
            <a:ext cx="192021" cy="183199"/>
          </a:xfrm>
          <a:prstGeom prst="star5">
            <a:avLst/>
          </a:prstGeom>
          <a:solidFill>
            <a:srgbClr val="111565"/>
          </a:solidFill>
          <a:ln>
            <a:noFill/>
          </a:ln>
        </p:spPr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377">
              <a:spcBef>
                <a:spcPts val="600"/>
              </a:spcBef>
              <a:spcAft>
                <a:spcPts val="600"/>
              </a:spcAft>
              <a:defRPr/>
            </a:pPr>
            <a:endParaRPr lang="de-DE" sz="1050" b="1" noProof="0">
              <a:solidFill>
                <a:prstClr val="white"/>
              </a:solidFill>
              <a:latin typeface="Aptos"/>
            </a:endParaRPr>
          </a:p>
        </p:txBody>
      </p:sp>
      <p:sp>
        <p:nvSpPr>
          <p:cNvPr id="113" name="TextBox 116">
            <a:extLst>
              <a:ext uri="{FF2B5EF4-FFF2-40B4-BE49-F238E27FC236}">
                <a16:creationId xmlns:a16="http://schemas.microsoft.com/office/drawing/2014/main" id="{7F3CB932-B013-037C-409D-3A8F7BC5B011}"/>
              </a:ext>
            </a:extLst>
          </p:cNvPr>
          <p:cNvSpPr txBox="1"/>
          <p:nvPr/>
        </p:nvSpPr>
        <p:spPr bwMode="gray">
          <a:xfrm>
            <a:off x="8202256" y="6476839"/>
            <a:ext cx="3097405" cy="1718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1219108">
              <a:spcBef>
                <a:spcPts val="800"/>
              </a:spcBef>
              <a:spcAft>
                <a:spcPts val="800"/>
              </a:spcAft>
              <a:buClr>
                <a:srgbClr val="0341D2"/>
              </a:buClr>
              <a:defRPr/>
            </a:pPr>
            <a:r>
              <a:rPr lang="de-DE" sz="900" noProof="0">
                <a:solidFill>
                  <a:srgbClr val="414048"/>
                </a:solidFill>
                <a:latin typeface="Aptos"/>
              </a:rPr>
              <a:t>Präferierte Lösung  vom Produkt Team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CBA1457-33E1-E6EB-35A4-E9916C33E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dirty="0"/>
              <a:t>KDD_FI_001</a:t>
            </a:r>
            <a:endParaRPr lang="de-DE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EEF39F7-095E-3E70-B598-C8EA04E8A7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5939" y="824055"/>
            <a:ext cx="9853664" cy="392604"/>
          </a:xfrm>
        </p:spPr>
        <p:txBody>
          <a:bodyPr/>
          <a:lstStyle/>
          <a:p>
            <a:r>
              <a:rPr lang="de-DE" dirty="0"/>
              <a:t>2/2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3553A0B-8604-DD08-1F47-6DE8BEDEB334}"/>
              </a:ext>
            </a:extLst>
          </p:cNvPr>
          <p:cNvGrpSpPr>
            <a:grpSpLocks/>
          </p:cNvGrpSpPr>
          <p:nvPr/>
        </p:nvGrpSpPr>
        <p:grpSpPr>
          <a:xfrm>
            <a:off x="3662986" y="5724136"/>
            <a:ext cx="1967562" cy="237326"/>
            <a:chOff x="3202497" y="2010259"/>
            <a:chExt cx="1967562" cy="237325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13C4472-9F08-77A2-5CD2-3BC2CFAC6E57}"/>
                </a:ext>
              </a:extLst>
            </p:cNvPr>
            <p:cNvGrpSpPr/>
            <p:nvPr/>
          </p:nvGrpSpPr>
          <p:grpSpPr>
            <a:xfrm>
              <a:off x="3202497" y="2010259"/>
              <a:ext cx="786794" cy="237325"/>
              <a:chOff x="3154852" y="2031715"/>
              <a:chExt cx="786794" cy="237325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F90E617-E779-0885-C379-08D8D8DEC4C8}"/>
                  </a:ext>
                </a:extLst>
              </p:cNvPr>
              <p:cNvSpPr txBox="1"/>
              <p:nvPr/>
            </p:nvSpPr>
            <p:spPr>
              <a:xfrm>
                <a:off x="3484897" y="2080821"/>
                <a:ext cx="456749" cy="1672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200" noProof="0" dirty="0">
                    <a:solidFill>
                      <a:prstClr val="black"/>
                    </a:solidFill>
                    <a:latin typeface="Aptos"/>
                  </a:rPr>
                  <a:t>Ja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274D867-4CC1-378E-EB90-46F9C35FB08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154852" y="2031715"/>
                <a:ext cx="237324" cy="237325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endParaRPr lang="de-DE" sz="1200" noProof="0">
                  <a:solidFill>
                    <a:prstClr val="black"/>
                  </a:solidFill>
                  <a:latin typeface="Aptos"/>
                </a:endParaRPr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070785C-45F8-4900-EF98-CD819B2FB9EB}"/>
                </a:ext>
              </a:extLst>
            </p:cNvPr>
            <p:cNvSpPr txBox="1"/>
            <p:nvPr/>
          </p:nvSpPr>
          <p:spPr>
            <a:xfrm>
              <a:off x="4136136" y="2066763"/>
              <a:ext cx="423347" cy="16722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200" noProof="0">
                  <a:solidFill>
                    <a:prstClr val="black"/>
                  </a:solidFill>
                  <a:latin typeface="Aptos"/>
                </a:rPr>
                <a:t>Nein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EDD0675-9E12-4C66-5047-B02764F0E970}"/>
                </a:ext>
              </a:extLst>
            </p:cNvPr>
            <p:cNvGrpSpPr/>
            <p:nvPr/>
          </p:nvGrpSpPr>
          <p:grpSpPr>
            <a:xfrm>
              <a:off x="4552014" y="2010259"/>
              <a:ext cx="618045" cy="237325"/>
              <a:chOff x="4349537" y="2031715"/>
              <a:chExt cx="618045" cy="237325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3F157EB-6FD4-A786-C546-26DA1752AA6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49537" y="2031715"/>
                <a:ext cx="237324" cy="237325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endParaRPr lang="de-DE" sz="1200" noProof="0">
                  <a:solidFill>
                    <a:prstClr val="black"/>
                  </a:solidFill>
                  <a:latin typeface="Aptos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7564F0A-2352-6C5F-521F-4BC62F441786}"/>
                  </a:ext>
                </a:extLst>
              </p:cNvPr>
              <p:cNvSpPr txBox="1"/>
              <p:nvPr/>
            </p:nvSpPr>
            <p:spPr>
              <a:xfrm>
                <a:off x="4679582" y="2088219"/>
                <a:ext cx="288000" cy="1672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200" noProof="0">
                    <a:solidFill>
                      <a:prstClr val="black"/>
                    </a:solidFill>
                    <a:latin typeface="Aptos"/>
                  </a:rPr>
                  <a:t>n/a</a:t>
                </a:r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26352A8-E84D-C510-30C8-C0295AC09011}"/>
              </a:ext>
            </a:extLst>
          </p:cNvPr>
          <p:cNvGrpSpPr>
            <a:grpSpLocks/>
          </p:cNvGrpSpPr>
          <p:nvPr/>
        </p:nvGrpSpPr>
        <p:grpSpPr>
          <a:xfrm>
            <a:off x="8402040" y="5724136"/>
            <a:ext cx="1967562" cy="237326"/>
            <a:chOff x="3202497" y="2010259"/>
            <a:chExt cx="1967562" cy="237325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D66B3FF-46AD-3CE6-8091-45E50BC14363}"/>
                </a:ext>
              </a:extLst>
            </p:cNvPr>
            <p:cNvGrpSpPr/>
            <p:nvPr/>
          </p:nvGrpSpPr>
          <p:grpSpPr>
            <a:xfrm>
              <a:off x="3202497" y="2010259"/>
              <a:ext cx="786794" cy="237325"/>
              <a:chOff x="3154852" y="2031715"/>
              <a:chExt cx="786794" cy="237325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60123AC-2B3E-DF91-0D13-903A395DB715}"/>
                  </a:ext>
                </a:extLst>
              </p:cNvPr>
              <p:cNvSpPr txBox="1"/>
              <p:nvPr/>
            </p:nvSpPr>
            <p:spPr>
              <a:xfrm>
                <a:off x="3484897" y="2080821"/>
                <a:ext cx="456749" cy="1672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200" noProof="0">
                    <a:solidFill>
                      <a:prstClr val="black"/>
                    </a:solidFill>
                    <a:latin typeface="Aptos"/>
                  </a:rPr>
                  <a:t>Ja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AA0C5624-0B06-05A1-C532-C2CDB846003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154852" y="2031715"/>
                <a:ext cx="237324" cy="237325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endParaRPr lang="de-DE" sz="1200" noProof="0">
                  <a:solidFill>
                    <a:prstClr val="black"/>
                  </a:solidFill>
                  <a:latin typeface="Aptos"/>
                </a:endParaRP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435DA7F-0AAF-10ED-B925-6DEABFF140C1}"/>
                </a:ext>
              </a:extLst>
            </p:cNvPr>
            <p:cNvGrpSpPr/>
            <p:nvPr/>
          </p:nvGrpSpPr>
          <p:grpSpPr>
            <a:xfrm>
              <a:off x="3806092" y="2010259"/>
              <a:ext cx="753391" cy="237325"/>
              <a:chOff x="4349537" y="2031715"/>
              <a:chExt cx="753391" cy="237325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899FDD30-2637-AB2D-DA4C-FC31F1D4EB3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49537" y="2031715"/>
                <a:ext cx="237324" cy="237325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endParaRPr lang="de-DE" sz="1200" noProof="0">
                  <a:solidFill>
                    <a:prstClr val="black"/>
                  </a:solidFill>
                  <a:latin typeface="Aptos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70FD539-9E66-1F0A-97B0-D442088AEEF4}"/>
                  </a:ext>
                </a:extLst>
              </p:cNvPr>
              <p:cNvSpPr txBox="1"/>
              <p:nvPr/>
            </p:nvSpPr>
            <p:spPr>
              <a:xfrm>
                <a:off x="4679581" y="2088219"/>
                <a:ext cx="423347" cy="1672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200" noProof="0">
                    <a:solidFill>
                      <a:prstClr val="black"/>
                    </a:solidFill>
                    <a:latin typeface="Aptos"/>
                  </a:rPr>
                  <a:t>Nein</a:t>
                </a: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43DDE16-4276-8A1A-6FAE-219546A6DF88}"/>
                </a:ext>
              </a:extLst>
            </p:cNvPr>
            <p:cNvGrpSpPr/>
            <p:nvPr/>
          </p:nvGrpSpPr>
          <p:grpSpPr>
            <a:xfrm>
              <a:off x="4552014" y="2010259"/>
              <a:ext cx="618045" cy="237325"/>
              <a:chOff x="4349537" y="2031715"/>
              <a:chExt cx="618045" cy="237325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DFB3366-50A0-7586-4631-42C7506BDB9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49537" y="2031715"/>
                <a:ext cx="237324" cy="237325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endParaRPr lang="de-DE" sz="1200" noProof="0">
                  <a:solidFill>
                    <a:prstClr val="black"/>
                  </a:solidFill>
                  <a:latin typeface="Aptos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CAFA620-8BAD-438C-6764-535C965A7BC5}"/>
                  </a:ext>
                </a:extLst>
              </p:cNvPr>
              <p:cNvSpPr txBox="1"/>
              <p:nvPr/>
            </p:nvSpPr>
            <p:spPr>
              <a:xfrm>
                <a:off x="4679582" y="2088219"/>
                <a:ext cx="288000" cy="1672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200" noProof="0">
                    <a:solidFill>
                      <a:prstClr val="black"/>
                    </a:solidFill>
                    <a:latin typeface="Aptos"/>
                  </a:rPr>
                  <a:t>n/a</a:t>
                </a:r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4681850-B0F6-582E-0C44-3B41D5C36A2D}"/>
              </a:ext>
            </a:extLst>
          </p:cNvPr>
          <p:cNvGrpSpPr/>
          <p:nvPr/>
        </p:nvGrpSpPr>
        <p:grpSpPr>
          <a:xfrm>
            <a:off x="2558086" y="2254140"/>
            <a:ext cx="4366970" cy="183200"/>
            <a:chOff x="2558086" y="2254140"/>
            <a:chExt cx="4366970" cy="183200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6C7A8ED-95A7-8BA5-8B2D-697C01C10072}"/>
                </a:ext>
              </a:extLst>
            </p:cNvPr>
            <p:cNvSpPr txBox="1"/>
            <p:nvPr/>
          </p:nvSpPr>
          <p:spPr>
            <a:xfrm>
              <a:off x="2888131" y="2286891"/>
              <a:ext cx="1055219" cy="1393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noProof="0" dirty="0">
                  <a:solidFill>
                    <a:prstClr val="black"/>
                  </a:solidFill>
                  <a:latin typeface="Aptos"/>
                </a:rPr>
                <a:t>Stream Level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9A5BC27-5CBE-DE2E-4982-736ED065CD4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58086" y="2254140"/>
              <a:ext cx="237324" cy="183198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endParaRPr lang="de-DE" sz="1000" noProof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7D4E5B3-3A01-2A35-7BDB-E4DF108D47F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987170" y="2254142"/>
              <a:ext cx="237324" cy="183198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endParaRPr lang="de-DE" sz="1000" noProof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389C65F-9EB7-FE61-5763-C63858E0A439}"/>
                </a:ext>
              </a:extLst>
            </p:cNvPr>
            <p:cNvSpPr txBox="1"/>
            <p:nvPr/>
          </p:nvSpPr>
          <p:spPr>
            <a:xfrm>
              <a:off x="4317214" y="2292603"/>
              <a:ext cx="949137" cy="1393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noProof="0" dirty="0">
                  <a:solidFill>
                    <a:prstClr val="black"/>
                  </a:solidFill>
                  <a:latin typeface="Aptos"/>
                </a:rPr>
                <a:t>Programm Level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F833B0C2-9F3F-5F72-CCFE-C8808FF4B4B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77733" y="2254142"/>
              <a:ext cx="237324" cy="183198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endParaRPr lang="de-DE" sz="1000" noProof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C83F5A1-A713-3E49-36A8-0ED7002821AB}"/>
                </a:ext>
              </a:extLst>
            </p:cNvPr>
            <p:cNvSpPr txBox="1"/>
            <p:nvPr/>
          </p:nvSpPr>
          <p:spPr>
            <a:xfrm>
              <a:off x="5807777" y="2292603"/>
              <a:ext cx="1117279" cy="1393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dirty="0" err="1">
                  <a:solidFill>
                    <a:prstClr val="black"/>
                  </a:solidFill>
                  <a:latin typeface="Aptos"/>
                </a:rPr>
                <a:t>Supervisory</a:t>
              </a:r>
              <a:r>
                <a:rPr lang="de-DE" sz="1000" dirty="0">
                  <a:solidFill>
                    <a:prstClr val="black"/>
                  </a:solidFill>
                  <a:latin typeface="Aptos"/>
                </a:rPr>
                <a:t> Level</a:t>
              </a:r>
              <a:endParaRPr lang="de-DE" sz="1000" noProof="0" dirty="0">
                <a:solidFill>
                  <a:prstClr val="black"/>
                </a:solidFill>
                <a:latin typeface="Aptos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3077E97-CC89-1425-7AD0-BCB06FBF5A02}"/>
              </a:ext>
            </a:extLst>
          </p:cNvPr>
          <p:cNvGrpSpPr/>
          <p:nvPr/>
        </p:nvGrpSpPr>
        <p:grpSpPr>
          <a:xfrm>
            <a:off x="7152194" y="2254140"/>
            <a:ext cx="4366970" cy="183200"/>
            <a:chOff x="2558086" y="2254140"/>
            <a:chExt cx="4366970" cy="183200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10F36E5-6ED5-5348-BF14-5136A0F490C0}"/>
                </a:ext>
              </a:extLst>
            </p:cNvPr>
            <p:cNvSpPr txBox="1"/>
            <p:nvPr/>
          </p:nvSpPr>
          <p:spPr>
            <a:xfrm>
              <a:off x="2888131" y="2286891"/>
              <a:ext cx="1055219" cy="1393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noProof="0" dirty="0">
                  <a:solidFill>
                    <a:prstClr val="black"/>
                  </a:solidFill>
                  <a:latin typeface="Aptos"/>
                </a:rPr>
                <a:t>Stream Level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CD8FF0C-D16A-8BD0-4E09-F3FA37BE8F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58086" y="2254140"/>
              <a:ext cx="237324" cy="183198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endParaRPr lang="de-DE" sz="1000" noProof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4A0D9BCE-BE5D-6C43-1069-B69BD6F6CB7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987170" y="2254142"/>
              <a:ext cx="237324" cy="183198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endParaRPr lang="de-DE" sz="1000" noProof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BF4F726-6740-DDE4-0A51-A81C2A57189A}"/>
                </a:ext>
              </a:extLst>
            </p:cNvPr>
            <p:cNvSpPr txBox="1"/>
            <p:nvPr/>
          </p:nvSpPr>
          <p:spPr>
            <a:xfrm>
              <a:off x="4317214" y="2292603"/>
              <a:ext cx="949137" cy="1393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noProof="0" dirty="0">
                  <a:solidFill>
                    <a:prstClr val="black"/>
                  </a:solidFill>
                  <a:latin typeface="Aptos"/>
                </a:rPr>
                <a:t>Programm Level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8FF064AA-C262-8B9C-905A-8DD6897B1D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77733" y="2254142"/>
              <a:ext cx="237324" cy="183198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endParaRPr lang="de-DE" sz="1000" noProof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2DD4B07-F9A1-C0DA-6940-15D1AFA63600}"/>
                </a:ext>
              </a:extLst>
            </p:cNvPr>
            <p:cNvSpPr txBox="1"/>
            <p:nvPr/>
          </p:nvSpPr>
          <p:spPr>
            <a:xfrm>
              <a:off x="5807777" y="2292603"/>
              <a:ext cx="1117279" cy="1393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dirty="0" err="1">
                  <a:solidFill>
                    <a:prstClr val="black"/>
                  </a:solidFill>
                  <a:latin typeface="Aptos"/>
                </a:rPr>
                <a:t>Supervisory</a:t>
              </a:r>
              <a:r>
                <a:rPr lang="de-DE" sz="1000" dirty="0">
                  <a:solidFill>
                    <a:prstClr val="black"/>
                  </a:solidFill>
                  <a:latin typeface="Aptos"/>
                </a:rPr>
                <a:t> Level</a:t>
              </a:r>
              <a:endParaRPr lang="de-DE" sz="1000" noProof="0" dirty="0">
                <a:solidFill>
                  <a:prstClr val="black"/>
                </a:solidFill>
                <a:latin typeface="Aptos"/>
              </a:endParaRP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85045F42-8D49-630C-ECB2-DEB1F200CAAF}"/>
              </a:ext>
            </a:extLst>
          </p:cNvPr>
          <p:cNvSpPr>
            <a:spLocks noChangeAspect="1"/>
          </p:cNvSpPr>
          <p:nvPr/>
        </p:nvSpPr>
        <p:spPr>
          <a:xfrm>
            <a:off x="4294828" y="5724136"/>
            <a:ext cx="237324" cy="237326"/>
          </a:xfrm>
          <a:prstGeom prst="rect">
            <a:avLst/>
          </a:prstGeom>
          <a:noFill/>
          <a:ln w="127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8652">
              <a:lnSpc>
                <a:spcPct val="90000"/>
              </a:lnSpc>
              <a:spcBef>
                <a:spcPts val="800"/>
              </a:spcBef>
              <a:defRPr/>
            </a:pPr>
            <a:r>
              <a:rPr lang="de-DE" sz="1000" dirty="0">
                <a:solidFill>
                  <a:prstClr val="black"/>
                </a:solidFill>
                <a:latin typeface="Aptos"/>
              </a:rPr>
              <a:t>x</a:t>
            </a:r>
            <a:endParaRPr lang="de-DE" sz="1200" noProof="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C47BE73-DF5C-EE43-F20B-A09C93247CE0}"/>
              </a:ext>
            </a:extLst>
          </p:cNvPr>
          <p:cNvSpPr txBox="1"/>
          <p:nvPr/>
        </p:nvSpPr>
        <p:spPr>
          <a:xfrm>
            <a:off x="4080276" y="2195695"/>
            <a:ext cx="214552" cy="2274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000" dirty="0">
                <a:solidFill>
                  <a:prstClr val="black"/>
                </a:solidFill>
                <a:latin typeface="Aptos"/>
              </a:rPr>
              <a:t>x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7462BE-9A61-F9BE-CFB4-830FAC792BBA}"/>
              </a:ext>
            </a:extLst>
          </p:cNvPr>
          <p:cNvSpPr txBox="1"/>
          <p:nvPr/>
        </p:nvSpPr>
        <p:spPr>
          <a:xfrm>
            <a:off x="8661438" y="2195695"/>
            <a:ext cx="214552" cy="2274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992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1000" dirty="0">
                <a:solidFill>
                  <a:prstClr val="black"/>
                </a:solidFill>
                <a:latin typeface="Aptos"/>
              </a:rPr>
              <a:t>x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75981F5-403B-85F7-14B2-983422864FAE}"/>
              </a:ext>
            </a:extLst>
          </p:cNvPr>
          <p:cNvSpPr>
            <a:spLocks noChangeAspect="1"/>
          </p:cNvSpPr>
          <p:nvPr/>
        </p:nvSpPr>
        <p:spPr>
          <a:xfrm>
            <a:off x="8402040" y="5724136"/>
            <a:ext cx="237324" cy="237326"/>
          </a:xfrm>
          <a:prstGeom prst="rect">
            <a:avLst/>
          </a:prstGeom>
          <a:noFill/>
          <a:ln w="127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8652">
              <a:lnSpc>
                <a:spcPct val="90000"/>
              </a:lnSpc>
              <a:spcBef>
                <a:spcPts val="800"/>
              </a:spcBef>
              <a:defRPr/>
            </a:pPr>
            <a:r>
              <a:rPr lang="de-DE" sz="1000" dirty="0">
                <a:solidFill>
                  <a:prstClr val="black"/>
                </a:solidFill>
                <a:latin typeface="Aptos"/>
              </a:rPr>
              <a:t>x</a:t>
            </a:r>
            <a:endParaRPr lang="de-DE" sz="1200" noProof="0" dirty="0">
              <a:solidFill>
                <a:prstClr val="black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694775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BCBA5A5D-3417-5B77-6243-59756B5B7B7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700266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4" progId="TCLayout.ActiveDocument.1">
                  <p:embed/>
                </p:oleObj>
              </mc:Choice>
              <mc:Fallback>
                <p:oleObj name="think-cell Slide" r:id="rId3" imgW="484" imgH="48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CBA5A5D-3417-5B77-6243-59756B5B7B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88BE8F2-2683-8C9F-0071-CAB89FCEDA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 rIns="0"/>
          <a:lstStyle/>
          <a:p>
            <a:r>
              <a:rPr lang="de-DE" dirty="0"/>
              <a:t>Informationen:</a:t>
            </a:r>
            <a:br>
              <a:rPr lang="de-DE" dirty="0"/>
            </a:br>
            <a:br>
              <a:rPr lang="de-DE" dirty="0"/>
            </a:br>
            <a:r>
              <a:rPr lang="de-DE" dirty="0"/>
              <a:t>1. Guiding </a:t>
            </a:r>
            <a:r>
              <a:rPr lang="de-DE" dirty="0" err="1"/>
              <a:t>Principles</a:t>
            </a:r>
            <a:br>
              <a:rPr lang="de-DE" dirty="0"/>
            </a:br>
            <a:r>
              <a:rPr lang="de-DE" dirty="0"/>
              <a:t>2. Entscheidungslevel</a:t>
            </a:r>
          </a:p>
        </p:txBody>
      </p:sp>
    </p:spTree>
    <p:extLst>
      <p:ext uri="{BB962C8B-B14F-4D97-AF65-F5344CB8AC3E}">
        <p14:creationId xmlns:p14="http://schemas.microsoft.com/office/powerpoint/2010/main" val="3761966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0DD73C06-82E5-4B3F-A55C-31DC45AEE08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701775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84" imgH="484" progId="TCLayout.ActiveDocument.1">
                  <p:embed/>
                </p:oleObj>
              </mc:Choice>
              <mc:Fallback>
                <p:oleObj name="think-cell Slide" r:id="rId7" imgW="484" imgH="48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DD73C06-82E5-4B3F-A55C-31DC45AEE0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E8C53A5A-7786-B204-4A8C-D15B34640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" sz="1000" b="0" i="0" u="none" strike="noStrike" kern="1200" cap="none" spc="0" normalizeH="0" baseline="0" noProof="0">
                <a:ln>
                  <a:noFill/>
                </a:ln>
                <a:solidFill>
                  <a:srgbClr val="002F6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© SITA-Flughafen IT 2026</a:t>
            </a:r>
            <a:endParaRPr kumimoji="0" lang="de-DE" sz="1000" b="0" i="0" u="none" strike="noStrike" kern="1200" cap="none" spc="0" normalizeH="0" baseline="0" noProof="0">
              <a:ln>
                <a:noFill/>
              </a:ln>
              <a:solidFill>
                <a:srgbClr val="002F6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D34C3C89-C782-C01F-8148-8AF3797C6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EE4229-7E59-47A8-843C-EE5F887C83AC}" type="slidenum">
              <a:rPr kumimoji="0" lang="de-DE" sz="1000" b="0" i="0" u="none" strike="noStrike" kern="1200" cap="none" spc="0" normalizeH="0" baseline="0" noProof="0" smtClean="0">
                <a:ln>
                  <a:noFill/>
                </a:ln>
                <a:solidFill>
                  <a:srgbClr val="002F6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de-DE" sz="1000" b="0" i="0" u="none" strike="noStrike" kern="1200" cap="none" spc="0" normalizeH="0" baseline="0" noProof="0">
              <a:ln>
                <a:noFill/>
              </a:ln>
              <a:solidFill>
                <a:srgbClr val="002F6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0AC9AD93-15D1-9670-4AB7-5664381FD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" dirty="0"/>
              <a:t>DDE – Guiding Principles</a:t>
            </a:r>
            <a:endParaRPr lang="en-GB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524689A1-E872-EB3E-399B-F7C0363B5F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" err="1"/>
              <a:t>Wichtige Leitprinzipien, die eingehalten werden müssen, um den Erfolg des Programms zu gewährleisten</a:t>
            </a:r>
            <a:endParaRPr lang="en-GB"/>
          </a:p>
        </p:txBody>
      </p:sp>
      <p:sp>
        <p:nvSpPr>
          <p:cNvPr id="30" name="Rectangle 5">
            <a:extLst>
              <a:ext uri="{FF2B5EF4-FFF2-40B4-BE49-F238E27FC236}">
                <a16:creationId xmlns:a16="http://schemas.microsoft.com/office/drawing/2014/main" id="{30DDE08E-2274-167F-0B47-09BBC9619FF9}"/>
              </a:ext>
            </a:extLst>
          </p:cNvPr>
          <p:cNvSpPr/>
          <p:nvPr/>
        </p:nvSpPr>
        <p:spPr>
          <a:xfrm>
            <a:off x="1210887" y="1881146"/>
            <a:ext cx="983906" cy="693205"/>
          </a:xfrm>
          <a:prstGeom prst="rect">
            <a:avLst/>
          </a:prstGeom>
          <a:solidFill>
            <a:srgbClr val="004B84"/>
          </a:solidFill>
          <a:ln w="9525" cap="flat" cmpd="sng" algn="ctr">
            <a:solidFill>
              <a:srgbClr val="808080"/>
            </a:solidFill>
            <a:prstDash val="solid"/>
          </a:ln>
          <a:effectLst/>
        </p:spPr>
        <p:txBody>
          <a:bodyPr wrap="square" lIns="36000" r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" sz="10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Zweckmäßig</a:t>
            </a:r>
          </a:p>
        </p:txBody>
      </p:sp>
      <p:sp>
        <p:nvSpPr>
          <p:cNvPr id="31" name="Rectangle 6">
            <a:extLst>
              <a:ext uri="{FF2B5EF4-FFF2-40B4-BE49-F238E27FC236}">
                <a16:creationId xmlns:a16="http://schemas.microsoft.com/office/drawing/2014/main" id="{C142B64C-66E2-B872-173D-069A4E0D77A0}"/>
              </a:ext>
            </a:extLst>
          </p:cNvPr>
          <p:cNvSpPr/>
          <p:nvPr/>
        </p:nvSpPr>
        <p:spPr>
          <a:xfrm>
            <a:off x="1210887" y="2652317"/>
            <a:ext cx="983906" cy="693205"/>
          </a:xfrm>
          <a:prstGeom prst="rect">
            <a:avLst/>
          </a:prstGeom>
          <a:solidFill>
            <a:srgbClr val="004B84"/>
          </a:solidFill>
          <a:ln w="9525" cap="flat" cmpd="sng" algn="ctr">
            <a:solidFill>
              <a:srgbClr val="80808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" sz="10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Geeignet für Standard</a:t>
            </a:r>
          </a:p>
        </p:txBody>
      </p:sp>
      <p:sp>
        <p:nvSpPr>
          <p:cNvPr id="32" name="Rectangle 7">
            <a:extLst>
              <a:ext uri="{FF2B5EF4-FFF2-40B4-BE49-F238E27FC236}">
                <a16:creationId xmlns:a16="http://schemas.microsoft.com/office/drawing/2014/main" id="{5D342250-7A7A-9D4B-C0BF-B0555DD7B4BD}"/>
              </a:ext>
            </a:extLst>
          </p:cNvPr>
          <p:cNvSpPr/>
          <p:nvPr/>
        </p:nvSpPr>
        <p:spPr>
          <a:xfrm>
            <a:off x="1210887" y="3423488"/>
            <a:ext cx="983906" cy="693205"/>
          </a:xfrm>
          <a:prstGeom prst="rect">
            <a:avLst/>
          </a:prstGeom>
          <a:solidFill>
            <a:srgbClr val="004B84"/>
          </a:solidFill>
          <a:ln w="9525" cap="flat" cmpd="sng" algn="ctr">
            <a:solidFill>
              <a:srgbClr val="80808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" sz="10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Geeignet für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" sz="10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Zukunft</a:t>
            </a:r>
          </a:p>
        </p:txBody>
      </p:sp>
      <p:sp>
        <p:nvSpPr>
          <p:cNvPr id="33" name="Rectangle 8">
            <a:extLst>
              <a:ext uri="{FF2B5EF4-FFF2-40B4-BE49-F238E27FC236}">
                <a16:creationId xmlns:a16="http://schemas.microsoft.com/office/drawing/2014/main" id="{D76D076C-EE0E-91A4-929D-3AB4A897E28C}"/>
              </a:ext>
            </a:extLst>
          </p:cNvPr>
          <p:cNvSpPr/>
          <p:nvPr/>
        </p:nvSpPr>
        <p:spPr>
          <a:xfrm>
            <a:off x="1210887" y="4194659"/>
            <a:ext cx="983906" cy="693205"/>
          </a:xfrm>
          <a:prstGeom prst="rect">
            <a:avLst/>
          </a:prstGeom>
          <a:solidFill>
            <a:srgbClr val="004B84"/>
          </a:solidFill>
          <a:ln w="9525" cap="flat" cmpd="sng" algn="ctr">
            <a:solidFill>
              <a:srgbClr val="80808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" sz="10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Passgenauigkeit für den Umfang</a:t>
            </a:r>
          </a:p>
        </p:txBody>
      </p:sp>
      <p:sp>
        <p:nvSpPr>
          <p:cNvPr id="35" name="Rectangle 10">
            <a:extLst>
              <a:ext uri="{FF2B5EF4-FFF2-40B4-BE49-F238E27FC236}">
                <a16:creationId xmlns:a16="http://schemas.microsoft.com/office/drawing/2014/main" id="{9E571F68-E01F-79BF-3D03-9D0FFD0C2771}"/>
              </a:ext>
            </a:extLst>
          </p:cNvPr>
          <p:cNvSpPr/>
          <p:nvPr/>
        </p:nvSpPr>
        <p:spPr>
          <a:xfrm>
            <a:off x="1210887" y="4974130"/>
            <a:ext cx="983906" cy="693206"/>
          </a:xfrm>
          <a:prstGeom prst="rect">
            <a:avLst/>
          </a:prstGeom>
          <a:solidFill>
            <a:srgbClr val="004B84"/>
          </a:solidFill>
          <a:ln w="9525" cap="flat" cmpd="sng" algn="ctr">
            <a:solidFill>
              <a:srgbClr val="80808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" sz="10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Geeignet für die Auslieferung</a:t>
            </a:r>
          </a:p>
        </p:txBody>
      </p:sp>
      <p:sp>
        <p:nvSpPr>
          <p:cNvPr id="36" name="Rectangle 11">
            <a:extLst>
              <a:ext uri="{FF2B5EF4-FFF2-40B4-BE49-F238E27FC236}">
                <a16:creationId xmlns:a16="http://schemas.microsoft.com/office/drawing/2014/main" id="{9CB93A31-682E-CFD6-952C-B84C92725663}"/>
              </a:ext>
            </a:extLst>
          </p:cNvPr>
          <p:cNvSpPr/>
          <p:nvPr/>
        </p:nvSpPr>
        <p:spPr>
          <a:xfrm>
            <a:off x="2340556" y="1881146"/>
            <a:ext cx="6642670" cy="693205"/>
          </a:xfrm>
          <a:prstGeom prst="rect">
            <a:avLst/>
          </a:prstGeom>
          <a:noFill/>
          <a:ln w="9525" cap="flat" cmpd="sng" algn="ctr">
            <a:solidFill>
              <a:srgbClr val="808080"/>
            </a:solidFill>
            <a:prstDash val="solid"/>
          </a:ln>
          <a:effectLst/>
        </p:spPr>
        <p:txBody>
          <a:bodyPr wrap="square" lIns="72000" rIns="72000"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" sz="1000" b="0" i="0" u="none" strike="noStrike" kern="0" cap="none" spc="0" normalizeH="0" baseline="0" noProof="0">
                <a:ln>
                  <a:noFill/>
                </a:ln>
                <a:solidFill>
                  <a:srgbClr val="002948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Einsatz von Werkzeugen und Lösungen, die es uns ermöglichen, </a:t>
            </a:r>
            <a:r>
              <a:rPr kumimoji="0" lang="de" sz="1000" b="1" i="0" u="none" strike="noStrike" kern="0" cap="none" spc="0" normalizeH="0" baseline="0" noProof="0">
                <a:ln>
                  <a:noFill/>
                </a:ln>
                <a:solidFill>
                  <a:srgbClr val="002948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unser Geschäft effizient und effektiv zu führen</a:t>
            </a:r>
            <a:endParaRPr kumimoji="0" lang="en-GB" sz="1000" b="0" i="0" u="none" strike="noStrike" kern="0" cap="none" spc="0" normalizeH="0" baseline="0" noProof="0">
              <a:ln>
                <a:noFill/>
              </a:ln>
              <a:solidFill>
                <a:srgbClr val="002948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" sz="1000" b="1" i="0" u="none" strike="noStrike" kern="0" cap="none" spc="0" normalizeH="0" baseline="0" noProof="0">
                <a:ln>
                  <a:noFill/>
                </a:ln>
                <a:solidFill>
                  <a:srgbClr val="002948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Robustheit und Implementierungsgeschwindigkeit </a:t>
            </a:r>
            <a:r>
              <a:rPr kumimoji="0" lang="de" sz="1000" b="0" i="0" u="none" strike="noStrike" kern="0" cap="none" spc="0" normalizeH="0" baseline="0" noProof="0">
                <a:ln>
                  <a:noFill/>
                </a:ln>
                <a:solidFill>
                  <a:srgbClr val="002948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über Spitzen- und optimierte Technologien und Funktionalitäten</a:t>
            </a:r>
          </a:p>
        </p:txBody>
      </p:sp>
      <p:sp>
        <p:nvSpPr>
          <p:cNvPr id="37" name="Rectangle 12">
            <a:extLst>
              <a:ext uri="{FF2B5EF4-FFF2-40B4-BE49-F238E27FC236}">
                <a16:creationId xmlns:a16="http://schemas.microsoft.com/office/drawing/2014/main" id="{25D8480D-5960-CE8F-4FAD-16DC1989420D}"/>
              </a:ext>
            </a:extLst>
          </p:cNvPr>
          <p:cNvSpPr/>
          <p:nvPr/>
        </p:nvSpPr>
        <p:spPr>
          <a:xfrm>
            <a:off x="2340556" y="2652317"/>
            <a:ext cx="6642670" cy="693205"/>
          </a:xfrm>
          <a:prstGeom prst="rect">
            <a:avLst/>
          </a:prstGeom>
          <a:noFill/>
          <a:ln w="9525" cap="flat" cmpd="sng" algn="ctr">
            <a:solidFill>
              <a:srgbClr val="808080"/>
            </a:solidFill>
            <a:prstDash val="solid"/>
          </a:ln>
          <a:effectLst/>
        </p:spPr>
        <p:txBody>
          <a:bodyPr wrap="square" lIns="72000" rIns="72000"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" sz="1000" b="0" i="0" u="none" strike="noStrike" kern="0" cap="none" spc="0" normalizeH="0" baseline="0" noProof="0">
                <a:ln>
                  <a:noFill/>
                </a:ln>
                <a:solidFill>
                  <a:srgbClr val="002948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Maximale Nutzung </a:t>
            </a:r>
            <a:r>
              <a:rPr kumimoji="0" lang="de" sz="1000" b="1" i="0" u="none" strike="noStrike" kern="0" cap="none" spc="0" normalizeH="0" baseline="0" noProof="0">
                <a:ln>
                  <a:noFill/>
                </a:ln>
                <a:solidFill>
                  <a:srgbClr val="002948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von </a:t>
            </a:r>
            <a:r>
              <a:rPr kumimoji="0" lang="de" sz="1000" b="0" i="0" u="none" strike="noStrike" kern="0" cap="none" spc="0" normalizeH="0" baseline="0" noProof="0">
                <a:ln>
                  <a:noFill/>
                </a:ln>
                <a:solidFill>
                  <a:srgbClr val="002948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Standardsystemfähigkeiten und zugehörigen neuen Technologien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" sz="1000" b="1" i="0" u="none" strike="noStrike" kern="0" cap="none" spc="0" normalizeH="0" baseline="0" noProof="0">
                <a:ln>
                  <a:noFill/>
                </a:ln>
                <a:solidFill>
                  <a:srgbClr val="002948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Vollständig standardisierte Prozesse ermöglichen</a:t>
            </a:r>
            <a:endParaRPr kumimoji="0" lang="en-GB" sz="1000" b="0" i="0" u="none" strike="noStrike" kern="0" cap="none" spc="0" normalizeH="0" baseline="0" noProof="0">
              <a:ln>
                <a:noFill/>
              </a:ln>
              <a:solidFill>
                <a:srgbClr val="002948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" sz="1000" b="0" i="0" u="none" strike="noStrike" kern="0" cap="none" spc="0" normalizeH="0" baseline="0" noProof="0">
                <a:ln>
                  <a:noFill/>
                </a:ln>
                <a:solidFill>
                  <a:srgbClr val="002948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Nur Konfiguration, </a:t>
            </a:r>
            <a:r>
              <a:rPr kumimoji="0" lang="de" sz="1000" b="1" i="0" u="none" strike="noStrike" kern="0" cap="none" spc="0" normalizeH="0" baseline="0" noProof="0">
                <a:ln>
                  <a:noFill/>
                </a:ln>
                <a:solidFill>
                  <a:srgbClr val="002948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keine Codierung</a:t>
            </a:r>
          </a:p>
        </p:txBody>
      </p:sp>
      <p:sp>
        <p:nvSpPr>
          <p:cNvPr id="38" name="Rectangle 13">
            <a:extLst>
              <a:ext uri="{FF2B5EF4-FFF2-40B4-BE49-F238E27FC236}">
                <a16:creationId xmlns:a16="http://schemas.microsoft.com/office/drawing/2014/main" id="{AD9F19F8-36ED-F627-2DCF-9B898C24E57E}"/>
              </a:ext>
            </a:extLst>
          </p:cNvPr>
          <p:cNvSpPr/>
          <p:nvPr/>
        </p:nvSpPr>
        <p:spPr>
          <a:xfrm>
            <a:off x="2340556" y="3423488"/>
            <a:ext cx="6642670" cy="693205"/>
          </a:xfrm>
          <a:prstGeom prst="rect">
            <a:avLst/>
          </a:prstGeom>
          <a:noFill/>
          <a:ln w="9525" cap="flat" cmpd="sng" algn="ctr">
            <a:solidFill>
              <a:srgbClr val="808080"/>
            </a:solidFill>
            <a:prstDash val="solid"/>
          </a:ln>
          <a:effectLst/>
        </p:spPr>
        <p:txBody>
          <a:bodyPr wrap="square" lIns="72000" rIns="72000"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" sz="1000" b="1" i="0" u="none" strike="noStrike" kern="0" cap="none" spc="0" normalizeH="0" baseline="0" noProof="0">
                <a:ln>
                  <a:noFill/>
                </a:ln>
                <a:solidFill>
                  <a:srgbClr val="002948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Zukunftssichere Technologie </a:t>
            </a:r>
            <a:r>
              <a:rPr kumimoji="0" lang="de" sz="1000" b="0" i="0" u="none" strike="noStrike" kern="0" cap="none" spc="0" normalizeH="0" baseline="0" noProof="0">
                <a:ln>
                  <a:noFill/>
                </a:ln>
                <a:solidFill>
                  <a:srgbClr val="002948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– die richtige Leistung erzielt und gleichzeitig zukünftige Wartung und Kosten minimiert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" sz="1000" b="1" i="0" u="none" strike="noStrike" kern="0" cap="none" spc="0" normalizeH="0" baseline="0" noProof="0">
                <a:ln>
                  <a:noFill/>
                </a:ln>
                <a:solidFill>
                  <a:srgbClr val="002948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Flexibilität und Agilität, um zukünftige Entwicklungen </a:t>
            </a:r>
            <a:r>
              <a:rPr kumimoji="0" lang="de" sz="1000" b="0" i="0" u="none" strike="noStrike" kern="0" cap="none" spc="0" normalizeH="0" baseline="0" noProof="0">
                <a:ln>
                  <a:noFill/>
                </a:ln>
                <a:solidFill>
                  <a:srgbClr val="002948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(Funktionalität, Geschäft, Nutzer, ...) zu berücksichtigen.</a:t>
            </a:r>
          </a:p>
        </p:txBody>
      </p:sp>
      <p:sp>
        <p:nvSpPr>
          <p:cNvPr id="39" name="Rectangle 14">
            <a:extLst>
              <a:ext uri="{FF2B5EF4-FFF2-40B4-BE49-F238E27FC236}">
                <a16:creationId xmlns:a16="http://schemas.microsoft.com/office/drawing/2014/main" id="{2BB1C69E-6081-1538-2C0B-76F31D791D58}"/>
              </a:ext>
            </a:extLst>
          </p:cNvPr>
          <p:cNvSpPr/>
          <p:nvPr/>
        </p:nvSpPr>
        <p:spPr>
          <a:xfrm>
            <a:off x="2340556" y="4194659"/>
            <a:ext cx="6642670" cy="693205"/>
          </a:xfrm>
          <a:prstGeom prst="rect">
            <a:avLst/>
          </a:prstGeom>
          <a:noFill/>
          <a:ln w="9525" cap="flat" cmpd="sng" algn="ctr">
            <a:solidFill>
              <a:srgbClr val="808080"/>
            </a:solidFill>
            <a:prstDash val="solid"/>
          </a:ln>
          <a:effectLst/>
        </p:spPr>
        <p:txBody>
          <a:bodyPr wrap="square" lIns="72000" rIns="72000"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" sz="1000" b="0" i="0" u="none" strike="noStrike" kern="0" cap="none" spc="0" normalizeH="0" baseline="0" noProof="0" dirty="0">
                <a:ln>
                  <a:noFill/>
                </a:ln>
                <a:solidFill>
                  <a:srgbClr val="002948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Konzentrieren Sie sich auf die </a:t>
            </a:r>
            <a:r>
              <a:rPr kumimoji="0" lang="de" sz="1000" b="1" i="0" u="none" strike="noStrike" kern="0" cap="none" spc="0" normalizeH="0" baseline="0" noProof="0" dirty="0">
                <a:ln>
                  <a:noFill/>
                </a:ln>
                <a:solidFill>
                  <a:srgbClr val="002948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wichtigsten erforderlichen Fähigkeiten</a:t>
            </a:r>
            <a:r>
              <a:rPr kumimoji="0" lang="de" sz="1000" b="0" i="0" u="none" strike="noStrike" kern="0" cap="none" spc="0" normalizeH="0" baseline="0" noProof="0" dirty="0">
                <a:ln>
                  <a:noFill/>
                </a:ln>
                <a:solidFill>
                  <a:srgbClr val="002948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, um unsere Geschäftsprozesse effizient und effektiv zu steuern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" sz="1000" b="0" i="0" u="none" strike="noStrike" kern="0" cap="none" spc="0" normalizeH="0" baseline="0" noProof="0" dirty="0">
                <a:ln>
                  <a:noFill/>
                </a:ln>
                <a:solidFill>
                  <a:srgbClr val="002948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Jedes zusätzliche Scope Item muss </a:t>
            </a:r>
            <a:r>
              <a:rPr kumimoji="0" lang="de" sz="1000" b="1" i="0" u="none" strike="noStrike" kern="0" cap="none" spc="0" normalizeH="0" baseline="0" noProof="0" dirty="0">
                <a:ln>
                  <a:noFill/>
                </a:ln>
                <a:solidFill>
                  <a:srgbClr val="002948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durch einen unterstützenden Business Case gerechtfertigt werden</a:t>
            </a:r>
          </a:p>
        </p:txBody>
      </p:sp>
      <p:sp>
        <p:nvSpPr>
          <p:cNvPr id="41" name="Rectangle 16">
            <a:extLst>
              <a:ext uri="{FF2B5EF4-FFF2-40B4-BE49-F238E27FC236}">
                <a16:creationId xmlns:a16="http://schemas.microsoft.com/office/drawing/2014/main" id="{A1056DC1-CFF9-1165-9022-9F3350B0398B}"/>
              </a:ext>
            </a:extLst>
          </p:cNvPr>
          <p:cNvSpPr/>
          <p:nvPr/>
        </p:nvSpPr>
        <p:spPr>
          <a:xfrm>
            <a:off x="2340556" y="4974130"/>
            <a:ext cx="6642670" cy="693206"/>
          </a:xfrm>
          <a:prstGeom prst="rect">
            <a:avLst/>
          </a:prstGeom>
          <a:noFill/>
          <a:ln w="9525" cap="flat" cmpd="sng" algn="ctr">
            <a:solidFill>
              <a:srgbClr val="808080"/>
            </a:solidFill>
            <a:prstDash val="solid"/>
          </a:ln>
          <a:effectLst/>
        </p:spPr>
        <p:txBody>
          <a:bodyPr wrap="square" lIns="72000" rIns="72000"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" sz="1000" b="1" i="0" u="none" strike="noStrike" kern="0" cap="none" spc="0" normalizeH="0" baseline="0" noProof="0">
                <a:ln>
                  <a:noFill/>
                </a:ln>
                <a:solidFill>
                  <a:srgbClr val="002948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Engagierte Mitarbeiter,</a:t>
            </a:r>
            <a:r>
              <a:rPr kumimoji="0" lang="de" sz="1000" b="0" i="0" u="none" strike="noStrike" kern="0" cap="none" spc="0" normalizeH="0" baseline="0" noProof="0">
                <a:ln>
                  <a:noFill/>
                </a:ln>
                <a:solidFill>
                  <a:srgbClr val="002948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 die an dem Programm mit den richtigen Fähigkeiten arbeiten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" sz="1000" b="0" i="0" u="none" strike="noStrike" kern="0" cap="none" spc="0" normalizeH="0" baseline="0" noProof="0">
                <a:ln>
                  <a:noFill/>
                </a:ln>
                <a:solidFill>
                  <a:srgbClr val="002948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Starke und sichtbare </a:t>
            </a:r>
            <a:r>
              <a:rPr kumimoji="0" lang="de" sz="1000" b="1" i="0" u="none" strike="noStrike" kern="0" cap="none" spc="0" normalizeH="0" baseline="0" noProof="0">
                <a:ln>
                  <a:noFill/>
                </a:ln>
                <a:solidFill>
                  <a:srgbClr val="002948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Unterstützung der Führungskräfte und Managementbeteiligung</a:t>
            </a:r>
          </a:p>
        </p:txBody>
      </p:sp>
      <p:sp>
        <p:nvSpPr>
          <p:cNvPr id="42" name="Freihandform 76">
            <a:extLst>
              <a:ext uri="{FF2B5EF4-FFF2-40B4-BE49-F238E27FC236}">
                <a16:creationId xmlns:a16="http://schemas.microsoft.com/office/drawing/2014/main" id="{943F2563-A5FF-E773-C055-5E8A3AF65E5D}"/>
              </a:ext>
            </a:extLst>
          </p:cNvPr>
          <p:cNvSpPr/>
          <p:nvPr/>
        </p:nvSpPr>
        <p:spPr bwMode="ltGray">
          <a:xfrm>
            <a:off x="846477" y="3643728"/>
            <a:ext cx="231526" cy="252726"/>
          </a:xfrm>
          <a:custGeom>
            <a:avLst/>
            <a:gdLst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90600" h="938213">
                <a:moveTo>
                  <a:pt x="0" y="573882"/>
                </a:moveTo>
                <a:cubicBezTo>
                  <a:pt x="87312" y="576264"/>
                  <a:pt x="177008" y="781050"/>
                  <a:pt x="226219" y="938213"/>
                </a:cubicBezTo>
                <a:lnTo>
                  <a:pt x="371475" y="835819"/>
                </a:lnTo>
                <a:cubicBezTo>
                  <a:pt x="523082" y="534194"/>
                  <a:pt x="634206" y="373062"/>
                  <a:pt x="990600" y="38100"/>
                </a:cubicBezTo>
                <a:lnTo>
                  <a:pt x="969169" y="0"/>
                </a:lnTo>
                <a:cubicBezTo>
                  <a:pt x="705644" y="167481"/>
                  <a:pt x="463550" y="380207"/>
                  <a:pt x="285750" y="688182"/>
                </a:cubicBezTo>
                <a:cubicBezTo>
                  <a:pt x="270669" y="647701"/>
                  <a:pt x="198437" y="495301"/>
                  <a:pt x="154781" y="488157"/>
                </a:cubicBezTo>
                <a:cubicBezTo>
                  <a:pt x="67468" y="490538"/>
                  <a:pt x="51594" y="528639"/>
                  <a:pt x="0" y="573882"/>
                </a:cubicBezTo>
                <a:close/>
              </a:path>
            </a:pathLst>
          </a:custGeom>
          <a:solidFill>
            <a:srgbClr val="004B84"/>
          </a:solidFill>
          <a:ln w="31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88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itchFamily="18" charset="0"/>
              <a:ea typeface="ＭＳ Ｐゴシック"/>
              <a:cs typeface="+mn-cs"/>
            </a:endParaRPr>
          </a:p>
        </p:txBody>
      </p:sp>
      <p:sp>
        <p:nvSpPr>
          <p:cNvPr id="43" name="Freihandform 75">
            <a:extLst>
              <a:ext uri="{FF2B5EF4-FFF2-40B4-BE49-F238E27FC236}">
                <a16:creationId xmlns:a16="http://schemas.microsoft.com/office/drawing/2014/main" id="{FE9A1E13-E11F-9297-6C90-6ABF37189E06}"/>
              </a:ext>
            </a:extLst>
          </p:cNvPr>
          <p:cNvSpPr/>
          <p:nvPr/>
        </p:nvSpPr>
        <p:spPr bwMode="ltGray">
          <a:xfrm>
            <a:off x="846477" y="2872557"/>
            <a:ext cx="231526" cy="252726"/>
          </a:xfrm>
          <a:custGeom>
            <a:avLst/>
            <a:gdLst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90600" h="938213">
                <a:moveTo>
                  <a:pt x="0" y="573882"/>
                </a:moveTo>
                <a:cubicBezTo>
                  <a:pt x="87312" y="576264"/>
                  <a:pt x="177008" y="781050"/>
                  <a:pt x="226219" y="938213"/>
                </a:cubicBezTo>
                <a:lnTo>
                  <a:pt x="371475" y="835819"/>
                </a:lnTo>
                <a:cubicBezTo>
                  <a:pt x="523082" y="534194"/>
                  <a:pt x="634206" y="373062"/>
                  <a:pt x="990600" y="38100"/>
                </a:cubicBezTo>
                <a:lnTo>
                  <a:pt x="969169" y="0"/>
                </a:lnTo>
                <a:cubicBezTo>
                  <a:pt x="705644" y="167481"/>
                  <a:pt x="463550" y="380207"/>
                  <a:pt x="285750" y="688182"/>
                </a:cubicBezTo>
                <a:cubicBezTo>
                  <a:pt x="270669" y="647701"/>
                  <a:pt x="198437" y="495301"/>
                  <a:pt x="154781" y="488157"/>
                </a:cubicBezTo>
                <a:cubicBezTo>
                  <a:pt x="67468" y="490538"/>
                  <a:pt x="51594" y="528639"/>
                  <a:pt x="0" y="573882"/>
                </a:cubicBezTo>
                <a:close/>
              </a:path>
            </a:pathLst>
          </a:custGeom>
          <a:solidFill>
            <a:srgbClr val="004B84"/>
          </a:solidFill>
          <a:ln w="31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88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itchFamily="18" charset="0"/>
              <a:ea typeface="ＭＳ Ｐゴシック"/>
              <a:cs typeface="+mn-cs"/>
            </a:endParaRPr>
          </a:p>
        </p:txBody>
      </p:sp>
      <p:sp>
        <p:nvSpPr>
          <p:cNvPr id="44" name="Freihandform 77">
            <a:extLst>
              <a:ext uri="{FF2B5EF4-FFF2-40B4-BE49-F238E27FC236}">
                <a16:creationId xmlns:a16="http://schemas.microsoft.com/office/drawing/2014/main" id="{3051B6D4-D6B9-0F76-B144-DCE49EE95EFC}"/>
              </a:ext>
            </a:extLst>
          </p:cNvPr>
          <p:cNvSpPr/>
          <p:nvPr/>
        </p:nvSpPr>
        <p:spPr bwMode="ltGray">
          <a:xfrm>
            <a:off x="845705" y="2101386"/>
            <a:ext cx="231526" cy="252726"/>
          </a:xfrm>
          <a:custGeom>
            <a:avLst/>
            <a:gdLst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90600" h="938213">
                <a:moveTo>
                  <a:pt x="0" y="573882"/>
                </a:moveTo>
                <a:cubicBezTo>
                  <a:pt x="87312" y="576264"/>
                  <a:pt x="177008" y="781050"/>
                  <a:pt x="226219" y="938213"/>
                </a:cubicBezTo>
                <a:lnTo>
                  <a:pt x="371475" y="835819"/>
                </a:lnTo>
                <a:cubicBezTo>
                  <a:pt x="523082" y="534194"/>
                  <a:pt x="634206" y="373062"/>
                  <a:pt x="990600" y="38100"/>
                </a:cubicBezTo>
                <a:lnTo>
                  <a:pt x="969169" y="0"/>
                </a:lnTo>
                <a:cubicBezTo>
                  <a:pt x="705644" y="167481"/>
                  <a:pt x="463550" y="380207"/>
                  <a:pt x="285750" y="688182"/>
                </a:cubicBezTo>
                <a:cubicBezTo>
                  <a:pt x="270669" y="647701"/>
                  <a:pt x="198437" y="495301"/>
                  <a:pt x="154781" y="488157"/>
                </a:cubicBezTo>
                <a:cubicBezTo>
                  <a:pt x="67468" y="490538"/>
                  <a:pt x="51594" y="528639"/>
                  <a:pt x="0" y="573882"/>
                </a:cubicBezTo>
                <a:close/>
              </a:path>
            </a:pathLst>
          </a:custGeom>
          <a:solidFill>
            <a:srgbClr val="004B84"/>
          </a:solidFill>
          <a:ln w="31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88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itchFamily="18" charset="0"/>
              <a:ea typeface="ＭＳ Ｐゴシック"/>
              <a:cs typeface="+mn-cs"/>
            </a:endParaRPr>
          </a:p>
        </p:txBody>
      </p:sp>
      <p:sp>
        <p:nvSpPr>
          <p:cNvPr id="45" name="Freihandform 81">
            <a:extLst>
              <a:ext uri="{FF2B5EF4-FFF2-40B4-BE49-F238E27FC236}">
                <a16:creationId xmlns:a16="http://schemas.microsoft.com/office/drawing/2014/main" id="{BC5784BB-E18C-7A01-C8E1-03FC09A42068}"/>
              </a:ext>
            </a:extLst>
          </p:cNvPr>
          <p:cNvSpPr/>
          <p:nvPr/>
        </p:nvSpPr>
        <p:spPr bwMode="ltGray">
          <a:xfrm>
            <a:off x="846477" y="4414898"/>
            <a:ext cx="231526" cy="252726"/>
          </a:xfrm>
          <a:custGeom>
            <a:avLst/>
            <a:gdLst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90600" h="938213">
                <a:moveTo>
                  <a:pt x="0" y="573882"/>
                </a:moveTo>
                <a:cubicBezTo>
                  <a:pt x="87312" y="576264"/>
                  <a:pt x="177008" y="781050"/>
                  <a:pt x="226219" y="938213"/>
                </a:cubicBezTo>
                <a:lnTo>
                  <a:pt x="371475" y="835819"/>
                </a:lnTo>
                <a:cubicBezTo>
                  <a:pt x="523082" y="534194"/>
                  <a:pt x="634206" y="373062"/>
                  <a:pt x="990600" y="38100"/>
                </a:cubicBezTo>
                <a:lnTo>
                  <a:pt x="969169" y="0"/>
                </a:lnTo>
                <a:cubicBezTo>
                  <a:pt x="705644" y="167481"/>
                  <a:pt x="463550" y="380207"/>
                  <a:pt x="285750" y="688182"/>
                </a:cubicBezTo>
                <a:cubicBezTo>
                  <a:pt x="270669" y="647701"/>
                  <a:pt x="198437" y="495301"/>
                  <a:pt x="154781" y="488157"/>
                </a:cubicBezTo>
                <a:cubicBezTo>
                  <a:pt x="67468" y="490538"/>
                  <a:pt x="51594" y="528639"/>
                  <a:pt x="0" y="573882"/>
                </a:cubicBezTo>
                <a:close/>
              </a:path>
            </a:pathLst>
          </a:custGeom>
          <a:solidFill>
            <a:srgbClr val="004B84"/>
          </a:solidFill>
          <a:ln w="31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88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itchFamily="18" charset="0"/>
              <a:ea typeface="ＭＳ Ｐゴシック"/>
              <a:cs typeface="+mn-cs"/>
            </a:endParaRPr>
          </a:p>
        </p:txBody>
      </p:sp>
      <p:sp>
        <p:nvSpPr>
          <p:cNvPr id="47" name="Freihandform 83">
            <a:extLst>
              <a:ext uri="{FF2B5EF4-FFF2-40B4-BE49-F238E27FC236}">
                <a16:creationId xmlns:a16="http://schemas.microsoft.com/office/drawing/2014/main" id="{E4859726-0940-CAD5-41AC-7850204EE284}"/>
              </a:ext>
            </a:extLst>
          </p:cNvPr>
          <p:cNvSpPr/>
          <p:nvPr/>
        </p:nvSpPr>
        <p:spPr bwMode="ltGray">
          <a:xfrm>
            <a:off x="846477" y="5194372"/>
            <a:ext cx="231526" cy="252726"/>
          </a:xfrm>
          <a:custGeom>
            <a:avLst/>
            <a:gdLst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  <a:gd name="connsiteX0" fmla="*/ 0 w 990600"/>
              <a:gd name="connsiteY0" fmla="*/ 573882 h 938213"/>
              <a:gd name="connsiteX1" fmla="*/ 226219 w 990600"/>
              <a:gd name="connsiteY1" fmla="*/ 938213 h 938213"/>
              <a:gd name="connsiteX2" fmla="*/ 371475 w 990600"/>
              <a:gd name="connsiteY2" fmla="*/ 835819 h 938213"/>
              <a:gd name="connsiteX3" fmla="*/ 990600 w 990600"/>
              <a:gd name="connsiteY3" fmla="*/ 38100 h 938213"/>
              <a:gd name="connsiteX4" fmla="*/ 969169 w 990600"/>
              <a:gd name="connsiteY4" fmla="*/ 0 h 938213"/>
              <a:gd name="connsiteX5" fmla="*/ 285750 w 990600"/>
              <a:gd name="connsiteY5" fmla="*/ 688182 h 938213"/>
              <a:gd name="connsiteX6" fmla="*/ 154781 w 990600"/>
              <a:gd name="connsiteY6" fmla="*/ 488157 h 938213"/>
              <a:gd name="connsiteX7" fmla="*/ 0 w 990600"/>
              <a:gd name="connsiteY7" fmla="*/ 573882 h 938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90600" h="938213">
                <a:moveTo>
                  <a:pt x="0" y="573882"/>
                </a:moveTo>
                <a:cubicBezTo>
                  <a:pt x="87312" y="576264"/>
                  <a:pt x="177008" y="781050"/>
                  <a:pt x="226219" y="938213"/>
                </a:cubicBezTo>
                <a:lnTo>
                  <a:pt x="371475" y="835819"/>
                </a:lnTo>
                <a:cubicBezTo>
                  <a:pt x="523082" y="534194"/>
                  <a:pt x="634206" y="373062"/>
                  <a:pt x="990600" y="38100"/>
                </a:cubicBezTo>
                <a:lnTo>
                  <a:pt x="969169" y="0"/>
                </a:lnTo>
                <a:cubicBezTo>
                  <a:pt x="705644" y="167481"/>
                  <a:pt x="463550" y="380207"/>
                  <a:pt x="285750" y="688182"/>
                </a:cubicBezTo>
                <a:cubicBezTo>
                  <a:pt x="270669" y="647701"/>
                  <a:pt x="198437" y="495301"/>
                  <a:pt x="154781" y="488157"/>
                </a:cubicBezTo>
                <a:cubicBezTo>
                  <a:pt x="67468" y="490538"/>
                  <a:pt x="51594" y="528639"/>
                  <a:pt x="0" y="573882"/>
                </a:cubicBezTo>
                <a:close/>
              </a:path>
            </a:pathLst>
          </a:custGeom>
          <a:solidFill>
            <a:srgbClr val="004B84"/>
          </a:solidFill>
          <a:ln w="317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88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itchFamily="18" charset="0"/>
              <a:ea typeface="ＭＳ Ｐゴシック"/>
              <a:cs typeface="+mn-cs"/>
            </a:endParaRPr>
          </a:p>
        </p:txBody>
      </p:sp>
      <p:sp>
        <p:nvSpPr>
          <p:cNvPr id="48" name="Line 3">
            <a:extLst>
              <a:ext uri="{FF2B5EF4-FFF2-40B4-BE49-F238E27FC236}">
                <a16:creationId xmlns:a16="http://schemas.microsoft.com/office/drawing/2014/main" id="{D34EE9F8-7BB2-993E-42AA-BE69339D83F9}"/>
              </a:ext>
            </a:extLst>
          </p:cNvPr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845705" y="2605144"/>
            <a:ext cx="8235593" cy="0"/>
          </a:xfrm>
          <a:prstGeom prst="line">
            <a:avLst/>
          </a:prstGeom>
          <a:noFill/>
          <a:ln w="9525">
            <a:solidFill>
              <a:srgbClr val="004B84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</p:txBody>
      </p:sp>
      <p:sp>
        <p:nvSpPr>
          <p:cNvPr id="49" name="Line 3">
            <a:extLst>
              <a:ext uri="{FF2B5EF4-FFF2-40B4-BE49-F238E27FC236}">
                <a16:creationId xmlns:a16="http://schemas.microsoft.com/office/drawing/2014/main" id="{5C9FCDF5-DD08-BB93-9CE4-AF61C66556C5}"/>
              </a:ext>
            </a:extLst>
          </p:cNvPr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845705" y="3376699"/>
            <a:ext cx="8235593" cy="0"/>
          </a:xfrm>
          <a:prstGeom prst="line">
            <a:avLst/>
          </a:prstGeom>
          <a:noFill/>
          <a:ln w="9525">
            <a:solidFill>
              <a:srgbClr val="004B84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</p:txBody>
      </p:sp>
      <p:sp>
        <p:nvSpPr>
          <p:cNvPr id="50" name="Line 3">
            <a:extLst>
              <a:ext uri="{FF2B5EF4-FFF2-40B4-BE49-F238E27FC236}">
                <a16:creationId xmlns:a16="http://schemas.microsoft.com/office/drawing/2014/main" id="{E2759593-3BA8-1C8C-3C1A-52399A29670E}"/>
              </a:ext>
            </a:extLst>
          </p:cNvPr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845705" y="4148255"/>
            <a:ext cx="8235593" cy="0"/>
          </a:xfrm>
          <a:prstGeom prst="line">
            <a:avLst/>
          </a:prstGeom>
          <a:noFill/>
          <a:ln w="9525">
            <a:solidFill>
              <a:srgbClr val="004B84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</p:txBody>
      </p:sp>
      <p:sp>
        <p:nvSpPr>
          <p:cNvPr id="51" name="Line 3">
            <a:extLst>
              <a:ext uri="{FF2B5EF4-FFF2-40B4-BE49-F238E27FC236}">
                <a16:creationId xmlns:a16="http://schemas.microsoft.com/office/drawing/2014/main" id="{A654DE73-3FF2-35E2-0A12-7CC5C2FEDB49}"/>
              </a:ext>
            </a:extLst>
          </p:cNvPr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845705" y="4919810"/>
            <a:ext cx="8235593" cy="0"/>
          </a:xfrm>
          <a:prstGeom prst="line">
            <a:avLst/>
          </a:prstGeom>
          <a:noFill/>
          <a:ln w="9525">
            <a:solidFill>
              <a:srgbClr val="004B84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</p:txBody>
      </p:sp>
      <p:sp>
        <p:nvSpPr>
          <p:cNvPr id="54" name="Rechthoek 53">
            <a:extLst>
              <a:ext uri="{FF2B5EF4-FFF2-40B4-BE49-F238E27FC236}">
                <a16:creationId xmlns:a16="http://schemas.microsoft.com/office/drawing/2014/main" id="{916D4DAC-3779-ED4F-0D96-F79BAA3D420D}"/>
              </a:ext>
            </a:extLst>
          </p:cNvPr>
          <p:cNvSpPr/>
          <p:nvPr/>
        </p:nvSpPr>
        <p:spPr>
          <a:xfrm>
            <a:off x="9661289" y="1881146"/>
            <a:ext cx="1954204" cy="37861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Jede Abweichung von diesen Programmprinzipien erfordert eine klare Argumentation und die Zustimmung des Programmmanagements.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4954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A24C9-3667-19A5-1A22-2E155A211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1F4CE96-E20E-066A-ADEF-BF6153BB2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" sz="1000" b="0" i="0" u="none" strike="noStrike" kern="1200" cap="none" spc="0" normalizeH="0" baseline="0" noProof="0">
                <a:ln>
                  <a:noFill/>
                </a:ln>
                <a:solidFill>
                  <a:srgbClr val="002F6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© SITA-Flughafen IT 2026</a:t>
            </a:r>
            <a:endParaRPr kumimoji="0" lang="de-DE" sz="1000" b="0" i="0" u="none" strike="noStrike" kern="1200" cap="none" spc="0" normalizeH="0" baseline="0" noProof="0">
              <a:ln>
                <a:noFill/>
              </a:ln>
              <a:solidFill>
                <a:srgbClr val="002F6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02720D-F402-EBB9-4527-27BF48BA6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EE4229-7E59-47A8-843C-EE5F887C83AC}" type="slidenum">
              <a:rPr kumimoji="0" lang="de-DE" sz="1000" b="0" i="0" u="none" strike="noStrike" kern="1200" cap="none" spc="0" normalizeH="0" baseline="0" noProof="0" smtClean="0">
                <a:ln>
                  <a:noFill/>
                </a:ln>
                <a:solidFill>
                  <a:srgbClr val="002F6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de-DE" sz="1000" b="0" i="0" u="none" strike="noStrike" kern="1200" cap="none" spc="0" normalizeH="0" baseline="0" noProof="0">
              <a:ln>
                <a:noFill/>
              </a:ln>
              <a:solidFill>
                <a:srgbClr val="002F6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979B7AF-3B26-0396-7DB6-A71E0305F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"/>
              <a:t>DDE – Governance / Sitzungsstruktur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ADF8005-47D9-34B1-FD46-ACFBA9C975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" dirty="0"/>
              <a:t>3 Governance-Ebenen – </a:t>
            </a:r>
            <a:r>
              <a:rPr lang="de-DE" dirty="0"/>
              <a:t>jeweils mit klarem Zweck und Entscheidungsmandat</a:t>
            </a:r>
            <a:endParaRPr lang="de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7940EA3-040A-DF99-10F8-4F53D0001642}"/>
              </a:ext>
            </a:extLst>
          </p:cNvPr>
          <p:cNvGrpSpPr/>
          <p:nvPr/>
        </p:nvGrpSpPr>
        <p:grpSpPr>
          <a:xfrm>
            <a:off x="1807328" y="1441370"/>
            <a:ext cx="8810747" cy="768938"/>
            <a:chOff x="427444" y="1669748"/>
            <a:chExt cx="11480264" cy="120995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11A9CD4-8ADB-DF9E-DB87-08758821BDE4}"/>
                </a:ext>
              </a:extLst>
            </p:cNvPr>
            <p:cNvSpPr txBox="1"/>
            <p:nvPr/>
          </p:nvSpPr>
          <p:spPr>
            <a:xfrm>
              <a:off x="8878193" y="1968124"/>
              <a:ext cx="26184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" sz="1400" b="1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Kommentare</a:t>
              </a:r>
              <a:endParaRPr kumimoji="0" lang="en-GB" sz="11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" name="Arrow: Pentagon 24">
              <a:extLst>
                <a:ext uri="{FF2B5EF4-FFF2-40B4-BE49-F238E27FC236}">
                  <a16:creationId xmlns:a16="http://schemas.microsoft.com/office/drawing/2014/main" id="{C2F08179-9A86-32CE-247A-DA2CCD38C1D0}"/>
                </a:ext>
              </a:extLst>
            </p:cNvPr>
            <p:cNvSpPr>
              <a:spLocks/>
            </p:cNvSpPr>
            <p:nvPr/>
          </p:nvSpPr>
          <p:spPr>
            <a:xfrm>
              <a:off x="427446" y="1669748"/>
              <a:ext cx="11480262" cy="1209950"/>
            </a:xfrm>
            <a:custGeom>
              <a:avLst/>
              <a:gdLst>
                <a:gd name="connsiteX0" fmla="*/ 0 w 11728196"/>
                <a:gd name="connsiteY0" fmla="*/ 0 h 1460140"/>
                <a:gd name="connsiteX1" fmla="*/ 11306697 w 11728196"/>
                <a:gd name="connsiteY1" fmla="*/ 0 h 1460140"/>
                <a:gd name="connsiteX2" fmla="*/ 11728196 w 11728196"/>
                <a:gd name="connsiteY2" fmla="*/ 730070 h 1460140"/>
                <a:gd name="connsiteX3" fmla="*/ 11306697 w 11728196"/>
                <a:gd name="connsiteY3" fmla="*/ 1460140 h 1460140"/>
                <a:gd name="connsiteX4" fmla="*/ 0 w 11728196"/>
                <a:gd name="connsiteY4" fmla="*/ 1460140 h 1460140"/>
                <a:gd name="connsiteX5" fmla="*/ 0 w 11728196"/>
                <a:gd name="connsiteY5" fmla="*/ 0 h 1460140"/>
                <a:gd name="connsiteX0" fmla="*/ 1906 w 11730102"/>
                <a:gd name="connsiteY0" fmla="*/ 0 h 1460140"/>
                <a:gd name="connsiteX1" fmla="*/ 11308603 w 11730102"/>
                <a:gd name="connsiteY1" fmla="*/ 0 h 1460140"/>
                <a:gd name="connsiteX2" fmla="*/ 11730102 w 11730102"/>
                <a:gd name="connsiteY2" fmla="*/ 730070 h 1460140"/>
                <a:gd name="connsiteX3" fmla="*/ 11308603 w 11730102"/>
                <a:gd name="connsiteY3" fmla="*/ 1460140 h 1460140"/>
                <a:gd name="connsiteX4" fmla="*/ 1906 w 11730102"/>
                <a:gd name="connsiteY4" fmla="*/ 1460140 h 1460140"/>
                <a:gd name="connsiteX5" fmla="*/ 0 w 11730102"/>
                <a:gd name="connsiteY5" fmla="*/ 635785 h 1460140"/>
                <a:gd name="connsiteX6" fmla="*/ 1906 w 11730102"/>
                <a:gd name="connsiteY6" fmla="*/ 0 h 1460140"/>
                <a:gd name="connsiteX0" fmla="*/ 0 w 11730102"/>
                <a:gd name="connsiteY0" fmla="*/ 635785 h 1460140"/>
                <a:gd name="connsiteX1" fmla="*/ 1906 w 11730102"/>
                <a:gd name="connsiteY1" fmla="*/ 0 h 1460140"/>
                <a:gd name="connsiteX2" fmla="*/ 11308603 w 11730102"/>
                <a:gd name="connsiteY2" fmla="*/ 0 h 1460140"/>
                <a:gd name="connsiteX3" fmla="*/ 11730102 w 11730102"/>
                <a:gd name="connsiteY3" fmla="*/ 730070 h 1460140"/>
                <a:gd name="connsiteX4" fmla="*/ 11308603 w 11730102"/>
                <a:gd name="connsiteY4" fmla="*/ 1460140 h 1460140"/>
                <a:gd name="connsiteX5" fmla="*/ 1906 w 11730102"/>
                <a:gd name="connsiteY5" fmla="*/ 1460140 h 1460140"/>
                <a:gd name="connsiteX6" fmla="*/ 91440 w 11730102"/>
                <a:gd name="connsiteY6" fmla="*/ 727225 h 1460140"/>
                <a:gd name="connsiteX0" fmla="*/ 0 w 11730102"/>
                <a:gd name="connsiteY0" fmla="*/ 635785 h 1460140"/>
                <a:gd name="connsiteX1" fmla="*/ 1906 w 11730102"/>
                <a:gd name="connsiteY1" fmla="*/ 0 h 1460140"/>
                <a:gd name="connsiteX2" fmla="*/ 11308603 w 11730102"/>
                <a:gd name="connsiteY2" fmla="*/ 0 h 1460140"/>
                <a:gd name="connsiteX3" fmla="*/ 11730102 w 11730102"/>
                <a:gd name="connsiteY3" fmla="*/ 730070 h 1460140"/>
                <a:gd name="connsiteX4" fmla="*/ 11308603 w 11730102"/>
                <a:gd name="connsiteY4" fmla="*/ 1460140 h 1460140"/>
                <a:gd name="connsiteX5" fmla="*/ 1906 w 11730102"/>
                <a:gd name="connsiteY5" fmla="*/ 1460140 h 1460140"/>
                <a:gd name="connsiteX0" fmla="*/ 0 w 11728196"/>
                <a:gd name="connsiteY0" fmla="*/ 0 h 1460140"/>
                <a:gd name="connsiteX1" fmla="*/ 11306697 w 11728196"/>
                <a:gd name="connsiteY1" fmla="*/ 0 h 1460140"/>
                <a:gd name="connsiteX2" fmla="*/ 11728196 w 11728196"/>
                <a:gd name="connsiteY2" fmla="*/ 730070 h 1460140"/>
                <a:gd name="connsiteX3" fmla="*/ 11306697 w 11728196"/>
                <a:gd name="connsiteY3" fmla="*/ 1460140 h 1460140"/>
                <a:gd name="connsiteX4" fmla="*/ 0 w 11728196"/>
                <a:gd name="connsiteY4" fmla="*/ 1460140 h 1460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28196" h="1460140">
                  <a:moveTo>
                    <a:pt x="0" y="0"/>
                  </a:moveTo>
                  <a:lnTo>
                    <a:pt x="11306697" y="0"/>
                  </a:lnTo>
                  <a:lnTo>
                    <a:pt x="11728196" y="730070"/>
                  </a:lnTo>
                  <a:lnTo>
                    <a:pt x="11306697" y="1460140"/>
                  </a:lnTo>
                  <a:lnTo>
                    <a:pt x="0" y="1460140"/>
                  </a:lnTo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19050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3152" tIns="73152" rIns="73152" bIns="7315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" name="Arrow: Pentagon 39">
              <a:extLst>
                <a:ext uri="{FF2B5EF4-FFF2-40B4-BE49-F238E27FC236}">
                  <a16:creationId xmlns:a16="http://schemas.microsoft.com/office/drawing/2014/main" id="{25A58F82-5973-911A-246F-BC7EE80D90D8}"/>
                </a:ext>
              </a:extLst>
            </p:cNvPr>
            <p:cNvSpPr>
              <a:spLocks/>
            </p:cNvSpPr>
            <p:nvPr/>
          </p:nvSpPr>
          <p:spPr>
            <a:xfrm>
              <a:off x="427444" y="1669748"/>
              <a:ext cx="7563123" cy="1209950"/>
            </a:xfrm>
            <a:custGeom>
              <a:avLst/>
              <a:gdLst>
                <a:gd name="connsiteX0" fmla="*/ 0 w 7811057"/>
                <a:gd name="connsiteY0" fmla="*/ 0 h 1460140"/>
                <a:gd name="connsiteX1" fmla="*/ 7389558 w 7811057"/>
                <a:gd name="connsiteY1" fmla="*/ 0 h 1460140"/>
                <a:gd name="connsiteX2" fmla="*/ 7811057 w 7811057"/>
                <a:gd name="connsiteY2" fmla="*/ 730070 h 1460140"/>
                <a:gd name="connsiteX3" fmla="*/ 7389558 w 7811057"/>
                <a:gd name="connsiteY3" fmla="*/ 1460140 h 1460140"/>
                <a:gd name="connsiteX4" fmla="*/ 0 w 7811057"/>
                <a:gd name="connsiteY4" fmla="*/ 1460140 h 1460140"/>
                <a:gd name="connsiteX5" fmla="*/ 0 w 7811057"/>
                <a:gd name="connsiteY5" fmla="*/ 0 h 1460140"/>
                <a:gd name="connsiteX0" fmla="*/ 0 w 7811057"/>
                <a:gd name="connsiteY0" fmla="*/ 0 h 1460140"/>
                <a:gd name="connsiteX1" fmla="*/ 7389558 w 7811057"/>
                <a:gd name="connsiteY1" fmla="*/ 0 h 1460140"/>
                <a:gd name="connsiteX2" fmla="*/ 7811057 w 7811057"/>
                <a:gd name="connsiteY2" fmla="*/ 730070 h 1460140"/>
                <a:gd name="connsiteX3" fmla="*/ 7389558 w 7811057"/>
                <a:gd name="connsiteY3" fmla="*/ 1460140 h 1460140"/>
                <a:gd name="connsiteX4" fmla="*/ 0 w 7811057"/>
                <a:gd name="connsiteY4" fmla="*/ 1460140 h 1460140"/>
                <a:gd name="connsiteX5" fmla="*/ 1 w 7811057"/>
                <a:gd name="connsiteY5" fmla="*/ 660289 h 1460140"/>
                <a:gd name="connsiteX6" fmla="*/ 0 w 7811057"/>
                <a:gd name="connsiteY6" fmla="*/ 0 h 1460140"/>
                <a:gd name="connsiteX0" fmla="*/ 1 w 7811057"/>
                <a:gd name="connsiteY0" fmla="*/ 660289 h 1460140"/>
                <a:gd name="connsiteX1" fmla="*/ 0 w 7811057"/>
                <a:gd name="connsiteY1" fmla="*/ 0 h 1460140"/>
                <a:gd name="connsiteX2" fmla="*/ 7389558 w 7811057"/>
                <a:gd name="connsiteY2" fmla="*/ 0 h 1460140"/>
                <a:gd name="connsiteX3" fmla="*/ 7811057 w 7811057"/>
                <a:gd name="connsiteY3" fmla="*/ 730070 h 1460140"/>
                <a:gd name="connsiteX4" fmla="*/ 7389558 w 7811057"/>
                <a:gd name="connsiteY4" fmla="*/ 1460140 h 1460140"/>
                <a:gd name="connsiteX5" fmla="*/ 0 w 7811057"/>
                <a:gd name="connsiteY5" fmla="*/ 1460140 h 1460140"/>
                <a:gd name="connsiteX6" fmla="*/ 91441 w 7811057"/>
                <a:gd name="connsiteY6" fmla="*/ 751729 h 1460140"/>
                <a:gd name="connsiteX0" fmla="*/ 0 w 7820200"/>
                <a:gd name="connsiteY0" fmla="*/ 660289 h 1460140"/>
                <a:gd name="connsiteX1" fmla="*/ 9143 w 7820200"/>
                <a:gd name="connsiteY1" fmla="*/ 0 h 1460140"/>
                <a:gd name="connsiteX2" fmla="*/ 7398701 w 7820200"/>
                <a:gd name="connsiteY2" fmla="*/ 0 h 1460140"/>
                <a:gd name="connsiteX3" fmla="*/ 7820200 w 7820200"/>
                <a:gd name="connsiteY3" fmla="*/ 730070 h 1460140"/>
                <a:gd name="connsiteX4" fmla="*/ 7398701 w 7820200"/>
                <a:gd name="connsiteY4" fmla="*/ 1460140 h 1460140"/>
                <a:gd name="connsiteX5" fmla="*/ 9143 w 7820200"/>
                <a:gd name="connsiteY5" fmla="*/ 1460140 h 1460140"/>
                <a:gd name="connsiteX6" fmla="*/ 100584 w 7820200"/>
                <a:gd name="connsiteY6" fmla="*/ 751729 h 1460140"/>
                <a:gd name="connsiteX0" fmla="*/ 0 w 7811057"/>
                <a:gd name="connsiteY0" fmla="*/ 0 h 1460140"/>
                <a:gd name="connsiteX1" fmla="*/ 7389558 w 7811057"/>
                <a:gd name="connsiteY1" fmla="*/ 0 h 1460140"/>
                <a:gd name="connsiteX2" fmla="*/ 7811057 w 7811057"/>
                <a:gd name="connsiteY2" fmla="*/ 730070 h 1460140"/>
                <a:gd name="connsiteX3" fmla="*/ 7389558 w 7811057"/>
                <a:gd name="connsiteY3" fmla="*/ 1460140 h 1460140"/>
                <a:gd name="connsiteX4" fmla="*/ 0 w 7811057"/>
                <a:gd name="connsiteY4" fmla="*/ 1460140 h 1460140"/>
                <a:gd name="connsiteX5" fmla="*/ 91441 w 7811057"/>
                <a:gd name="connsiteY5" fmla="*/ 751729 h 1460140"/>
                <a:gd name="connsiteX0" fmla="*/ 0 w 7811057"/>
                <a:gd name="connsiteY0" fmla="*/ 0 h 1460140"/>
                <a:gd name="connsiteX1" fmla="*/ 7389558 w 7811057"/>
                <a:gd name="connsiteY1" fmla="*/ 0 h 1460140"/>
                <a:gd name="connsiteX2" fmla="*/ 7811057 w 7811057"/>
                <a:gd name="connsiteY2" fmla="*/ 730070 h 1460140"/>
                <a:gd name="connsiteX3" fmla="*/ 7389558 w 7811057"/>
                <a:gd name="connsiteY3" fmla="*/ 1460140 h 1460140"/>
                <a:gd name="connsiteX4" fmla="*/ 0 w 7811057"/>
                <a:gd name="connsiteY4" fmla="*/ 1460140 h 1460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1057" h="1460140">
                  <a:moveTo>
                    <a:pt x="0" y="0"/>
                  </a:moveTo>
                  <a:lnTo>
                    <a:pt x="7389558" y="0"/>
                  </a:lnTo>
                  <a:lnTo>
                    <a:pt x="7811057" y="730070"/>
                  </a:lnTo>
                  <a:lnTo>
                    <a:pt x="7389558" y="1460140"/>
                  </a:lnTo>
                  <a:lnTo>
                    <a:pt x="0" y="1460140"/>
                  </a:lnTo>
                </a:path>
              </a:pathLst>
            </a:custGeom>
            <a:solidFill>
              <a:schemeClr val="tx1">
                <a:lumMod val="40000"/>
                <a:lumOff val="60000"/>
              </a:schemeClr>
            </a:solidFill>
            <a:ln w="19050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3152" tIns="73152" rIns="73152" bIns="7315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 err="1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" name="Arrow: Pentagon 38">
              <a:extLst>
                <a:ext uri="{FF2B5EF4-FFF2-40B4-BE49-F238E27FC236}">
                  <a16:creationId xmlns:a16="http://schemas.microsoft.com/office/drawing/2014/main" id="{CD5D1C74-59A2-B111-4924-9414D03E0A99}"/>
                </a:ext>
              </a:extLst>
            </p:cNvPr>
            <p:cNvSpPr>
              <a:spLocks/>
            </p:cNvSpPr>
            <p:nvPr/>
          </p:nvSpPr>
          <p:spPr>
            <a:xfrm>
              <a:off x="427446" y="1669748"/>
              <a:ext cx="3648213" cy="1209950"/>
            </a:xfrm>
            <a:custGeom>
              <a:avLst/>
              <a:gdLst>
                <a:gd name="connsiteX0" fmla="*/ 0 w 3896148"/>
                <a:gd name="connsiteY0" fmla="*/ 0 h 1460140"/>
                <a:gd name="connsiteX1" fmla="*/ 3474649 w 3896148"/>
                <a:gd name="connsiteY1" fmla="*/ 0 h 1460140"/>
                <a:gd name="connsiteX2" fmla="*/ 3896148 w 3896148"/>
                <a:gd name="connsiteY2" fmla="*/ 730070 h 1460140"/>
                <a:gd name="connsiteX3" fmla="*/ 3474649 w 3896148"/>
                <a:gd name="connsiteY3" fmla="*/ 1460140 h 1460140"/>
                <a:gd name="connsiteX4" fmla="*/ 0 w 3896148"/>
                <a:gd name="connsiteY4" fmla="*/ 1460140 h 1460140"/>
                <a:gd name="connsiteX5" fmla="*/ 0 w 3896148"/>
                <a:gd name="connsiteY5" fmla="*/ 0 h 1460140"/>
                <a:gd name="connsiteX0" fmla="*/ 3048 w 3899196"/>
                <a:gd name="connsiteY0" fmla="*/ 0 h 1460140"/>
                <a:gd name="connsiteX1" fmla="*/ 3477697 w 3899196"/>
                <a:gd name="connsiteY1" fmla="*/ 0 h 1460140"/>
                <a:gd name="connsiteX2" fmla="*/ 3899196 w 3899196"/>
                <a:gd name="connsiteY2" fmla="*/ 730070 h 1460140"/>
                <a:gd name="connsiteX3" fmla="*/ 3477697 w 3899196"/>
                <a:gd name="connsiteY3" fmla="*/ 1460140 h 1460140"/>
                <a:gd name="connsiteX4" fmla="*/ 3048 w 3899196"/>
                <a:gd name="connsiteY4" fmla="*/ 1460140 h 1460140"/>
                <a:gd name="connsiteX5" fmla="*/ 0 w 3899196"/>
                <a:gd name="connsiteY5" fmla="*/ 651256 h 1460140"/>
                <a:gd name="connsiteX6" fmla="*/ 3048 w 3899196"/>
                <a:gd name="connsiteY6" fmla="*/ 0 h 1460140"/>
                <a:gd name="connsiteX0" fmla="*/ 0 w 3899196"/>
                <a:gd name="connsiteY0" fmla="*/ 651256 h 1460140"/>
                <a:gd name="connsiteX1" fmla="*/ 3048 w 3899196"/>
                <a:gd name="connsiteY1" fmla="*/ 0 h 1460140"/>
                <a:gd name="connsiteX2" fmla="*/ 3477697 w 3899196"/>
                <a:gd name="connsiteY2" fmla="*/ 0 h 1460140"/>
                <a:gd name="connsiteX3" fmla="*/ 3899196 w 3899196"/>
                <a:gd name="connsiteY3" fmla="*/ 730070 h 1460140"/>
                <a:gd name="connsiteX4" fmla="*/ 3477697 w 3899196"/>
                <a:gd name="connsiteY4" fmla="*/ 1460140 h 1460140"/>
                <a:gd name="connsiteX5" fmla="*/ 3048 w 3899196"/>
                <a:gd name="connsiteY5" fmla="*/ 1460140 h 1460140"/>
                <a:gd name="connsiteX6" fmla="*/ 91440 w 3899196"/>
                <a:gd name="connsiteY6" fmla="*/ 742696 h 1460140"/>
                <a:gd name="connsiteX0" fmla="*/ 0 w 3899196"/>
                <a:gd name="connsiteY0" fmla="*/ 651256 h 1460140"/>
                <a:gd name="connsiteX1" fmla="*/ 3048 w 3899196"/>
                <a:gd name="connsiteY1" fmla="*/ 0 h 1460140"/>
                <a:gd name="connsiteX2" fmla="*/ 3477697 w 3899196"/>
                <a:gd name="connsiteY2" fmla="*/ 0 h 1460140"/>
                <a:gd name="connsiteX3" fmla="*/ 3899196 w 3899196"/>
                <a:gd name="connsiteY3" fmla="*/ 730070 h 1460140"/>
                <a:gd name="connsiteX4" fmla="*/ 3477697 w 3899196"/>
                <a:gd name="connsiteY4" fmla="*/ 1460140 h 1460140"/>
                <a:gd name="connsiteX5" fmla="*/ 3048 w 3899196"/>
                <a:gd name="connsiteY5" fmla="*/ 1460140 h 1460140"/>
                <a:gd name="connsiteX0" fmla="*/ 0 w 3896148"/>
                <a:gd name="connsiteY0" fmla="*/ 0 h 1460140"/>
                <a:gd name="connsiteX1" fmla="*/ 3474649 w 3896148"/>
                <a:gd name="connsiteY1" fmla="*/ 0 h 1460140"/>
                <a:gd name="connsiteX2" fmla="*/ 3896148 w 3896148"/>
                <a:gd name="connsiteY2" fmla="*/ 730070 h 1460140"/>
                <a:gd name="connsiteX3" fmla="*/ 3474649 w 3896148"/>
                <a:gd name="connsiteY3" fmla="*/ 1460140 h 1460140"/>
                <a:gd name="connsiteX4" fmla="*/ 0 w 3896148"/>
                <a:gd name="connsiteY4" fmla="*/ 1460140 h 1460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96148" h="1460140">
                  <a:moveTo>
                    <a:pt x="0" y="0"/>
                  </a:moveTo>
                  <a:lnTo>
                    <a:pt x="3474649" y="0"/>
                  </a:lnTo>
                  <a:lnTo>
                    <a:pt x="3896148" y="730070"/>
                  </a:lnTo>
                  <a:lnTo>
                    <a:pt x="3474649" y="1460140"/>
                  </a:lnTo>
                  <a:lnTo>
                    <a:pt x="0" y="1460140"/>
                  </a:lnTo>
                </a:path>
              </a:pathLst>
            </a:custGeom>
            <a:solidFill>
              <a:schemeClr val="tx1">
                <a:lumMod val="20000"/>
                <a:lumOff val="80000"/>
              </a:schemeClr>
            </a:solidFill>
            <a:ln w="19050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3152" tIns="73152" rIns="73152" bIns="7315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510EBFF8-4DB6-D8D3-A995-FAAC37EB67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3303" y="2109933"/>
              <a:ext cx="3231886" cy="6053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t" anchorCtr="0">
              <a:spAutoFit/>
            </a:bodyPr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7858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14141"/>
                </a:buClr>
                <a:buSzTx/>
                <a:buFontTx/>
                <a:buNone/>
                <a:tabLst/>
                <a:defRPr/>
              </a:pPr>
              <a:r>
                <a:rPr kumimoji="0" lang="de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 pitchFamily="34" charset="0"/>
                </a:rPr>
                <a:t>E3. Stream Steerco</a:t>
              </a:r>
            </a:p>
            <a:p>
              <a:pPr marL="0" marR="0" lvl="0" indent="0" algn="l" defTabSz="7858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14141"/>
                </a:buClr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endParaRPr>
            </a:p>
          </p:txBody>
        </p:sp>
        <p:sp>
          <p:nvSpPr>
            <p:cNvPr id="13" name="Rectangle 6">
              <a:extLst>
                <a:ext uri="{FF2B5EF4-FFF2-40B4-BE49-F238E27FC236}">
                  <a16:creationId xmlns:a16="http://schemas.microsoft.com/office/drawing/2014/main" id="{60C38E71-7CEB-FF9D-A6A3-5D6030AC13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0928" y="2109933"/>
              <a:ext cx="2930795" cy="2297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t" anchorCtr="0">
              <a:spAutoFit/>
            </a:bodyPr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7858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14141"/>
                </a:buClr>
                <a:buSzTx/>
                <a:buFontTx/>
                <a:buNone/>
                <a:tabLst/>
                <a:defRPr/>
              </a:pPr>
              <a:r>
                <a:rPr kumimoji="0" lang="de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 pitchFamily="34" charset="0"/>
                </a:rPr>
                <a:t>E2. Programm Steerco</a:t>
              </a:r>
              <a:endPara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 pitchFamily="34" charset="0"/>
              </a:endParaRPr>
            </a:p>
          </p:txBody>
        </p:sp>
        <p:sp>
          <p:nvSpPr>
            <p:cNvPr id="14" name="Rectangle 7">
              <a:extLst>
                <a:ext uri="{FF2B5EF4-FFF2-40B4-BE49-F238E27FC236}">
                  <a16:creationId xmlns:a16="http://schemas.microsoft.com/office/drawing/2014/main" id="{D69792D4-5EE1-0B27-3747-BD8B827901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52455" y="2124177"/>
              <a:ext cx="3349577" cy="3390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t" anchorCtr="0">
              <a:spAutoFit/>
            </a:bodyPr>
            <a:lstStyle>
              <a:defPPr>
                <a:defRPr lang="en-B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7858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14141"/>
                </a:buClr>
                <a:buSzTx/>
                <a:buFontTx/>
                <a:buNone/>
                <a:tabLst/>
                <a:defRPr/>
              </a:pPr>
              <a:r>
                <a:rPr kumimoji="0" lang="de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 pitchFamily="34" charset="0"/>
                </a:rPr>
                <a:t>E1. Supervisory Board</a:t>
              </a:r>
            </a:p>
          </p:txBody>
        </p:sp>
      </p:grp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89D1A7E-520E-81F3-E61D-1A46CD59CA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938102"/>
              </p:ext>
            </p:extLst>
          </p:nvPr>
        </p:nvGraphicFramePr>
        <p:xfrm>
          <a:off x="1247716" y="2399961"/>
          <a:ext cx="9066863" cy="38499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421">
                  <a:extLst>
                    <a:ext uri="{9D8B030D-6E8A-4147-A177-3AD203B41FA5}">
                      <a16:colId xmlns:a16="http://schemas.microsoft.com/office/drawing/2014/main" val="3749198241"/>
                    </a:ext>
                  </a:extLst>
                </a:gridCol>
                <a:gridCol w="2837814">
                  <a:extLst>
                    <a:ext uri="{9D8B030D-6E8A-4147-A177-3AD203B41FA5}">
                      <a16:colId xmlns:a16="http://schemas.microsoft.com/office/drawing/2014/main" val="2453552184"/>
                    </a:ext>
                  </a:extLst>
                </a:gridCol>
                <a:gridCol w="2837814">
                  <a:extLst>
                    <a:ext uri="{9D8B030D-6E8A-4147-A177-3AD203B41FA5}">
                      <a16:colId xmlns:a16="http://schemas.microsoft.com/office/drawing/2014/main" val="3469788982"/>
                    </a:ext>
                  </a:extLst>
                </a:gridCol>
                <a:gridCol w="2837814">
                  <a:extLst>
                    <a:ext uri="{9D8B030D-6E8A-4147-A177-3AD203B41FA5}">
                      <a16:colId xmlns:a16="http://schemas.microsoft.com/office/drawing/2014/main" val="3354279829"/>
                    </a:ext>
                  </a:extLst>
                </a:gridCol>
              </a:tblGrid>
              <a:tr h="756226">
                <a:tc>
                  <a:txBody>
                    <a:bodyPr/>
                    <a:lstStyle/>
                    <a:p>
                      <a:pPr algn="ctr"/>
                      <a:r>
                        <a:rPr lang="de" sz="1200" b="1" i="1" err="1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Zweck</a:t>
                      </a:r>
                      <a:endParaRPr lang="en-GB" sz="1200" b="1" i="1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" sz="900" b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Projekt- bzw </a:t>
                      </a:r>
                      <a:r>
                        <a:rPr lang="de" sz="900" b="1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. Stream-spezifische </a:t>
                      </a:r>
                      <a:r>
                        <a:rPr lang="de" sz="900" b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Lieferrisiken und finanzielle Kontrollen managen (bis zu einem gewissen Level)</a:t>
                      </a:r>
                    </a:p>
                    <a:p>
                      <a:pPr algn="ctr">
                        <a:spcBef>
                          <a:spcPts val="300"/>
                        </a:spcBef>
                      </a:pPr>
                      <a:endParaRPr lang="en-GB" sz="900" b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" sz="9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Stream Übergreifendes Mandat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" sz="900" b="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Stream-Probleme &gt; WS-Schwellenwerte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" sz="900" b="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Cross-Stream-Probleme mit geringer bis mittlerer Auswirkung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" sz="9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Vollständiges Programmmandat </a:t>
                      </a:r>
                      <a:r>
                        <a:rPr lang="de" sz="900" b="0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171450" indent="-171450" algn="l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de" sz="9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Strategische Entscheidungen </a:t>
                      </a:r>
                    </a:p>
                    <a:p>
                      <a:pPr marL="171450" indent="-171450" algn="l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de" sz="9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Große finanzielle Exponierung</a:t>
                      </a:r>
                      <a:endParaRPr lang="en-GB" sz="900" b="1" kern="1200">
                        <a:solidFill>
                          <a:schemeClr val="tx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090512"/>
                  </a:ext>
                </a:extLst>
              </a:tr>
              <a:tr h="1012371">
                <a:tc>
                  <a:txBody>
                    <a:bodyPr/>
                    <a:lstStyle/>
                    <a:p>
                      <a:pPr algn="ctr"/>
                      <a:r>
                        <a:rPr lang="de-DE" sz="1200" b="1" i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Prüfen &amp; Entscheiden</a:t>
                      </a:r>
                      <a:endParaRPr lang="de" sz="1200" b="1" i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spcBef>
                          <a:spcPts val="3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de" sz="900" b="1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Stream-spezifische Fokus:</a:t>
                      </a:r>
                    </a:p>
                    <a:p>
                      <a:pPr marL="171450" lvl="0" indent="-171450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de" sz="900" b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Lieferpriorisierung</a:t>
                      </a:r>
                    </a:p>
                    <a:p>
                      <a:pPr marL="171450" lvl="0" indent="-171450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de" sz="900" b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Lösung von operativen Problemen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" sz="900" b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Spezifische Anpassungen des Teleskops</a:t>
                      </a:r>
                    </a:p>
                    <a:p>
                      <a:pPr marL="171450" lvl="0" indent="-171450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de" sz="900" b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Geringe Auswirkungen auf Budget / Business Case</a:t>
                      </a:r>
                    </a:p>
                    <a:p>
                      <a:pPr marL="171450" lvl="0" indent="-171450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de" sz="900" b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Ressourcenzuweisung innerhalb des Baches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de" sz="900" b="1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Stream-spezifische Eskalationen</a:t>
                      </a:r>
                    </a:p>
                    <a:p>
                      <a:pPr marL="171450" lvl="0" indent="-171450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de" sz="900" b="1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Grenzüberschreitende Priorisierungen und Ausrichtungen</a:t>
                      </a:r>
                    </a:p>
                    <a:p>
                      <a:pPr marL="171450" lvl="0" indent="-171450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de" sz="900" b="1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Lieferantenauswahl / Vertragsanpassungen</a:t>
                      </a:r>
                    </a:p>
                    <a:p>
                      <a:pPr marL="171450" lvl="0" indent="-171450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de" sz="900" b="1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Adressierung und Lösung von Medium-Programmrisiken</a:t>
                      </a:r>
                    </a:p>
                    <a:p>
                      <a:pPr marL="171450" lvl="0" indent="-171450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de" sz="900" b="1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Rechtliche, Risiko- und Compliance-Überwachung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7800" lvl="0" indent="-177800" rtl="0" fontAlgn="ctr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de" sz="9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Eskalationen von E3/E2-Governance-Ebenen</a:t>
                      </a:r>
                    </a:p>
                    <a:p>
                      <a:pPr marL="177800" lvl="0" indent="-177800" rtl="0" fontAlgn="ctr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de" sz="9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Jede größere Programmabweichung </a:t>
                      </a:r>
                      <a:r>
                        <a:rPr lang="de" sz="900" b="0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(Zeitplan, Budget, Qualität, Business Case)</a:t>
                      </a:r>
                    </a:p>
                    <a:p>
                      <a:pPr marL="177800" lvl="0" indent="-177800" rtl="0" fontAlgn="ctr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de" sz="900" b="1" kern="120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Wichtige Rechts-, Risiko- und Compliance-Themen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405251"/>
                  </a:ext>
                </a:extLst>
              </a:tr>
              <a:tr h="1464822">
                <a:tc>
                  <a:txBody>
                    <a:bodyPr/>
                    <a:lstStyle/>
                    <a:p>
                      <a:pPr marL="0" lvl="0" indent="0" algn="ctr">
                        <a:buFont typeface="Arial" panose="020B0604020202020204" pitchFamily="34" charset="0"/>
                        <a:buNone/>
                      </a:pPr>
                      <a:r>
                        <a:rPr lang="de" sz="1200" b="1" i="1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Schwellenwerte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de" sz="9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Projekt-/Stream-Kosten und Auswirkungen auf den Business Case &lt; 5.000€ oder &lt;5 % kummulierte jährliche Projektimplementierungs Budget</a:t>
                      </a:r>
                    </a:p>
                    <a:p>
                      <a:pPr marL="171450" lvl="0" indent="-171450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de" sz="9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Kleine Stream-spezifische Risiken </a:t>
                      </a:r>
                      <a:r>
                        <a:rPr lang="de" sz="9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einschließlich kleiner Verzögerung (bis zu maximal 2 Wochen) oder geringfügiger Auswirkungen auf den Umfang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de-DE" sz="9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Budget- bzw. Business-Case-Auswirkungen &lt; 10 %</a:t>
                      </a:r>
                    </a:p>
                    <a:p>
                      <a:pPr marL="171450" lvl="0" indent="-171450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de-DE" sz="9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Mittlere Stream-Risiken </a:t>
                      </a:r>
                      <a:r>
                        <a:rPr lang="de-DE" sz="9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durch Verzögerungen oder Scope-Anpassungen (bis zu 4 Wochen)</a:t>
                      </a:r>
                    </a:p>
                    <a:p>
                      <a:pPr marL="171450" lvl="0" indent="-171450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de-DE" sz="9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Niedrige bis mittlere Programmrisiken</a:t>
                      </a:r>
                      <a:r>
                        <a:rPr lang="de-DE" sz="9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, z. B. durch bereichsübergreifende Herausforderungen oder Verzögerungen (2–4 Wochen)</a:t>
                      </a:r>
                    </a:p>
                    <a:p>
                      <a:pPr marL="171450" lvl="0" indent="-171450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de-DE" sz="9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Leistungsprobleme von Lieferanten oder Partnern</a:t>
                      </a:r>
                    </a:p>
                    <a:p>
                      <a:pPr marL="171450" lvl="0" indent="-171450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de-DE" sz="9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Jede Abweichung von Governance- oder DDE-Leitprinzipien</a:t>
                      </a:r>
                      <a:endParaRPr lang="de" sz="9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de" sz="9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Alles jenseits der E3/E2-Schwellenwerte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de" sz="9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Änderungen des strategischen Umfangs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de" sz="9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Abweichungen von den Programmzielen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de" sz="9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Nichterfüllung von Anbietern / Partnern</a:t>
                      </a:r>
                    </a:p>
                    <a:p>
                      <a:pPr marL="171450" indent="-171450"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de" sz="900" b="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Wichtige rechtliche, Risiko- und Compliance-Fragen</a:t>
                      </a:r>
                    </a:p>
                    <a:p>
                      <a:pPr lvl="1">
                        <a:spcBef>
                          <a:spcPts val="300"/>
                        </a:spcBef>
                      </a:pPr>
                      <a:endParaRPr lang="en-GB" sz="900" b="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124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67289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32687&quot;&gt;&lt;version val=&quot;38686&quot;/&gt;&lt;CPresentation id=&quot;1&quot;&gt;&lt;m_precDefaultOrdinal&gt;&lt;m_yearfmt&gt;&lt;begin val=&quot;0&quot;/&gt;&lt;end val=&quot;4&quot;/&gt;&lt;/m_yearfmt&gt;&lt;/m_precDefaultOrdinal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d.%m.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1&quot;&gt;&lt;elem m_fUsage=&quot;2.70999999999999996447E+00&quot;&gt;&lt;m_msothmcolidx val=&quot;0&quot;/&gt;&lt;m_rgb r=&quot;EE&quot; g=&quot;F6&quot; b=&quot;F7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7msXOq47ESrrdcRaZS6t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7msXOq47ESrrdcRaZS6t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7msXOq47ESrrdcRaZS6t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7msXOq47ESrrdcRaZS6tA"/>
</p:tagLst>
</file>

<file path=ppt/theme/theme1.xml><?xml version="1.0" encoding="utf-8"?>
<a:theme xmlns:a="http://schemas.openxmlformats.org/drawingml/2006/main" name="1_Office">
  <a:themeElements>
    <a:clrScheme name="DUS">
      <a:dk1>
        <a:srgbClr val="002F6C"/>
      </a:dk1>
      <a:lt1>
        <a:sysClr val="window" lastClr="FFFFFF"/>
      </a:lt1>
      <a:dk2>
        <a:srgbClr val="002F6C"/>
      </a:dk2>
      <a:lt2>
        <a:srgbClr val="F2F2F2"/>
      </a:lt2>
      <a:accent1>
        <a:srgbClr val="861F41"/>
      </a:accent1>
      <a:accent2>
        <a:srgbClr val="AFD3C9"/>
      </a:accent2>
      <a:accent3>
        <a:srgbClr val="69BACB"/>
      </a:accent3>
      <a:accent4>
        <a:srgbClr val="75A478"/>
      </a:accent4>
      <a:accent5>
        <a:srgbClr val="FAD958"/>
      </a:accent5>
      <a:accent6>
        <a:srgbClr val="C6645D"/>
      </a:accent6>
      <a:hlink>
        <a:srgbClr val="861F41"/>
      </a:hlink>
      <a:folHlink>
        <a:srgbClr val="7F7F7F"/>
      </a:folHlink>
    </a:clrScheme>
    <a:fontScheme name="du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marL="0" marR="0" indent="0" algn="l" defTabSz="914400" rtl="0" eaLnBrk="1" fontAlgn="auto" latinLnBrk="0" hangingPunct="1">
          <a:lnSpc>
            <a:spcPts val="2000"/>
          </a:lnSpc>
          <a:spcBef>
            <a:spcPts val="0"/>
          </a:spcBef>
          <a:spcAft>
            <a:spcPts val="992"/>
          </a:spcAft>
          <a:buClrTx/>
          <a:buSzTx/>
          <a:buFont typeface="Arial" panose="020B0604020202020204" pitchFamily="34" charset="0"/>
          <a:buNone/>
          <a:tabLst/>
          <a:defRPr kumimoji="0" sz="1500" b="0" i="0" u="none" strike="noStrike" kern="1200" cap="none" spc="0" normalizeH="0" baseline="0" noProof="0" dirty="0" smtClean="0">
            <a:ln>
              <a:noFill/>
            </a:ln>
            <a:solidFill>
              <a:srgbClr val="002F6C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171621E4-41BF-4AAD-AB68-35A56D2E9627}" vid="{A083A152-B04F-4451-94BC-C7DB97DD89A6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38782AAB1BDDC44A8A37CF46FFDD92E" ma:contentTypeVersion="7" ma:contentTypeDescription="Ein neues Dokument erstellen." ma:contentTypeScope="" ma:versionID="0a5a984e14cce6e35c2b78c18b3080bf">
  <xsd:schema xmlns:xsd="http://www.w3.org/2001/XMLSchema" xmlns:xs="http://www.w3.org/2001/XMLSchema" xmlns:p="http://schemas.microsoft.com/office/2006/metadata/properties" xmlns:ns2="8f37aed8-8d26-463b-8918-41c29ea014f9" targetNamespace="http://schemas.microsoft.com/office/2006/metadata/properties" ma:root="true" ma:fieldsID="dd1b111e214145ff8b5e6884511e30a8" ns2:_="">
    <xsd:import namespace="8f37aed8-8d26-463b-8918-41c29ea014f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37aed8-8d26-463b-8918-41c29ea014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933C46B-D329-49EF-90AC-987DF9B0BE0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A5510EE-BD67-49D2-81FD-B407C08E09F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f37aed8-8d26-463b-8918-41c29ea014f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9A9F6A4-FB44-467F-BC62-5C20FA3C5800}">
  <ds:schemaRefs>
    <ds:schemaRef ds:uri="8f37aed8-8d26-463b-8918-41c29ea014f9"/>
    <ds:schemaRef ds:uri="http://purl.org/dc/dcmitype/"/>
    <ds:schemaRef ds:uri="http://schemas.microsoft.com/office/infopath/2007/PartnerControls"/>
    <ds:schemaRef ds:uri="http://purl.org/dc/elements/1.1/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DUS_PPT_Master_15-07-2024</Template>
  <TotalTime>0</TotalTime>
  <Words>1172</Words>
  <Application>Microsoft Office PowerPoint</Application>
  <PresentationFormat>Widescreen</PresentationFormat>
  <Paragraphs>180</Paragraphs>
  <Slides>6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Arial</vt:lpstr>
      <vt:lpstr>Calibri</vt:lpstr>
      <vt:lpstr>Georgia</vt:lpstr>
      <vt:lpstr>Wingdings</vt:lpstr>
      <vt:lpstr>1_Office</vt:lpstr>
      <vt:lpstr>think-cell Slide</vt:lpstr>
      <vt:lpstr>Key Design Decision</vt:lpstr>
      <vt:lpstr>KDD_FI_001 </vt:lpstr>
      <vt:lpstr>KDD_FI_001</vt:lpstr>
      <vt:lpstr>Informationen:  1. Guiding Principles 2. Entscheidungslevel</vt:lpstr>
      <vt:lpstr>DDE – Guiding Principles</vt:lpstr>
      <vt:lpstr>DDE – Governance / Sitzungsstruktur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Maximini, Alexandra</dc:creator>
  <cp:lastModifiedBy>Goethel, Moritz</cp:lastModifiedBy>
  <cp:revision>5</cp:revision>
  <dcterms:created xsi:type="dcterms:W3CDTF">2025-10-27T15:28:18Z</dcterms:created>
  <dcterms:modified xsi:type="dcterms:W3CDTF">2026-09-30T11:43:31Z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0x010100938782AAB1BDDC44A8A37CF46FFDD92E</vt:lpwstr>
  </property>
  <property fmtid="{D5CDD505-2E9C-101B-9397-08002B2CF9AE}" pid="3" name="Order">
    <vt:r8>1200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</Properties>
</file>